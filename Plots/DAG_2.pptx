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</p:sldIdLst>
  <p:sldSz cx="13860463" cy="727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57"/>
    <a:srgbClr val="FF6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08F03-0D39-A945-9DF9-0F244E1D8E03}" v="2" dt="2026-05-11T04:39:46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/>
    <p:restoredTop sz="94676"/>
  </p:normalViewPr>
  <p:slideViewPr>
    <p:cSldViewPr snapToGrid="0">
      <p:cViewPr>
        <p:scale>
          <a:sx n="96" d="100"/>
          <a:sy n="96" d="100"/>
        </p:scale>
        <p:origin x="109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dis Guri" userId="83df82f3-47dd-4c7f-8014-681978acda03" providerId="ADAL" clId="{4ACBB8A1-FBE2-5251-858B-E09541376FB7}"/>
    <pc:docChg chg="undo redo custSel addSld modSld modMainMaster">
      <pc:chgData name="Gledis Guri" userId="83df82f3-47dd-4c7f-8014-681978acda03" providerId="ADAL" clId="{4ACBB8A1-FBE2-5251-858B-E09541376FB7}" dt="2026-05-11T04:40:35.859" v="1363" actId="1038"/>
      <pc:docMkLst>
        <pc:docMk/>
      </pc:docMkLst>
      <pc:sldChg chg="addSp delSp modSp add mod">
        <pc:chgData name="Gledis Guri" userId="83df82f3-47dd-4c7f-8014-681978acda03" providerId="ADAL" clId="{4ACBB8A1-FBE2-5251-858B-E09541376FB7}" dt="2026-05-11T04:40:35.859" v="1363" actId="1038"/>
        <pc:sldMkLst>
          <pc:docMk/>
          <pc:sldMk cId="1125176071" sldId="257"/>
        </pc:sldMkLst>
        <pc:spChg chg="add mod">
          <ac:chgData name="Gledis Guri" userId="83df82f3-47dd-4c7f-8014-681978acda03" providerId="ADAL" clId="{4ACBB8A1-FBE2-5251-858B-E09541376FB7}" dt="2026-04-13T22:37:09.920" v="1327" actId="1076"/>
          <ac:spMkLst>
            <pc:docMk/>
            <pc:sldMk cId="1125176071" sldId="257"/>
            <ac:spMk id="2" creationId="{18392A26-D774-A1DB-7D0E-A3E17F16AC9E}"/>
          </ac:spMkLst>
        </pc:spChg>
        <pc:spChg chg="add mod">
          <ac:chgData name="Gledis Guri" userId="83df82f3-47dd-4c7f-8014-681978acda03" providerId="ADAL" clId="{4ACBB8A1-FBE2-5251-858B-E09541376FB7}" dt="2026-05-11T04:40:32.925" v="1360" actId="1035"/>
          <ac:spMkLst>
            <pc:docMk/>
            <pc:sldMk cId="1125176071" sldId="257"/>
            <ac:spMk id="3" creationId="{CF552F00-7780-28DB-2DFA-EA1DB56B9891}"/>
          </ac:spMkLst>
        </pc:spChg>
        <pc:spChg chg="add mod">
          <ac:chgData name="Gledis Guri" userId="83df82f3-47dd-4c7f-8014-681978acda03" providerId="ADAL" clId="{4ACBB8A1-FBE2-5251-858B-E09541376FB7}" dt="2026-05-11T04:40:35.859" v="1363" actId="1038"/>
          <ac:spMkLst>
            <pc:docMk/>
            <pc:sldMk cId="1125176071" sldId="257"/>
            <ac:spMk id="7" creationId="{139203AE-6D07-AD25-E3CF-29FB1AE19FA0}"/>
          </ac:spMkLst>
        </pc:spChg>
        <pc:spChg chg="mod">
          <ac:chgData name="Gledis Guri" userId="83df82f3-47dd-4c7f-8014-681978acda03" providerId="ADAL" clId="{4ACBB8A1-FBE2-5251-858B-E09541376FB7}" dt="2026-04-13T22:36:35.705" v="1317" actId="20577"/>
          <ac:spMkLst>
            <pc:docMk/>
            <pc:sldMk cId="1125176071" sldId="257"/>
            <ac:spMk id="57" creationId="{B4E3E745-BD77-93D7-B380-3B5E952B73AB}"/>
          </ac:spMkLst>
        </pc:spChg>
        <pc:spChg chg="mod">
          <ac:chgData name="Gledis Guri" userId="83df82f3-47dd-4c7f-8014-681978acda03" providerId="ADAL" clId="{4ACBB8A1-FBE2-5251-858B-E09541376FB7}" dt="2026-04-13T22:36:47.959" v="1322" actId="20577"/>
          <ac:spMkLst>
            <pc:docMk/>
            <pc:sldMk cId="1125176071" sldId="257"/>
            <ac:spMk id="60" creationId="{E6E4DDE1-216D-CCE6-1090-F5383D05DD8F}"/>
          </ac:spMkLst>
        </pc:spChg>
        <pc:spChg chg="mod">
          <ac:chgData name="Gledis Guri" userId="83df82f3-47dd-4c7f-8014-681978acda03" providerId="ADAL" clId="{4ACBB8A1-FBE2-5251-858B-E09541376FB7}" dt="2026-04-13T22:36:51.258" v="1323" actId="20577"/>
          <ac:spMkLst>
            <pc:docMk/>
            <pc:sldMk cId="1125176071" sldId="257"/>
            <ac:spMk id="84" creationId="{9714A9B0-A056-A243-A1C6-F4471A1E2E0D}"/>
          </ac:spMkLst>
        </pc:spChg>
        <pc:spChg chg="mod">
          <ac:chgData name="Gledis Guri" userId="83df82f3-47dd-4c7f-8014-681978acda03" providerId="ADAL" clId="{4ACBB8A1-FBE2-5251-858B-E09541376FB7}" dt="2026-05-11T04:39:52.416" v="1343" actId="1076"/>
          <ac:spMkLst>
            <pc:docMk/>
            <pc:sldMk cId="1125176071" sldId="257"/>
            <ac:spMk id="103" creationId="{C621F8C1-5657-8D9F-3631-F6D02B3211F9}"/>
          </ac:spMkLst>
        </pc:spChg>
        <pc:spChg chg="mod">
          <ac:chgData name="Gledis Guri" userId="83df82f3-47dd-4c7f-8014-681978acda03" providerId="ADAL" clId="{4ACBB8A1-FBE2-5251-858B-E09541376FB7}" dt="2026-04-13T22:36:55.898" v="1325" actId="20577"/>
          <ac:spMkLst>
            <pc:docMk/>
            <pc:sldMk cId="1125176071" sldId="257"/>
            <ac:spMk id="105" creationId="{26CE6373-35F7-956B-B61F-E407AE81BA79}"/>
          </ac:spMkLst>
        </pc:spChg>
        <pc:spChg chg="mod">
          <ac:chgData name="Gledis Guri" userId="83df82f3-47dd-4c7f-8014-681978acda03" providerId="ADAL" clId="{4ACBB8A1-FBE2-5251-858B-E09541376FB7}" dt="2026-04-13T22:37:19.067" v="1328" actId="20577"/>
          <ac:spMkLst>
            <pc:docMk/>
            <pc:sldMk cId="1125176071" sldId="257"/>
            <ac:spMk id="107" creationId="{D181FFB7-A7F8-3E34-4367-323896A9B1F5}"/>
          </ac:spMkLst>
        </pc:spChg>
        <pc:spChg chg="mod">
          <ac:chgData name="Gledis Guri" userId="83df82f3-47dd-4c7f-8014-681978acda03" providerId="ADAL" clId="{4ACBB8A1-FBE2-5251-858B-E09541376FB7}" dt="2026-04-13T22:36:33.272" v="1316" actId="20577"/>
          <ac:spMkLst>
            <pc:docMk/>
            <pc:sldMk cId="1125176071" sldId="257"/>
            <ac:spMk id="121" creationId="{0A94248A-FF98-2DFB-42AE-E122F11F035A}"/>
          </ac:spMkLst>
        </pc:spChg>
        <pc:spChg chg="mod">
          <ac:chgData name="Gledis Guri" userId="83df82f3-47dd-4c7f-8014-681978acda03" providerId="ADAL" clId="{4ACBB8A1-FBE2-5251-858B-E09541376FB7}" dt="2026-04-13T22:36:29.241" v="1315" actId="20577"/>
          <ac:spMkLst>
            <pc:docMk/>
            <pc:sldMk cId="1125176071" sldId="257"/>
            <ac:spMk id="431" creationId="{0085C432-6E7F-2194-92D6-0CF24A0A65CB}"/>
          </ac:spMkLst>
        </pc:spChg>
        <pc:spChg chg="mod">
          <ac:chgData name="Gledis Guri" userId="83df82f3-47dd-4c7f-8014-681978acda03" providerId="ADAL" clId="{4ACBB8A1-FBE2-5251-858B-E09541376FB7}" dt="2026-04-13T22:36:44.320" v="1321" actId="20577"/>
          <ac:spMkLst>
            <pc:docMk/>
            <pc:sldMk cId="1125176071" sldId="257"/>
            <ac:spMk id="501" creationId="{FA97478A-8610-AECF-56A3-44F0DF9288F6}"/>
          </ac:spMkLst>
        </pc:spChg>
        <pc:spChg chg="mod">
          <ac:chgData name="Gledis Guri" userId="83df82f3-47dd-4c7f-8014-681978acda03" providerId="ADAL" clId="{4ACBB8A1-FBE2-5251-858B-E09541376FB7}" dt="2026-05-11T04:40:21.302" v="1351" actId="1076"/>
          <ac:spMkLst>
            <pc:docMk/>
            <pc:sldMk cId="1125176071" sldId="257"/>
            <ac:spMk id="503" creationId="{DC7572EB-3AD6-544A-01E1-73FE4D986C6B}"/>
          </ac:spMkLst>
        </pc:spChg>
        <pc:spChg chg="mod">
          <ac:chgData name="Gledis Guri" userId="83df82f3-47dd-4c7f-8014-681978acda03" providerId="ADAL" clId="{4ACBB8A1-FBE2-5251-858B-E09541376FB7}" dt="2026-05-11T04:40:28.917" v="1353" actId="1076"/>
          <ac:spMkLst>
            <pc:docMk/>
            <pc:sldMk cId="1125176071" sldId="257"/>
            <ac:spMk id="504" creationId="{1B8AB5D8-040F-18BF-478B-E1FB55B908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558" y="1189913"/>
            <a:ext cx="10395347" cy="2531298"/>
          </a:xfrm>
        </p:spPr>
        <p:txBody>
          <a:bodyPr anchor="b"/>
          <a:lstStyle>
            <a:lvl1pPr algn="ctr">
              <a:defRPr sz="63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558" y="3818827"/>
            <a:ext cx="10395347" cy="1755414"/>
          </a:xfrm>
        </p:spPr>
        <p:txBody>
          <a:bodyPr/>
          <a:lstStyle>
            <a:lvl1pPr marL="0" indent="0" algn="ctr">
              <a:buNone/>
              <a:defRPr sz="2544"/>
            </a:lvl1pPr>
            <a:lvl2pPr marL="484723" indent="0" algn="ctr">
              <a:buNone/>
              <a:defRPr sz="2120"/>
            </a:lvl2pPr>
            <a:lvl3pPr marL="969447" indent="0" algn="ctr">
              <a:buNone/>
              <a:defRPr sz="1908"/>
            </a:lvl3pPr>
            <a:lvl4pPr marL="1454170" indent="0" algn="ctr">
              <a:buNone/>
              <a:defRPr sz="1696"/>
            </a:lvl4pPr>
            <a:lvl5pPr marL="1938894" indent="0" algn="ctr">
              <a:buNone/>
              <a:defRPr sz="1696"/>
            </a:lvl5pPr>
            <a:lvl6pPr marL="2423617" indent="0" algn="ctr">
              <a:buNone/>
              <a:defRPr sz="1696"/>
            </a:lvl6pPr>
            <a:lvl7pPr marL="2908341" indent="0" algn="ctr">
              <a:buNone/>
              <a:defRPr sz="1696"/>
            </a:lvl7pPr>
            <a:lvl8pPr marL="3393064" indent="0" algn="ctr">
              <a:buNone/>
              <a:defRPr sz="1696"/>
            </a:lvl8pPr>
            <a:lvl9pPr marL="3877788" indent="0" algn="ctr">
              <a:buNone/>
              <a:defRPr sz="16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4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6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88" y="1812639"/>
            <a:ext cx="11954649" cy="3024430"/>
          </a:xfrm>
        </p:spPr>
        <p:txBody>
          <a:bodyPr anchor="b"/>
          <a:lstStyle>
            <a:lvl1pPr>
              <a:defRPr sz="63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5688" y="4865681"/>
            <a:ext cx="11954649" cy="1590476"/>
          </a:xfrm>
        </p:spPr>
        <p:txBody>
          <a:bodyPr/>
          <a:lstStyle>
            <a:lvl1pPr marL="0" indent="0">
              <a:buNone/>
              <a:defRPr sz="2544">
                <a:solidFill>
                  <a:schemeClr val="tx1">
                    <a:tint val="82000"/>
                  </a:schemeClr>
                </a:solidFill>
              </a:defRPr>
            </a:lvl1pPr>
            <a:lvl2pPr marL="484723" indent="0">
              <a:buNone/>
              <a:defRPr sz="2120">
                <a:solidFill>
                  <a:schemeClr val="tx1">
                    <a:tint val="82000"/>
                  </a:schemeClr>
                </a:solidFill>
              </a:defRPr>
            </a:lvl2pPr>
            <a:lvl3pPr marL="969447" indent="0">
              <a:buNone/>
              <a:defRPr sz="1908">
                <a:solidFill>
                  <a:schemeClr val="tx1">
                    <a:tint val="82000"/>
                  </a:schemeClr>
                </a:solidFill>
              </a:defRPr>
            </a:lvl3pPr>
            <a:lvl4pPr marL="1454170" indent="0">
              <a:buNone/>
              <a:defRPr sz="1696">
                <a:solidFill>
                  <a:schemeClr val="tx1">
                    <a:tint val="82000"/>
                  </a:schemeClr>
                </a:solidFill>
              </a:defRPr>
            </a:lvl4pPr>
            <a:lvl5pPr marL="1938894" indent="0">
              <a:buNone/>
              <a:defRPr sz="1696">
                <a:solidFill>
                  <a:schemeClr val="tx1">
                    <a:tint val="82000"/>
                  </a:schemeClr>
                </a:solidFill>
              </a:defRPr>
            </a:lvl5pPr>
            <a:lvl6pPr marL="2423617" indent="0">
              <a:buNone/>
              <a:defRPr sz="1696">
                <a:solidFill>
                  <a:schemeClr val="tx1">
                    <a:tint val="82000"/>
                  </a:schemeClr>
                </a:solidFill>
              </a:defRPr>
            </a:lvl6pPr>
            <a:lvl7pPr marL="2908341" indent="0">
              <a:buNone/>
              <a:defRPr sz="1696">
                <a:solidFill>
                  <a:schemeClr val="tx1">
                    <a:tint val="82000"/>
                  </a:schemeClr>
                </a:solidFill>
              </a:defRPr>
            </a:lvl7pPr>
            <a:lvl8pPr marL="3393064" indent="0">
              <a:buNone/>
              <a:defRPr sz="1696">
                <a:solidFill>
                  <a:schemeClr val="tx1">
                    <a:tint val="82000"/>
                  </a:schemeClr>
                </a:solidFill>
              </a:defRPr>
            </a:lvl8pPr>
            <a:lvl9pPr marL="3877788" indent="0">
              <a:buNone/>
              <a:defRPr sz="16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1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907" y="1935501"/>
            <a:ext cx="5890697" cy="4613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6859" y="1935501"/>
            <a:ext cx="5890697" cy="4613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2" y="387101"/>
            <a:ext cx="11954649" cy="14053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713" y="1782344"/>
            <a:ext cx="5863625" cy="873499"/>
          </a:xfrm>
        </p:spPr>
        <p:txBody>
          <a:bodyPr anchor="b"/>
          <a:lstStyle>
            <a:lvl1pPr marL="0" indent="0">
              <a:buNone/>
              <a:defRPr sz="2544" b="1"/>
            </a:lvl1pPr>
            <a:lvl2pPr marL="484723" indent="0">
              <a:buNone/>
              <a:defRPr sz="2120" b="1"/>
            </a:lvl2pPr>
            <a:lvl3pPr marL="969447" indent="0">
              <a:buNone/>
              <a:defRPr sz="1908" b="1"/>
            </a:lvl3pPr>
            <a:lvl4pPr marL="1454170" indent="0">
              <a:buNone/>
              <a:defRPr sz="1696" b="1"/>
            </a:lvl4pPr>
            <a:lvl5pPr marL="1938894" indent="0">
              <a:buNone/>
              <a:defRPr sz="1696" b="1"/>
            </a:lvl5pPr>
            <a:lvl6pPr marL="2423617" indent="0">
              <a:buNone/>
              <a:defRPr sz="1696" b="1"/>
            </a:lvl6pPr>
            <a:lvl7pPr marL="2908341" indent="0">
              <a:buNone/>
              <a:defRPr sz="1696" b="1"/>
            </a:lvl7pPr>
            <a:lvl8pPr marL="3393064" indent="0">
              <a:buNone/>
              <a:defRPr sz="1696" b="1"/>
            </a:lvl8pPr>
            <a:lvl9pPr marL="3877788" indent="0">
              <a:buNone/>
              <a:defRPr sz="16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4713" y="2655843"/>
            <a:ext cx="5863625" cy="3906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16859" y="1782344"/>
            <a:ext cx="5892502" cy="873499"/>
          </a:xfrm>
        </p:spPr>
        <p:txBody>
          <a:bodyPr anchor="b"/>
          <a:lstStyle>
            <a:lvl1pPr marL="0" indent="0">
              <a:buNone/>
              <a:defRPr sz="2544" b="1"/>
            </a:lvl1pPr>
            <a:lvl2pPr marL="484723" indent="0">
              <a:buNone/>
              <a:defRPr sz="2120" b="1"/>
            </a:lvl2pPr>
            <a:lvl3pPr marL="969447" indent="0">
              <a:buNone/>
              <a:defRPr sz="1908" b="1"/>
            </a:lvl3pPr>
            <a:lvl4pPr marL="1454170" indent="0">
              <a:buNone/>
              <a:defRPr sz="1696" b="1"/>
            </a:lvl4pPr>
            <a:lvl5pPr marL="1938894" indent="0">
              <a:buNone/>
              <a:defRPr sz="1696" b="1"/>
            </a:lvl5pPr>
            <a:lvl6pPr marL="2423617" indent="0">
              <a:buNone/>
              <a:defRPr sz="1696" b="1"/>
            </a:lvl6pPr>
            <a:lvl7pPr marL="2908341" indent="0">
              <a:buNone/>
              <a:defRPr sz="1696" b="1"/>
            </a:lvl7pPr>
            <a:lvl8pPr marL="3393064" indent="0">
              <a:buNone/>
              <a:defRPr sz="1696" b="1"/>
            </a:lvl8pPr>
            <a:lvl9pPr marL="3877788" indent="0">
              <a:buNone/>
              <a:defRPr sz="16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16859" y="2655843"/>
            <a:ext cx="5892502" cy="3906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0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5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3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484717"/>
            <a:ext cx="4470360" cy="1696508"/>
          </a:xfrm>
        </p:spPr>
        <p:txBody>
          <a:bodyPr anchor="b"/>
          <a:lstStyle>
            <a:lvl1pPr>
              <a:defRPr sz="33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502" y="1046854"/>
            <a:ext cx="7016859" cy="5166945"/>
          </a:xfrm>
        </p:spPr>
        <p:txBody>
          <a:bodyPr/>
          <a:lstStyle>
            <a:lvl1pPr>
              <a:defRPr sz="3393"/>
            </a:lvl1pPr>
            <a:lvl2pPr>
              <a:defRPr sz="2969"/>
            </a:lvl2pPr>
            <a:lvl3pPr>
              <a:defRPr sz="2544"/>
            </a:lvl3pPr>
            <a:lvl4pPr>
              <a:defRPr sz="2120"/>
            </a:lvl4pPr>
            <a:lvl5pPr>
              <a:defRPr sz="2120"/>
            </a:lvl5pPr>
            <a:lvl6pPr>
              <a:defRPr sz="2120"/>
            </a:lvl6pPr>
            <a:lvl7pPr>
              <a:defRPr sz="2120"/>
            </a:lvl7pPr>
            <a:lvl8pPr>
              <a:defRPr sz="2120"/>
            </a:lvl8pPr>
            <a:lvl9pPr>
              <a:defRPr sz="21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2181225"/>
            <a:ext cx="4470360" cy="4040989"/>
          </a:xfrm>
        </p:spPr>
        <p:txBody>
          <a:bodyPr/>
          <a:lstStyle>
            <a:lvl1pPr marL="0" indent="0">
              <a:buNone/>
              <a:defRPr sz="1696"/>
            </a:lvl1pPr>
            <a:lvl2pPr marL="484723" indent="0">
              <a:buNone/>
              <a:defRPr sz="1484"/>
            </a:lvl2pPr>
            <a:lvl3pPr marL="969447" indent="0">
              <a:buNone/>
              <a:defRPr sz="1272"/>
            </a:lvl3pPr>
            <a:lvl4pPr marL="1454170" indent="0">
              <a:buNone/>
              <a:defRPr sz="1060"/>
            </a:lvl4pPr>
            <a:lvl5pPr marL="1938894" indent="0">
              <a:buNone/>
              <a:defRPr sz="1060"/>
            </a:lvl5pPr>
            <a:lvl6pPr marL="2423617" indent="0">
              <a:buNone/>
              <a:defRPr sz="1060"/>
            </a:lvl6pPr>
            <a:lvl7pPr marL="2908341" indent="0">
              <a:buNone/>
              <a:defRPr sz="1060"/>
            </a:lvl7pPr>
            <a:lvl8pPr marL="3393064" indent="0">
              <a:buNone/>
              <a:defRPr sz="1060"/>
            </a:lvl8pPr>
            <a:lvl9pPr marL="3877788" indent="0">
              <a:buNone/>
              <a:defRPr sz="10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484717"/>
            <a:ext cx="4470360" cy="1696508"/>
          </a:xfrm>
        </p:spPr>
        <p:txBody>
          <a:bodyPr anchor="b"/>
          <a:lstStyle>
            <a:lvl1pPr>
              <a:defRPr sz="33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2502" y="1046854"/>
            <a:ext cx="7016859" cy="5166945"/>
          </a:xfrm>
        </p:spPr>
        <p:txBody>
          <a:bodyPr anchor="t"/>
          <a:lstStyle>
            <a:lvl1pPr marL="0" indent="0">
              <a:buNone/>
              <a:defRPr sz="3393"/>
            </a:lvl1pPr>
            <a:lvl2pPr marL="484723" indent="0">
              <a:buNone/>
              <a:defRPr sz="2969"/>
            </a:lvl2pPr>
            <a:lvl3pPr marL="969447" indent="0">
              <a:buNone/>
              <a:defRPr sz="2544"/>
            </a:lvl3pPr>
            <a:lvl4pPr marL="1454170" indent="0">
              <a:buNone/>
              <a:defRPr sz="2120"/>
            </a:lvl4pPr>
            <a:lvl5pPr marL="1938894" indent="0">
              <a:buNone/>
              <a:defRPr sz="2120"/>
            </a:lvl5pPr>
            <a:lvl6pPr marL="2423617" indent="0">
              <a:buNone/>
              <a:defRPr sz="2120"/>
            </a:lvl6pPr>
            <a:lvl7pPr marL="2908341" indent="0">
              <a:buNone/>
              <a:defRPr sz="2120"/>
            </a:lvl7pPr>
            <a:lvl8pPr marL="3393064" indent="0">
              <a:buNone/>
              <a:defRPr sz="2120"/>
            </a:lvl8pPr>
            <a:lvl9pPr marL="3877788" indent="0">
              <a:buNone/>
              <a:defRPr sz="21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2181225"/>
            <a:ext cx="4470360" cy="4040989"/>
          </a:xfrm>
        </p:spPr>
        <p:txBody>
          <a:bodyPr/>
          <a:lstStyle>
            <a:lvl1pPr marL="0" indent="0">
              <a:buNone/>
              <a:defRPr sz="1696"/>
            </a:lvl1pPr>
            <a:lvl2pPr marL="484723" indent="0">
              <a:buNone/>
              <a:defRPr sz="1484"/>
            </a:lvl2pPr>
            <a:lvl3pPr marL="969447" indent="0">
              <a:buNone/>
              <a:defRPr sz="1272"/>
            </a:lvl3pPr>
            <a:lvl4pPr marL="1454170" indent="0">
              <a:buNone/>
              <a:defRPr sz="1060"/>
            </a:lvl4pPr>
            <a:lvl5pPr marL="1938894" indent="0">
              <a:buNone/>
              <a:defRPr sz="1060"/>
            </a:lvl5pPr>
            <a:lvl6pPr marL="2423617" indent="0">
              <a:buNone/>
              <a:defRPr sz="1060"/>
            </a:lvl6pPr>
            <a:lvl7pPr marL="2908341" indent="0">
              <a:buNone/>
              <a:defRPr sz="1060"/>
            </a:lvl7pPr>
            <a:lvl8pPr marL="3393064" indent="0">
              <a:buNone/>
              <a:defRPr sz="1060"/>
            </a:lvl8pPr>
            <a:lvl9pPr marL="3877788" indent="0">
              <a:buNone/>
              <a:defRPr sz="10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7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6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18894" y="387100"/>
            <a:ext cx="2988662" cy="6161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907" y="387100"/>
            <a:ext cx="8792731" cy="6161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2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2907" y="387101"/>
            <a:ext cx="11954649" cy="1405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907" y="1935501"/>
            <a:ext cx="11954649" cy="4613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2907" y="6738909"/>
            <a:ext cx="3118604" cy="387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78F12-AB81-C64C-B3D1-99547549E0A1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1279" y="6738909"/>
            <a:ext cx="4677906" cy="387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8952" y="6738909"/>
            <a:ext cx="3118604" cy="387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FAF85-7D6C-CA46-81CE-AFEF267E6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9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69447" rtl="0" eaLnBrk="1" latinLnBrk="0" hangingPunct="1">
        <a:lnSpc>
          <a:spcPct val="90000"/>
        </a:lnSpc>
        <a:spcBef>
          <a:spcPct val="0"/>
        </a:spcBef>
        <a:buNone/>
        <a:defRPr sz="46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362" indent="-242362" algn="l" defTabSz="969447" rtl="0" eaLnBrk="1" latinLnBrk="0" hangingPunct="1">
        <a:lnSpc>
          <a:spcPct val="90000"/>
        </a:lnSpc>
        <a:spcBef>
          <a:spcPts val="1060"/>
        </a:spcBef>
        <a:buFont typeface="Arial" panose="020B0604020202020204" pitchFamily="34" charset="0"/>
        <a:buChar char="•"/>
        <a:defRPr sz="2969" kern="1200">
          <a:solidFill>
            <a:schemeClr val="tx1"/>
          </a:solidFill>
          <a:latin typeface="+mn-lt"/>
          <a:ea typeface="+mn-ea"/>
          <a:cs typeface="+mn-cs"/>
        </a:defRPr>
      </a:lvl1pPr>
      <a:lvl2pPr marL="727085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4" kern="1200">
          <a:solidFill>
            <a:schemeClr val="tx1"/>
          </a:solidFill>
          <a:latin typeface="+mn-lt"/>
          <a:ea typeface="+mn-ea"/>
          <a:cs typeface="+mn-cs"/>
        </a:defRPr>
      </a:lvl2pPr>
      <a:lvl3pPr marL="1211809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20" kern="1200">
          <a:solidFill>
            <a:schemeClr val="tx1"/>
          </a:solidFill>
          <a:latin typeface="+mn-lt"/>
          <a:ea typeface="+mn-ea"/>
          <a:cs typeface="+mn-cs"/>
        </a:defRPr>
      </a:lvl3pPr>
      <a:lvl4pPr marL="1696532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8" kern="1200">
          <a:solidFill>
            <a:schemeClr val="tx1"/>
          </a:solidFill>
          <a:latin typeface="+mn-lt"/>
          <a:ea typeface="+mn-ea"/>
          <a:cs typeface="+mn-cs"/>
        </a:defRPr>
      </a:lvl4pPr>
      <a:lvl5pPr marL="2181255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8" kern="1200">
          <a:solidFill>
            <a:schemeClr val="tx1"/>
          </a:solidFill>
          <a:latin typeface="+mn-lt"/>
          <a:ea typeface="+mn-ea"/>
          <a:cs typeface="+mn-cs"/>
        </a:defRPr>
      </a:lvl5pPr>
      <a:lvl6pPr marL="2665979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8" kern="1200">
          <a:solidFill>
            <a:schemeClr val="tx1"/>
          </a:solidFill>
          <a:latin typeface="+mn-lt"/>
          <a:ea typeface="+mn-ea"/>
          <a:cs typeface="+mn-cs"/>
        </a:defRPr>
      </a:lvl6pPr>
      <a:lvl7pPr marL="3150702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8" kern="1200">
          <a:solidFill>
            <a:schemeClr val="tx1"/>
          </a:solidFill>
          <a:latin typeface="+mn-lt"/>
          <a:ea typeface="+mn-ea"/>
          <a:cs typeface="+mn-cs"/>
        </a:defRPr>
      </a:lvl7pPr>
      <a:lvl8pPr marL="3635426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8" kern="1200">
          <a:solidFill>
            <a:schemeClr val="tx1"/>
          </a:solidFill>
          <a:latin typeface="+mn-lt"/>
          <a:ea typeface="+mn-ea"/>
          <a:cs typeface="+mn-cs"/>
        </a:defRPr>
      </a:lvl8pPr>
      <a:lvl9pPr marL="4120149" indent="-242362" algn="l" defTabSz="96944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1pPr>
      <a:lvl2pPr marL="484723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2pPr>
      <a:lvl3pPr marL="969447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3pPr>
      <a:lvl4pPr marL="1454170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4pPr>
      <a:lvl5pPr marL="1938894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5pPr>
      <a:lvl6pPr marL="2423617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6pPr>
      <a:lvl7pPr marL="2908341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7pPr>
      <a:lvl8pPr marL="3393064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8pPr>
      <a:lvl9pPr marL="3877788" algn="l" defTabSz="969447" rtl="0" eaLnBrk="1" latinLnBrk="0" hangingPunct="1">
        <a:defRPr sz="1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496">
            <a:extLst>
              <a:ext uri="{FF2B5EF4-FFF2-40B4-BE49-F238E27FC236}">
                <a16:creationId xmlns:a16="http://schemas.microsoft.com/office/drawing/2014/main" id="{3EDFF9B9-2D1D-D9AE-4A99-CF8D2E4895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8552" y="3555819"/>
            <a:ext cx="7379751" cy="5042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E7C98B62-1581-E7C4-A385-7FB837B9FA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1908" y="-1288376"/>
            <a:ext cx="7472143" cy="98867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0133700-33BF-B4AE-56BB-A6E437251F79}"/>
              </a:ext>
            </a:extLst>
          </p:cNvPr>
          <p:cNvSpPr/>
          <p:nvPr/>
        </p:nvSpPr>
        <p:spPr>
          <a:xfrm>
            <a:off x="-247256" y="2143550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EFB19F5-4BDE-BE08-76AA-9E7066874503}"/>
              </a:ext>
            </a:extLst>
          </p:cNvPr>
          <p:cNvSpPr/>
          <p:nvPr/>
        </p:nvSpPr>
        <p:spPr>
          <a:xfrm>
            <a:off x="-37706" y="2353100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5567BA7-6E8A-93D5-705F-85C89023A136}"/>
              </a:ext>
            </a:extLst>
          </p:cNvPr>
          <p:cNvSpPr/>
          <p:nvPr/>
        </p:nvSpPr>
        <p:spPr>
          <a:xfrm>
            <a:off x="171844" y="2562652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E381ED7-DEB2-63B5-7F48-CE8BB4E2515A}"/>
              </a:ext>
            </a:extLst>
          </p:cNvPr>
          <p:cNvSpPr/>
          <p:nvPr/>
        </p:nvSpPr>
        <p:spPr>
          <a:xfrm>
            <a:off x="381395" y="2772196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5594AA2-1521-46A6-24A8-A945BDDEE727}"/>
              </a:ext>
            </a:extLst>
          </p:cNvPr>
          <p:cNvSpPr/>
          <p:nvPr/>
        </p:nvSpPr>
        <p:spPr>
          <a:xfrm>
            <a:off x="590945" y="2981746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363076B-57C8-8285-8516-6E11FEEF236A}"/>
              </a:ext>
            </a:extLst>
          </p:cNvPr>
          <p:cNvCxnSpPr>
            <a:cxnSpLocks/>
          </p:cNvCxnSpPr>
          <p:nvPr/>
        </p:nvCxnSpPr>
        <p:spPr>
          <a:xfrm>
            <a:off x="2413544" y="3473118"/>
            <a:ext cx="4146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ight Brace 113">
            <a:extLst>
              <a:ext uri="{FF2B5EF4-FFF2-40B4-BE49-F238E27FC236}">
                <a16:creationId xmlns:a16="http://schemas.microsoft.com/office/drawing/2014/main" id="{6D572770-017F-68E9-DBCE-A69B5454E79D}"/>
              </a:ext>
            </a:extLst>
          </p:cNvPr>
          <p:cNvSpPr/>
          <p:nvPr/>
        </p:nvSpPr>
        <p:spPr>
          <a:xfrm>
            <a:off x="2149178" y="2071180"/>
            <a:ext cx="212651" cy="1965620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DEF08156-9BA3-D429-EA63-E63157D989E9}"/>
              </a:ext>
            </a:extLst>
          </p:cNvPr>
          <p:cNvSpPr/>
          <p:nvPr/>
        </p:nvSpPr>
        <p:spPr>
          <a:xfrm>
            <a:off x="5587060" y="1258127"/>
            <a:ext cx="386841" cy="2250493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088FEB1-95D6-79AD-8CC0-7770692EC89B}"/>
              </a:ext>
            </a:extLst>
          </p:cNvPr>
          <p:cNvSpPr/>
          <p:nvPr/>
        </p:nvSpPr>
        <p:spPr>
          <a:xfrm>
            <a:off x="6041695" y="2118326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D6C4E70-57DF-4646-9BBF-B0D78196C9BA}"/>
              </a:ext>
            </a:extLst>
          </p:cNvPr>
          <p:cNvSpPr txBox="1"/>
          <p:nvPr/>
        </p:nvSpPr>
        <p:spPr>
          <a:xfrm>
            <a:off x="6066113" y="2111641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7D0BDCE-F337-85C5-ACB1-F0B8FED4F6DD}"/>
                  </a:ext>
                </a:extLst>
              </p:cNvPr>
              <p:cNvSpPr txBox="1"/>
              <p:nvPr/>
            </p:nvSpPr>
            <p:spPr>
              <a:xfrm>
                <a:off x="593797" y="3087270"/>
                <a:ext cx="129560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Thinning scenario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7D0BDCE-F337-85C5-ACB1-F0B8FED4F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97" y="3087270"/>
                <a:ext cx="1295606" cy="923330"/>
              </a:xfrm>
              <a:prstGeom prst="rect">
                <a:avLst/>
              </a:prstGeom>
              <a:blipFill>
                <a:blip r:embed="rId2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B87ABC29-F6F0-FC88-0269-63EB3AAAFA8F}"/>
              </a:ext>
            </a:extLst>
          </p:cNvPr>
          <p:cNvCxnSpPr>
            <a:cxnSpLocks/>
            <a:stCxn id="217" idx="2"/>
          </p:cNvCxnSpPr>
          <p:nvPr/>
        </p:nvCxnSpPr>
        <p:spPr>
          <a:xfrm>
            <a:off x="522953" y="1161146"/>
            <a:ext cx="0" cy="96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016ACA49-9018-686C-7398-7ECE44846CC8}"/>
              </a:ext>
            </a:extLst>
          </p:cNvPr>
          <p:cNvSpPr txBox="1"/>
          <p:nvPr/>
        </p:nvSpPr>
        <p:spPr>
          <a:xfrm>
            <a:off x="1322160" y="2939393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N=200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2D6597B-21B5-BF20-1ECC-13B79B86E3CB}"/>
              </a:ext>
            </a:extLst>
          </p:cNvPr>
          <p:cNvSpPr txBox="1"/>
          <p:nvPr/>
        </p:nvSpPr>
        <p:spPr>
          <a:xfrm>
            <a:off x="1123885" y="2730512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35</a:t>
            </a:r>
            <a:r>
              <a:rPr lang="en-US" sz="1199" dirty="0"/>
              <a:t>8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2A1ED6-0CD9-5F1B-2EBF-C295786856C9}"/>
              </a:ext>
            </a:extLst>
          </p:cNvPr>
          <p:cNvSpPr txBox="1"/>
          <p:nvPr/>
        </p:nvSpPr>
        <p:spPr>
          <a:xfrm>
            <a:off x="910595" y="2521283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N=600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8D130C2-3930-4F77-9ED4-27F9D8DF2C23}"/>
              </a:ext>
            </a:extLst>
          </p:cNvPr>
          <p:cNvSpPr txBox="1"/>
          <p:nvPr/>
        </p:nvSpPr>
        <p:spPr>
          <a:xfrm>
            <a:off x="602611" y="2312054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100</a:t>
            </a:r>
            <a:r>
              <a:rPr lang="en-US" sz="1199" dirty="0"/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97B3BFA-AED0-D3BE-24AC-B41ADBEBD7EB}"/>
              </a:ext>
            </a:extLst>
          </p:cNvPr>
          <p:cNvSpPr txBox="1"/>
          <p:nvPr/>
        </p:nvSpPr>
        <p:spPr>
          <a:xfrm>
            <a:off x="395708" y="2106818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N=2</a:t>
            </a:r>
            <a:r>
              <a:rPr lang="el-GR" sz="1199" dirty="0"/>
              <a:t>0</a:t>
            </a:r>
            <a:r>
              <a:rPr lang="en-US" sz="1199" dirty="0"/>
              <a:t>00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240FB90-6069-5748-410E-49D2C30F2E9E}"/>
              </a:ext>
            </a:extLst>
          </p:cNvPr>
          <p:cNvCxnSpPr>
            <a:cxnSpLocks/>
          </p:cNvCxnSpPr>
          <p:nvPr/>
        </p:nvCxnSpPr>
        <p:spPr>
          <a:xfrm>
            <a:off x="1090607" y="592401"/>
            <a:ext cx="2958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FF16508-BB65-78DD-44E1-EF2309525260}"/>
              </a:ext>
            </a:extLst>
          </p:cNvPr>
          <p:cNvCxnSpPr>
            <a:cxnSpLocks/>
          </p:cNvCxnSpPr>
          <p:nvPr/>
        </p:nvCxnSpPr>
        <p:spPr>
          <a:xfrm>
            <a:off x="522063" y="3846057"/>
            <a:ext cx="0" cy="23573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ectangle 204">
            <a:extLst>
              <a:ext uri="{FF2B5EF4-FFF2-40B4-BE49-F238E27FC236}">
                <a16:creationId xmlns:a16="http://schemas.microsoft.com/office/drawing/2014/main" id="{14B771C7-3AFB-6E0D-CE32-0FF75E291CAE}"/>
              </a:ext>
            </a:extLst>
          </p:cNvPr>
          <p:cNvSpPr/>
          <p:nvPr/>
        </p:nvSpPr>
        <p:spPr>
          <a:xfrm>
            <a:off x="3219204" y="212723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3AE62430-1723-25F7-6850-FF0A917BA53E}"/>
              </a:ext>
            </a:extLst>
          </p:cNvPr>
          <p:cNvSpPr/>
          <p:nvPr/>
        </p:nvSpPr>
        <p:spPr>
          <a:xfrm>
            <a:off x="3428754" y="233678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7844E2-A3E8-1952-1DB3-B08A4BA97C4C}"/>
              </a:ext>
            </a:extLst>
          </p:cNvPr>
          <p:cNvSpPr/>
          <p:nvPr/>
        </p:nvSpPr>
        <p:spPr>
          <a:xfrm>
            <a:off x="3638303" y="2546332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7336875E-5CB3-FCB6-512E-850B322567F9}"/>
              </a:ext>
            </a:extLst>
          </p:cNvPr>
          <p:cNvSpPr/>
          <p:nvPr/>
        </p:nvSpPr>
        <p:spPr>
          <a:xfrm>
            <a:off x="3847854" y="275588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3F4F7228-A5B4-5885-574A-009DD3719902}"/>
              </a:ext>
            </a:extLst>
          </p:cNvPr>
          <p:cNvSpPr/>
          <p:nvPr/>
        </p:nvSpPr>
        <p:spPr>
          <a:xfrm>
            <a:off x="4057404" y="296543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AD7746BE-A987-4FA2-47A3-FF17EE3BE153}"/>
              </a:ext>
            </a:extLst>
          </p:cNvPr>
          <p:cNvSpPr txBox="1"/>
          <p:nvPr/>
        </p:nvSpPr>
        <p:spPr>
          <a:xfrm>
            <a:off x="4788620" y="2923077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N=200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5982A00C-F93A-112D-6E83-7D8316174F68}"/>
              </a:ext>
            </a:extLst>
          </p:cNvPr>
          <p:cNvSpPr txBox="1"/>
          <p:nvPr/>
        </p:nvSpPr>
        <p:spPr>
          <a:xfrm>
            <a:off x="4590346" y="2714199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35</a:t>
            </a:r>
            <a:r>
              <a:rPr lang="en-US" sz="1199" dirty="0"/>
              <a:t>8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DCEFBE39-BA21-73C0-FEF5-5B3D82918381}"/>
              </a:ext>
            </a:extLst>
          </p:cNvPr>
          <p:cNvSpPr txBox="1"/>
          <p:nvPr/>
        </p:nvSpPr>
        <p:spPr>
          <a:xfrm>
            <a:off x="4377056" y="2504969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N=600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F7B136A-B183-6C3C-2450-52C62559065D}"/>
              </a:ext>
            </a:extLst>
          </p:cNvPr>
          <p:cNvSpPr txBox="1"/>
          <p:nvPr/>
        </p:nvSpPr>
        <p:spPr>
          <a:xfrm>
            <a:off x="4069070" y="2295740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100</a:t>
            </a:r>
            <a:r>
              <a:rPr lang="en-US" sz="1199" dirty="0"/>
              <a:t>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8D9230D-A4E7-7E5C-D8EB-1E35A715B0EE}"/>
              </a:ext>
            </a:extLst>
          </p:cNvPr>
          <p:cNvSpPr txBox="1"/>
          <p:nvPr/>
        </p:nvSpPr>
        <p:spPr>
          <a:xfrm>
            <a:off x="3862167" y="2090505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N=2</a:t>
            </a:r>
            <a:r>
              <a:rPr lang="el-GR" sz="1199" dirty="0"/>
              <a:t>0</a:t>
            </a:r>
            <a:r>
              <a:rPr lang="en-US" sz="1199" dirty="0"/>
              <a:t>00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2335412-3864-3E75-4EEF-872065A0AB85}"/>
              </a:ext>
            </a:extLst>
          </p:cNvPr>
          <p:cNvSpPr/>
          <p:nvPr/>
        </p:nvSpPr>
        <p:spPr>
          <a:xfrm>
            <a:off x="-119942" y="101150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0A4CD49-51AD-011E-D413-308044A38E2F}"/>
                  </a:ext>
                </a:extLst>
              </p:cNvPr>
              <p:cNvSpPr txBox="1"/>
              <p:nvPr/>
            </p:nvSpPr>
            <p:spPr>
              <a:xfrm>
                <a:off x="-17631" y="238568"/>
                <a:ext cx="11292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Discrete sampling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D0A4CD49-51AD-011E-D413-308044A38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631" y="238568"/>
                <a:ext cx="1129211" cy="923330"/>
              </a:xfrm>
              <a:prstGeom prst="rect">
                <a:avLst/>
              </a:prstGeom>
              <a:blipFill>
                <a:blip r:embed="rId3"/>
                <a:stretch>
                  <a:fillRect l="-4444" t="-2703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64EDF48B-EF49-EEEA-C3E6-4B3E906B11EC}"/>
              </a:ext>
            </a:extLst>
          </p:cNvPr>
          <p:cNvSpPr txBox="1"/>
          <p:nvPr/>
        </p:nvSpPr>
        <p:spPr>
          <a:xfrm>
            <a:off x="500418" y="115679"/>
            <a:ext cx="702436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N=4000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0D78FD46-C8E6-20EA-2DD9-731F920AAB5B}"/>
              </a:ext>
            </a:extLst>
          </p:cNvPr>
          <p:cNvSpPr/>
          <p:nvPr/>
        </p:nvSpPr>
        <p:spPr>
          <a:xfrm>
            <a:off x="-116991" y="-1433755"/>
            <a:ext cx="1285790" cy="1059997"/>
          </a:xfrm>
          <a:prstGeom prst="rect">
            <a:avLst/>
          </a:prstGeom>
          <a:solidFill>
            <a:srgbClr val="FF6D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AA10026-BAFB-D6A0-61D3-21B8858760E1}"/>
              </a:ext>
            </a:extLst>
          </p:cNvPr>
          <p:cNvSpPr txBox="1"/>
          <p:nvPr/>
        </p:nvSpPr>
        <p:spPr>
          <a:xfrm>
            <a:off x="-132028" y="-1284141"/>
            <a:ext cx="1341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Generated </a:t>
            </a:r>
          </a:p>
          <a:p>
            <a:pPr algn="ctr"/>
            <a:r>
              <a:rPr lang="en-US" dirty="0"/>
              <a:t>spatial field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7A3E2FE8-8A8E-830C-A425-E64EB73C7572}"/>
              </a:ext>
            </a:extLst>
          </p:cNvPr>
          <p:cNvSpPr/>
          <p:nvPr/>
        </p:nvSpPr>
        <p:spPr>
          <a:xfrm>
            <a:off x="4136745" y="10462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ight Brace 221">
            <a:extLst>
              <a:ext uri="{FF2B5EF4-FFF2-40B4-BE49-F238E27FC236}">
                <a16:creationId xmlns:a16="http://schemas.microsoft.com/office/drawing/2014/main" id="{D79EF55D-3BAC-F2E2-532A-0C3C76FFED90}"/>
              </a:ext>
            </a:extLst>
          </p:cNvPr>
          <p:cNvSpPr/>
          <p:nvPr/>
        </p:nvSpPr>
        <p:spPr>
          <a:xfrm flipH="1">
            <a:off x="2891382" y="2064313"/>
            <a:ext cx="278677" cy="1965620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3234A62E-E417-3B5D-317B-208E100725F4}"/>
                  </a:ext>
                </a:extLst>
              </p:cNvPr>
              <p:cNvSpPr txBox="1"/>
              <p:nvPr/>
            </p:nvSpPr>
            <p:spPr>
              <a:xfrm>
                <a:off x="4057492" y="202520"/>
                <a:ext cx="1462232" cy="930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3234A62E-E417-3B5D-317B-208E10072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492" y="202520"/>
                <a:ext cx="1462232" cy="930896"/>
              </a:xfrm>
              <a:prstGeom prst="rect">
                <a:avLst/>
              </a:prstGeom>
              <a:blipFill>
                <a:blip r:embed="rId4"/>
                <a:stretch>
                  <a:fillRect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TextBox 224">
            <a:extLst>
              <a:ext uri="{FF2B5EF4-FFF2-40B4-BE49-F238E27FC236}">
                <a16:creationId xmlns:a16="http://schemas.microsoft.com/office/drawing/2014/main" id="{B4319809-5237-98A8-8C32-B5EE5286C3FF}"/>
              </a:ext>
            </a:extLst>
          </p:cNvPr>
          <p:cNvSpPr txBox="1"/>
          <p:nvPr/>
        </p:nvSpPr>
        <p:spPr>
          <a:xfrm>
            <a:off x="4732482" y="64600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N=4000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2551B4E-6D35-231C-B3DC-021BDCDF81DC}"/>
              </a:ext>
            </a:extLst>
          </p:cNvPr>
          <p:cNvSpPr/>
          <p:nvPr/>
        </p:nvSpPr>
        <p:spPr>
          <a:xfrm>
            <a:off x="-334957" y="6226247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5805BD0-7D7B-83C3-4593-A910574BAB17}"/>
              </a:ext>
            </a:extLst>
          </p:cNvPr>
          <p:cNvSpPr/>
          <p:nvPr/>
        </p:nvSpPr>
        <p:spPr>
          <a:xfrm>
            <a:off x="-125407" y="6435797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3A0F0CBE-9D4B-3654-AC68-39E400D64913}"/>
              </a:ext>
            </a:extLst>
          </p:cNvPr>
          <p:cNvSpPr/>
          <p:nvPr/>
        </p:nvSpPr>
        <p:spPr>
          <a:xfrm>
            <a:off x="84143" y="6645349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17D24BBC-F5F9-0837-F93C-8286E6ED9DB6}"/>
              </a:ext>
            </a:extLst>
          </p:cNvPr>
          <p:cNvSpPr/>
          <p:nvPr/>
        </p:nvSpPr>
        <p:spPr>
          <a:xfrm>
            <a:off x="293693" y="685489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CA92C583-96A6-2369-91CA-E5A4FCC56939}"/>
              </a:ext>
            </a:extLst>
          </p:cNvPr>
          <p:cNvSpPr/>
          <p:nvPr/>
        </p:nvSpPr>
        <p:spPr>
          <a:xfrm>
            <a:off x="503244" y="727954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156D33A-2D43-DBC9-64BD-E2F85A0CEBD1}"/>
              </a:ext>
            </a:extLst>
          </p:cNvPr>
          <p:cNvSpPr txBox="1"/>
          <p:nvPr/>
        </p:nvSpPr>
        <p:spPr>
          <a:xfrm>
            <a:off x="1234459" y="7022090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N=150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62DA6A8-F2FE-05CB-50D7-A5486869AB42}"/>
              </a:ext>
            </a:extLst>
          </p:cNvPr>
          <p:cNvSpPr txBox="1"/>
          <p:nvPr/>
        </p:nvSpPr>
        <p:spPr>
          <a:xfrm>
            <a:off x="1036184" y="6813208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897D89A-1819-D0A3-A38A-B843E695D752}"/>
              </a:ext>
            </a:extLst>
          </p:cNvPr>
          <p:cNvSpPr txBox="1"/>
          <p:nvPr/>
        </p:nvSpPr>
        <p:spPr>
          <a:xfrm>
            <a:off x="822894" y="6603979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96FAFDBE-F0FD-1397-DB9B-20661BB0221A}"/>
              </a:ext>
            </a:extLst>
          </p:cNvPr>
          <p:cNvSpPr txBox="1"/>
          <p:nvPr/>
        </p:nvSpPr>
        <p:spPr>
          <a:xfrm>
            <a:off x="577496" y="6394751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70CA115-9178-0356-4885-7C66B5374DCB}"/>
              </a:ext>
            </a:extLst>
          </p:cNvPr>
          <p:cNvSpPr txBox="1"/>
          <p:nvPr/>
        </p:nvSpPr>
        <p:spPr>
          <a:xfrm>
            <a:off x="365780" y="6189515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64A7206F-097F-41D3-F8CF-995A1E28051D}"/>
              </a:ext>
            </a:extLst>
          </p:cNvPr>
          <p:cNvSpPr/>
          <p:nvPr/>
        </p:nvSpPr>
        <p:spPr>
          <a:xfrm>
            <a:off x="707303" y="748360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7AAB561-002F-95FD-F9C7-F2AF2D0A8517}"/>
              </a:ext>
            </a:extLst>
          </p:cNvPr>
          <p:cNvSpPr txBox="1"/>
          <p:nvPr/>
        </p:nvSpPr>
        <p:spPr>
          <a:xfrm>
            <a:off x="1410403" y="7451111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N=100</a:t>
            </a:r>
          </a:p>
        </p:txBody>
      </p: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0C0B87A6-5F7B-4100-135B-CC418FCBA35A}"/>
              </a:ext>
            </a:extLst>
          </p:cNvPr>
          <p:cNvCxnSpPr>
            <a:cxnSpLocks/>
          </p:cNvCxnSpPr>
          <p:nvPr/>
        </p:nvCxnSpPr>
        <p:spPr>
          <a:xfrm>
            <a:off x="2437688" y="7920842"/>
            <a:ext cx="4146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Right Brace 248">
            <a:extLst>
              <a:ext uri="{FF2B5EF4-FFF2-40B4-BE49-F238E27FC236}">
                <a16:creationId xmlns:a16="http://schemas.microsoft.com/office/drawing/2014/main" id="{1C84D1E8-73FE-516D-6B29-069CDEA62117}"/>
              </a:ext>
            </a:extLst>
          </p:cNvPr>
          <p:cNvSpPr/>
          <p:nvPr/>
        </p:nvSpPr>
        <p:spPr>
          <a:xfrm>
            <a:off x="2173323" y="6303797"/>
            <a:ext cx="212651" cy="1965620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FCFFF584-D77D-0F89-FE1A-D5642491288D}"/>
              </a:ext>
            </a:extLst>
          </p:cNvPr>
          <p:cNvSpPr/>
          <p:nvPr/>
        </p:nvSpPr>
        <p:spPr>
          <a:xfrm>
            <a:off x="3275015" y="6277434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2728DF4C-C0AA-8199-E548-472ED113A6D7}"/>
              </a:ext>
            </a:extLst>
          </p:cNvPr>
          <p:cNvSpPr/>
          <p:nvPr/>
        </p:nvSpPr>
        <p:spPr>
          <a:xfrm>
            <a:off x="3484565" y="6486984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9C3DE8A-26BE-FBD3-C910-7706750C8D82}"/>
              </a:ext>
            </a:extLst>
          </p:cNvPr>
          <p:cNvSpPr/>
          <p:nvPr/>
        </p:nvSpPr>
        <p:spPr>
          <a:xfrm>
            <a:off x="3694114" y="6696534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CBFBE2F5-8FF2-42F9-6552-A34F44FB8DFD}"/>
              </a:ext>
            </a:extLst>
          </p:cNvPr>
          <p:cNvSpPr/>
          <p:nvPr/>
        </p:nvSpPr>
        <p:spPr>
          <a:xfrm>
            <a:off x="3903665" y="6906084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FAF9FAC5-6E3F-01E9-6FB6-3FC9357FD96C}"/>
              </a:ext>
            </a:extLst>
          </p:cNvPr>
          <p:cNvSpPr/>
          <p:nvPr/>
        </p:nvSpPr>
        <p:spPr>
          <a:xfrm>
            <a:off x="4113215" y="733074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2146930-71CC-B73D-6298-D3BBA855526A}"/>
              </a:ext>
            </a:extLst>
          </p:cNvPr>
          <p:cNvSpPr txBox="1"/>
          <p:nvPr/>
        </p:nvSpPr>
        <p:spPr>
          <a:xfrm>
            <a:off x="4844429" y="7288379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N=200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7AB3B2D1-347B-F74E-1BAC-46999D54214B}"/>
              </a:ext>
            </a:extLst>
          </p:cNvPr>
          <p:cNvSpPr txBox="1"/>
          <p:nvPr/>
        </p:nvSpPr>
        <p:spPr>
          <a:xfrm>
            <a:off x="4646157" y="6864400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CCA1713F-0A90-FFCD-FF63-FF9F74E7F9C4}"/>
              </a:ext>
            </a:extLst>
          </p:cNvPr>
          <p:cNvSpPr txBox="1"/>
          <p:nvPr/>
        </p:nvSpPr>
        <p:spPr>
          <a:xfrm>
            <a:off x="4432866" y="6655171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C34A356D-064F-3079-F64A-7672585334F7}"/>
              </a:ext>
            </a:extLst>
          </p:cNvPr>
          <p:cNvSpPr txBox="1"/>
          <p:nvPr/>
        </p:nvSpPr>
        <p:spPr>
          <a:xfrm>
            <a:off x="4195341" y="6445942"/>
            <a:ext cx="702436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C0170C8F-B512-CD20-FDD7-DC20B04D46E5}"/>
              </a:ext>
            </a:extLst>
          </p:cNvPr>
          <p:cNvSpPr txBox="1"/>
          <p:nvPr/>
        </p:nvSpPr>
        <p:spPr>
          <a:xfrm>
            <a:off x="4003216" y="6245599"/>
            <a:ext cx="702436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p:sp>
        <p:nvSpPr>
          <p:cNvPr id="261" name="Right Brace 260">
            <a:extLst>
              <a:ext uri="{FF2B5EF4-FFF2-40B4-BE49-F238E27FC236}">
                <a16:creationId xmlns:a16="http://schemas.microsoft.com/office/drawing/2014/main" id="{E1FD72C3-1E4C-E83F-D442-008B26B3E89F}"/>
              </a:ext>
            </a:extLst>
          </p:cNvPr>
          <p:cNvSpPr/>
          <p:nvPr/>
        </p:nvSpPr>
        <p:spPr>
          <a:xfrm flipH="1">
            <a:off x="2915527" y="6296931"/>
            <a:ext cx="278677" cy="1965620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Freeform 304">
            <a:extLst>
              <a:ext uri="{FF2B5EF4-FFF2-40B4-BE49-F238E27FC236}">
                <a16:creationId xmlns:a16="http://schemas.microsoft.com/office/drawing/2014/main" id="{B5BA3812-3944-A601-F3C6-6B5831B8BC91}"/>
              </a:ext>
            </a:extLst>
          </p:cNvPr>
          <p:cNvSpPr/>
          <p:nvPr/>
        </p:nvSpPr>
        <p:spPr>
          <a:xfrm>
            <a:off x="-373100" y="2398622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Freeform 305">
            <a:extLst>
              <a:ext uri="{FF2B5EF4-FFF2-40B4-BE49-F238E27FC236}">
                <a16:creationId xmlns:a16="http://schemas.microsoft.com/office/drawing/2014/main" id="{B737C9EC-37A2-CB0B-BE75-46BE258D0D40}"/>
              </a:ext>
            </a:extLst>
          </p:cNvPr>
          <p:cNvSpPr/>
          <p:nvPr/>
        </p:nvSpPr>
        <p:spPr>
          <a:xfrm>
            <a:off x="-168933" y="2750829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Freeform 306">
            <a:extLst>
              <a:ext uri="{FF2B5EF4-FFF2-40B4-BE49-F238E27FC236}">
                <a16:creationId xmlns:a16="http://schemas.microsoft.com/office/drawing/2014/main" id="{584DA9F6-2FB0-2587-F6F3-47D9F97A8745}"/>
              </a:ext>
            </a:extLst>
          </p:cNvPr>
          <p:cNvSpPr/>
          <p:nvPr/>
        </p:nvSpPr>
        <p:spPr>
          <a:xfrm>
            <a:off x="48628" y="3070904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Freeform 307">
            <a:extLst>
              <a:ext uri="{FF2B5EF4-FFF2-40B4-BE49-F238E27FC236}">
                <a16:creationId xmlns:a16="http://schemas.microsoft.com/office/drawing/2014/main" id="{172D3E90-639F-58CF-1845-9576BE69E459}"/>
              </a:ext>
            </a:extLst>
          </p:cNvPr>
          <p:cNvSpPr/>
          <p:nvPr/>
        </p:nvSpPr>
        <p:spPr>
          <a:xfrm>
            <a:off x="252979" y="3347986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Freeform 308">
            <a:extLst>
              <a:ext uri="{FF2B5EF4-FFF2-40B4-BE49-F238E27FC236}">
                <a16:creationId xmlns:a16="http://schemas.microsoft.com/office/drawing/2014/main" id="{78A4E74C-F7D8-8F41-ECE6-EA86E548882B}"/>
              </a:ext>
            </a:extLst>
          </p:cNvPr>
          <p:cNvSpPr/>
          <p:nvPr/>
        </p:nvSpPr>
        <p:spPr>
          <a:xfrm>
            <a:off x="-359822" y="6578436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Freeform 309">
            <a:extLst>
              <a:ext uri="{FF2B5EF4-FFF2-40B4-BE49-F238E27FC236}">
                <a16:creationId xmlns:a16="http://schemas.microsoft.com/office/drawing/2014/main" id="{28D5C4C5-C7D1-1174-107D-231229315253}"/>
              </a:ext>
            </a:extLst>
          </p:cNvPr>
          <p:cNvSpPr/>
          <p:nvPr/>
        </p:nvSpPr>
        <p:spPr>
          <a:xfrm>
            <a:off x="-245349" y="6866479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Freeform 310">
            <a:extLst>
              <a:ext uri="{FF2B5EF4-FFF2-40B4-BE49-F238E27FC236}">
                <a16:creationId xmlns:a16="http://schemas.microsoft.com/office/drawing/2014/main" id="{102351B4-C326-70B0-0649-96FF11C29B6F}"/>
              </a:ext>
            </a:extLst>
          </p:cNvPr>
          <p:cNvSpPr/>
          <p:nvPr/>
        </p:nvSpPr>
        <p:spPr>
          <a:xfrm>
            <a:off x="-27792" y="7348189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Freeform 311">
            <a:extLst>
              <a:ext uri="{FF2B5EF4-FFF2-40B4-BE49-F238E27FC236}">
                <a16:creationId xmlns:a16="http://schemas.microsoft.com/office/drawing/2014/main" id="{B2B23362-3BB5-C0D0-665A-F369E28E2A6C}"/>
              </a:ext>
            </a:extLst>
          </p:cNvPr>
          <p:cNvSpPr/>
          <p:nvPr/>
        </p:nvSpPr>
        <p:spPr>
          <a:xfrm>
            <a:off x="176561" y="7625271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Freeform 312">
            <a:extLst>
              <a:ext uri="{FF2B5EF4-FFF2-40B4-BE49-F238E27FC236}">
                <a16:creationId xmlns:a16="http://schemas.microsoft.com/office/drawing/2014/main" id="{42794B88-36A9-562B-969C-05757D0316D2}"/>
              </a:ext>
            </a:extLst>
          </p:cNvPr>
          <p:cNvSpPr/>
          <p:nvPr/>
        </p:nvSpPr>
        <p:spPr>
          <a:xfrm>
            <a:off x="387078" y="7902954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39C4BD8B-19AC-DFC8-75F6-AFDC37ABFD73}"/>
              </a:ext>
            </a:extLst>
          </p:cNvPr>
          <p:cNvSpPr/>
          <p:nvPr/>
        </p:nvSpPr>
        <p:spPr>
          <a:xfrm>
            <a:off x="4493322" y="491826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0C37784-C9C4-3E40-3CFB-D1A35B74D547}"/>
              </a:ext>
            </a:extLst>
          </p:cNvPr>
          <p:cNvSpPr txBox="1"/>
          <p:nvPr/>
        </p:nvSpPr>
        <p:spPr>
          <a:xfrm>
            <a:off x="5175397" y="4878238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N=358</a:t>
            </a:r>
          </a:p>
        </p:txBody>
      </p: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4DC3D8F7-3DB5-90BA-56A4-50F08DB60109}"/>
              </a:ext>
            </a:extLst>
          </p:cNvPr>
          <p:cNvCxnSpPr>
            <a:cxnSpLocks/>
          </p:cNvCxnSpPr>
          <p:nvPr/>
        </p:nvCxnSpPr>
        <p:spPr>
          <a:xfrm>
            <a:off x="522062" y="5458158"/>
            <a:ext cx="39197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ectangle 400">
            <a:extLst>
              <a:ext uri="{FF2B5EF4-FFF2-40B4-BE49-F238E27FC236}">
                <a16:creationId xmlns:a16="http://schemas.microsoft.com/office/drawing/2014/main" id="{3F978DD1-361D-3BDF-4EB6-26DEDE339ED0}"/>
              </a:ext>
            </a:extLst>
          </p:cNvPr>
          <p:cNvSpPr/>
          <p:nvPr/>
        </p:nvSpPr>
        <p:spPr>
          <a:xfrm>
            <a:off x="4330924" y="7548451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AC77A1C4-330E-C202-9F4B-F08037604292}"/>
              </a:ext>
            </a:extLst>
          </p:cNvPr>
          <p:cNvSpPr txBox="1"/>
          <p:nvPr/>
        </p:nvSpPr>
        <p:spPr>
          <a:xfrm>
            <a:off x="5055208" y="7504929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N=100</a:t>
            </a:r>
          </a:p>
        </p:txBody>
      </p:sp>
      <p:sp>
        <p:nvSpPr>
          <p:cNvPr id="419" name="Right Brace 418">
            <a:extLst>
              <a:ext uri="{FF2B5EF4-FFF2-40B4-BE49-F238E27FC236}">
                <a16:creationId xmlns:a16="http://schemas.microsoft.com/office/drawing/2014/main" id="{C7072ECB-2598-119E-7AF1-1D3EB4AF8BBA}"/>
              </a:ext>
            </a:extLst>
          </p:cNvPr>
          <p:cNvSpPr/>
          <p:nvPr/>
        </p:nvSpPr>
        <p:spPr>
          <a:xfrm>
            <a:off x="5685958" y="6296941"/>
            <a:ext cx="212651" cy="2044862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ight Brace 420">
            <a:extLst>
              <a:ext uri="{FF2B5EF4-FFF2-40B4-BE49-F238E27FC236}">
                <a16:creationId xmlns:a16="http://schemas.microsoft.com/office/drawing/2014/main" id="{24B2EA8A-2497-C513-95C4-107D5396B9CC}"/>
              </a:ext>
            </a:extLst>
          </p:cNvPr>
          <p:cNvSpPr/>
          <p:nvPr/>
        </p:nvSpPr>
        <p:spPr>
          <a:xfrm>
            <a:off x="5385580" y="2048534"/>
            <a:ext cx="212651" cy="2044862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Freeform 422">
            <a:extLst>
              <a:ext uri="{FF2B5EF4-FFF2-40B4-BE49-F238E27FC236}">
                <a16:creationId xmlns:a16="http://schemas.microsoft.com/office/drawing/2014/main" id="{26B0FF3E-D15E-40BA-D8F7-C2C6D9481CA1}"/>
              </a:ext>
            </a:extLst>
          </p:cNvPr>
          <p:cNvSpPr/>
          <p:nvPr/>
        </p:nvSpPr>
        <p:spPr>
          <a:xfrm>
            <a:off x="5934504" y="5478735"/>
            <a:ext cx="328448" cy="2250493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4A3B0828-9E09-2552-264E-CFF5FC7F0435}"/>
              </a:ext>
            </a:extLst>
          </p:cNvPr>
          <p:cNvSpPr/>
          <p:nvPr/>
        </p:nvSpPr>
        <p:spPr>
          <a:xfrm>
            <a:off x="6323842" y="6338934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A226D54F-AF33-2321-5FD9-536C2378D8F3}"/>
              </a:ext>
            </a:extLst>
          </p:cNvPr>
          <p:cNvSpPr txBox="1"/>
          <p:nvPr/>
        </p:nvSpPr>
        <p:spPr>
          <a:xfrm>
            <a:off x="6342321" y="6334400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sp>
        <p:nvSpPr>
          <p:cNvPr id="429" name="Freeform 428">
            <a:extLst>
              <a:ext uri="{FF2B5EF4-FFF2-40B4-BE49-F238E27FC236}">
                <a16:creationId xmlns:a16="http://schemas.microsoft.com/office/drawing/2014/main" id="{61C12384-709B-4EC8-AD47-833D83393420}"/>
              </a:ext>
            </a:extLst>
          </p:cNvPr>
          <p:cNvSpPr/>
          <p:nvPr/>
        </p:nvSpPr>
        <p:spPr>
          <a:xfrm flipH="1">
            <a:off x="7704150" y="5426116"/>
            <a:ext cx="324675" cy="2343657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9F17354A-3050-197F-BBED-44B8952F78DF}"/>
              </a:ext>
            </a:extLst>
          </p:cNvPr>
          <p:cNvSpPr/>
          <p:nvPr/>
        </p:nvSpPr>
        <p:spPr>
          <a:xfrm>
            <a:off x="7204005" y="6322815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E49F3386-16F0-C195-49C1-353A8E5769E1}"/>
              </a:ext>
            </a:extLst>
          </p:cNvPr>
          <p:cNvSpPr txBox="1"/>
          <p:nvPr/>
        </p:nvSpPr>
        <p:spPr>
          <a:xfrm>
            <a:off x="7221623" y="6322815"/>
            <a:ext cx="402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ε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6CA429F4-D95B-43A5-160B-F187A5252461}"/>
              </a:ext>
            </a:extLst>
          </p:cNvPr>
          <p:cNvCxnSpPr>
            <a:cxnSpLocks/>
          </p:cNvCxnSpPr>
          <p:nvPr/>
        </p:nvCxnSpPr>
        <p:spPr>
          <a:xfrm flipH="1">
            <a:off x="9395565" y="5415492"/>
            <a:ext cx="27338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14B432F8-71F7-C5C0-0662-85EB2E33C94E}"/>
              </a:ext>
            </a:extLst>
          </p:cNvPr>
          <p:cNvSpPr/>
          <p:nvPr/>
        </p:nvSpPr>
        <p:spPr>
          <a:xfrm>
            <a:off x="12139343" y="492423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47892FAF-CC11-DB1C-921A-4B4E26C920BB}"/>
              </a:ext>
            </a:extLst>
          </p:cNvPr>
          <p:cNvSpPr txBox="1"/>
          <p:nvPr/>
        </p:nvSpPr>
        <p:spPr>
          <a:xfrm>
            <a:off x="12272088" y="5128362"/>
            <a:ext cx="112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Discrete sampling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EC1FFE7E-669E-AD1C-0133-499B14E87998}"/>
              </a:ext>
            </a:extLst>
          </p:cNvPr>
          <p:cNvSpPr txBox="1"/>
          <p:nvPr/>
        </p:nvSpPr>
        <p:spPr>
          <a:xfrm>
            <a:off x="12844780" y="4938771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N=358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3C28F6F3-8FDD-14BD-8647-C45DBEE1B762}"/>
              </a:ext>
            </a:extLst>
          </p:cNvPr>
          <p:cNvSpPr/>
          <p:nvPr/>
        </p:nvSpPr>
        <p:spPr>
          <a:xfrm>
            <a:off x="12142294" y="3604444"/>
            <a:ext cx="1285790" cy="1059998"/>
          </a:xfrm>
          <a:prstGeom prst="rect">
            <a:avLst/>
          </a:prstGeom>
          <a:solidFill>
            <a:srgbClr val="FF6D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84B10BA9-73AF-4D98-68FA-6439CE68390A}"/>
              </a:ext>
            </a:extLst>
          </p:cNvPr>
          <p:cNvSpPr txBox="1"/>
          <p:nvPr/>
        </p:nvSpPr>
        <p:spPr>
          <a:xfrm>
            <a:off x="12151832" y="3703761"/>
            <a:ext cx="1285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Unknown </a:t>
            </a:r>
          </a:p>
          <a:p>
            <a:pPr algn="ctr"/>
            <a:r>
              <a:rPr lang="en-US" dirty="0"/>
              <a:t>spatial field</a:t>
            </a:r>
          </a:p>
          <a:p>
            <a:pPr algn="ctr"/>
            <a:endParaRPr lang="en-US" dirty="0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BA0187D1-2A45-2CC8-26D9-E88088DE6CC7}"/>
              </a:ext>
            </a:extLst>
          </p:cNvPr>
          <p:cNvSpPr/>
          <p:nvPr/>
        </p:nvSpPr>
        <p:spPr>
          <a:xfrm>
            <a:off x="8398982" y="492771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BBC7577D-C55D-3120-71AA-EE37E054B91F}"/>
              </a:ext>
            </a:extLst>
          </p:cNvPr>
          <p:cNvSpPr txBox="1"/>
          <p:nvPr/>
        </p:nvSpPr>
        <p:spPr>
          <a:xfrm>
            <a:off x="8387054" y="5024900"/>
            <a:ext cx="1295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Predicted spatial field (GP)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32623116-925B-A2EA-BE63-F1FAFAF0E2A7}"/>
              </a:ext>
            </a:extLst>
          </p:cNvPr>
          <p:cNvSpPr txBox="1"/>
          <p:nvPr/>
        </p:nvSpPr>
        <p:spPr>
          <a:xfrm>
            <a:off x="9081055" y="4887692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N=358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36AAF044-14CF-2599-FB2B-C42B2CCFE2E8}"/>
              </a:ext>
            </a:extLst>
          </p:cNvPr>
          <p:cNvSpPr/>
          <p:nvPr/>
        </p:nvSpPr>
        <p:spPr>
          <a:xfrm>
            <a:off x="11989617" y="6348267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0100050-E718-00FC-32DC-9E6875B39389}"/>
              </a:ext>
            </a:extLst>
          </p:cNvPr>
          <p:cNvSpPr/>
          <p:nvPr/>
        </p:nvSpPr>
        <p:spPr>
          <a:xfrm>
            <a:off x="12199168" y="6557817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79151B12-CEC0-6067-5C06-C0F1D89038C2}"/>
              </a:ext>
            </a:extLst>
          </p:cNvPr>
          <p:cNvSpPr/>
          <p:nvPr/>
        </p:nvSpPr>
        <p:spPr>
          <a:xfrm>
            <a:off x="12408717" y="6767367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A55B5891-55CC-4978-5A88-DC5C23736AA0}"/>
              </a:ext>
            </a:extLst>
          </p:cNvPr>
          <p:cNvSpPr/>
          <p:nvPr/>
        </p:nvSpPr>
        <p:spPr>
          <a:xfrm>
            <a:off x="12618267" y="6976918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2B787978-6EAC-FE2F-2E48-570845CFC5F4}"/>
              </a:ext>
            </a:extLst>
          </p:cNvPr>
          <p:cNvSpPr/>
          <p:nvPr/>
        </p:nvSpPr>
        <p:spPr>
          <a:xfrm>
            <a:off x="12827818" y="7401571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0792F157-15A4-E4ED-E24F-9C488BA46D83}"/>
              </a:ext>
            </a:extLst>
          </p:cNvPr>
          <p:cNvSpPr txBox="1"/>
          <p:nvPr/>
        </p:nvSpPr>
        <p:spPr>
          <a:xfrm>
            <a:off x="13559026" y="7359209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N=150</a:t>
            </a: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FEE2ED4-446D-CE21-56AD-4FB6373AE8FD}"/>
              </a:ext>
            </a:extLst>
          </p:cNvPr>
          <p:cNvSpPr txBox="1"/>
          <p:nvPr/>
        </p:nvSpPr>
        <p:spPr>
          <a:xfrm>
            <a:off x="13360755" y="6935231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8F0AD5F-0605-1CD7-F49A-38114727A012}"/>
              </a:ext>
            </a:extLst>
          </p:cNvPr>
          <p:cNvSpPr txBox="1"/>
          <p:nvPr/>
        </p:nvSpPr>
        <p:spPr>
          <a:xfrm>
            <a:off x="13147465" y="6726001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7FEF8359-6F9A-60D8-0658-64F8919771B8}"/>
              </a:ext>
            </a:extLst>
          </p:cNvPr>
          <p:cNvSpPr txBox="1"/>
          <p:nvPr/>
        </p:nvSpPr>
        <p:spPr>
          <a:xfrm>
            <a:off x="12839498" y="6516772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2407944-09E4-739F-8B7C-93BA0324162F}"/>
              </a:ext>
            </a:extLst>
          </p:cNvPr>
          <p:cNvSpPr txBox="1"/>
          <p:nvPr/>
        </p:nvSpPr>
        <p:spPr>
          <a:xfrm>
            <a:off x="12632598" y="6311539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E96EB549-49EE-8F67-A5AC-CB48B1364889}"/>
              </a:ext>
            </a:extLst>
          </p:cNvPr>
          <p:cNvSpPr/>
          <p:nvPr/>
        </p:nvSpPr>
        <p:spPr>
          <a:xfrm>
            <a:off x="13031878" y="7605631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B6D23EC6-23DF-466E-789F-BFD0F35412CE}"/>
              </a:ext>
            </a:extLst>
          </p:cNvPr>
          <p:cNvSpPr txBox="1"/>
          <p:nvPr/>
        </p:nvSpPr>
        <p:spPr>
          <a:xfrm>
            <a:off x="13734971" y="7573131"/>
            <a:ext cx="620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N=100</a:t>
            </a:r>
          </a:p>
        </p:txBody>
      </p: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6D8431CB-1AAC-3E1B-262D-83859974175D}"/>
              </a:ext>
            </a:extLst>
          </p:cNvPr>
          <p:cNvCxnSpPr>
            <a:cxnSpLocks/>
          </p:cNvCxnSpPr>
          <p:nvPr/>
        </p:nvCxnSpPr>
        <p:spPr>
          <a:xfrm>
            <a:off x="11076910" y="8070270"/>
            <a:ext cx="41461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Freeform 455">
            <a:extLst>
              <a:ext uri="{FF2B5EF4-FFF2-40B4-BE49-F238E27FC236}">
                <a16:creationId xmlns:a16="http://schemas.microsoft.com/office/drawing/2014/main" id="{4533F181-CBAF-C056-36AD-65EE1717A4B5}"/>
              </a:ext>
            </a:extLst>
          </p:cNvPr>
          <p:cNvSpPr/>
          <p:nvPr/>
        </p:nvSpPr>
        <p:spPr>
          <a:xfrm>
            <a:off x="11875059" y="6700469"/>
            <a:ext cx="319798" cy="207817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Freeform 456">
            <a:extLst>
              <a:ext uri="{FF2B5EF4-FFF2-40B4-BE49-F238E27FC236}">
                <a16:creationId xmlns:a16="http://schemas.microsoft.com/office/drawing/2014/main" id="{38C750E0-85B0-B076-92BE-8221C1DC77D2}"/>
              </a:ext>
            </a:extLst>
          </p:cNvPr>
          <p:cNvSpPr/>
          <p:nvPr/>
        </p:nvSpPr>
        <p:spPr>
          <a:xfrm>
            <a:off x="12079225" y="6988512"/>
            <a:ext cx="319798" cy="207817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Freeform 457">
            <a:extLst>
              <a:ext uri="{FF2B5EF4-FFF2-40B4-BE49-F238E27FC236}">
                <a16:creationId xmlns:a16="http://schemas.microsoft.com/office/drawing/2014/main" id="{4FC31B25-EE76-300B-A875-DB9BDCC3463E}"/>
              </a:ext>
            </a:extLst>
          </p:cNvPr>
          <p:cNvSpPr/>
          <p:nvPr/>
        </p:nvSpPr>
        <p:spPr>
          <a:xfrm>
            <a:off x="12296780" y="7470216"/>
            <a:ext cx="319798" cy="207817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Freeform 458">
            <a:extLst>
              <a:ext uri="{FF2B5EF4-FFF2-40B4-BE49-F238E27FC236}">
                <a16:creationId xmlns:a16="http://schemas.microsoft.com/office/drawing/2014/main" id="{3D1C8A79-D03C-2A7F-BD91-95C525AF9EFE}"/>
              </a:ext>
            </a:extLst>
          </p:cNvPr>
          <p:cNvSpPr/>
          <p:nvPr/>
        </p:nvSpPr>
        <p:spPr>
          <a:xfrm>
            <a:off x="12501131" y="7747299"/>
            <a:ext cx="319798" cy="207817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Freeform 459">
            <a:extLst>
              <a:ext uri="{FF2B5EF4-FFF2-40B4-BE49-F238E27FC236}">
                <a16:creationId xmlns:a16="http://schemas.microsoft.com/office/drawing/2014/main" id="{7190C73F-64A2-8116-578A-042C41D5F441}"/>
              </a:ext>
            </a:extLst>
          </p:cNvPr>
          <p:cNvSpPr/>
          <p:nvPr/>
        </p:nvSpPr>
        <p:spPr>
          <a:xfrm>
            <a:off x="12711649" y="8024979"/>
            <a:ext cx="319799" cy="207818"/>
          </a:xfrm>
          <a:custGeom>
            <a:avLst/>
            <a:gdLst>
              <a:gd name="connsiteX0" fmla="*/ 122371 w 319799"/>
              <a:gd name="connsiteY0" fmla="*/ 0 h 207818"/>
              <a:gd name="connsiteX1" fmla="*/ 8071 w 319799"/>
              <a:gd name="connsiteY1" fmla="*/ 114300 h 207818"/>
              <a:gd name="connsiteX2" fmla="*/ 319799 w 319799"/>
              <a:gd name="connsiteY2" fmla="*/ 207818 h 20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799" h="207818">
                <a:moveTo>
                  <a:pt x="122371" y="0"/>
                </a:moveTo>
                <a:cubicBezTo>
                  <a:pt x="48768" y="39832"/>
                  <a:pt x="-24834" y="79664"/>
                  <a:pt x="8071" y="114300"/>
                </a:cubicBezTo>
                <a:cubicBezTo>
                  <a:pt x="40976" y="148936"/>
                  <a:pt x="180387" y="178377"/>
                  <a:pt x="319799" y="2078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F51984CF-61A1-7AC3-5C51-F9680B25F40F}"/>
              </a:ext>
            </a:extLst>
          </p:cNvPr>
          <p:cNvCxnSpPr>
            <a:cxnSpLocks/>
            <a:stCxn id="433" idx="2"/>
          </p:cNvCxnSpPr>
          <p:nvPr/>
        </p:nvCxnSpPr>
        <p:spPr>
          <a:xfrm>
            <a:off x="12782237" y="5984229"/>
            <a:ext cx="0" cy="306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79135E2E-5465-FE89-E627-F4C3423547F6}"/>
              </a:ext>
            </a:extLst>
          </p:cNvPr>
          <p:cNvCxnSpPr>
            <a:cxnSpLocks/>
          </p:cNvCxnSpPr>
          <p:nvPr/>
        </p:nvCxnSpPr>
        <p:spPr>
          <a:xfrm>
            <a:off x="12785188" y="4684506"/>
            <a:ext cx="0" cy="208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Rectangle 462">
            <a:extLst>
              <a:ext uri="{FF2B5EF4-FFF2-40B4-BE49-F238E27FC236}">
                <a16:creationId xmlns:a16="http://schemas.microsoft.com/office/drawing/2014/main" id="{131C7BE0-7610-EE01-ECC0-C274CB3408CA}"/>
              </a:ext>
            </a:extLst>
          </p:cNvPr>
          <p:cNvSpPr/>
          <p:nvPr/>
        </p:nvSpPr>
        <p:spPr>
          <a:xfrm>
            <a:off x="8442150" y="633171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5C4584DD-8B32-C22B-D367-D5D136DAA130}"/>
              </a:ext>
            </a:extLst>
          </p:cNvPr>
          <p:cNvSpPr/>
          <p:nvPr/>
        </p:nvSpPr>
        <p:spPr>
          <a:xfrm>
            <a:off x="8651699" y="654125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A634183C-6B34-816E-7581-60945C3E85F6}"/>
              </a:ext>
            </a:extLst>
          </p:cNvPr>
          <p:cNvSpPr/>
          <p:nvPr/>
        </p:nvSpPr>
        <p:spPr>
          <a:xfrm>
            <a:off x="8861250" y="675081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B92A4749-B7C3-63B7-A27D-84085B8A95A5}"/>
              </a:ext>
            </a:extLst>
          </p:cNvPr>
          <p:cNvSpPr/>
          <p:nvPr/>
        </p:nvSpPr>
        <p:spPr>
          <a:xfrm>
            <a:off x="9070800" y="696036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AC488317-38D2-971D-5881-8DFE17CADADA}"/>
              </a:ext>
            </a:extLst>
          </p:cNvPr>
          <p:cNvSpPr/>
          <p:nvPr/>
        </p:nvSpPr>
        <p:spPr>
          <a:xfrm>
            <a:off x="9280349" y="7385016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37820B24-370B-DB93-D431-ED0FD4523D47}"/>
              </a:ext>
            </a:extLst>
          </p:cNvPr>
          <p:cNvSpPr txBox="1"/>
          <p:nvPr/>
        </p:nvSpPr>
        <p:spPr>
          <a:xfrm>
            <a:off x="10011562" y="7342655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N=200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A5AFA170-BF16-6956-D033-D4E98E7B10B6}"/>
              </a:ext>
            </a:extLst>
          </p:cNvPr>
          <p:cNvSpPr txBox="1"/>
          <p:nvPr/>
        </p:nvSpPr>
        <p:spPr>
          <a:xfrm>
            <a:off x="9813292" y="6918675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02C3EBFB-9911-E477-75FE-6D858E870E3B}"/>
              </a:ext>
            </a:extLst>
          </p:cNvPr>
          <p:cNvSpPr txBox="1"/>
          <p:nvPr/>
        </p:nvSpPr>
        <p:spPr>
          <a:xfrm>
            <a:off x="9600000" y="6709447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E47F5D6B-2061-B63B-EBDE-C08E0080970C}"/>
              </a:ext>
            </a:extLst>
          </p:cNvPr>
          <p:cNvSpPr txBox="1"/>
          <p:nvPr/>
        </p:nvSpPr>
        <p:spPr>
          <a:xfrm>
            <a:off x="9362476" y="6500218"/>
            <a:ext cx="702436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5D7A9167-2D64-2005-D10D-8BDB2AD1FC52}"/>
              </a:ext>
            </a:extLst>
          </p:cNvPr>
          <p:cNvSpPr txBox="1"/>
          <p:nvPr/>
        </p:nvSpPr>
        <p:spPr>
          <a:xfrm>
            <a:off x="9170351" y="6299875"/>
            <a:ext cx="702436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p:sp>
        <p:nvSpPr>
          <p:cNvPr id="473" name="Right Brace 472">
            <a:extLst>
              <a:ext uri="{FF2B5EF4-FFF2-40B4-BE49-F238E27FC236}">
                <a16:creationId xmlns:a16="http://schemas.microsoft.com/office/drawing/2014/main" id="{0AA8E7A7-D744-66EF-F6FB-64BC0D7D7F63}"/>
              </a:ext>
            </a:extLst>
          </p:cNvPr>
          <p:cNvSpPr/>
          <p:nvPr/>
        </p:nvSpPr>
        <p:spPr>
          <a:xfrm flipH="1">
            <a:off x="8082661" y="6351207"/>
            <a:ext cx="278677" cy="1965620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164B80B5-8D64-C93B-38E5-FB85F251B1CF}"/>
              </a:ext>
            </a:extLst>
          </p:cNvPr>
          <p:cNvSpPr/>
          <p:nvPr/>
        </p:nvSpPr>
        <p:spPr>
          <a:xfrm>
            <a:off x="9498059" y="7602726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CDB69883-D5E0-A0E8-45D5-AAA3680296E7}"/>
              </a:ext>
            </a:extLst>
          </p:cNvPr>
          <p:cNvSpPr txBox="1"/>
          <p:nvPr/>
        </p:nvSpPr>
        <p:spPr>
          <a:xfrm>
            <a:off x="10222341" y="7559204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N=100</a:t>
            </a:r>
          </a:p>
        </p:txBody>
      </p:sp>
      <p:sp>
        <p:nvSpPr>
          <p:cNvPr id="477" name="Right Brace 476">
            <a:extLst>
              <a:ext uri="{FF2B5EF4-FFF2-40B4-BE49-F238E27FC236}">
                <a16:creationId xmlns:a16="http://schemas.microsoft.com/office/drawing/2014/main" id="{759DF2D2-0C96-D9E4-59D4-C416CCC94811}"/>
              </a:ext>
            </a:extLst>
          </p:cNvPr>
          <p:cNvSpPr/>
          <p:nvPr/>
        </p:nvSpPr>
        <p:spPr>
          <a:xfrm>
            <a:off x="10797570" y="6353290"/>
            <a:ext cx="212651" cy="2114271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3CB8D5B0-120E-0559-ACEA-5D654CD3E1D0}"/>
              </a:ext>
            </a:extLst>
          </p:cNvPr>
          <p:cNvSpPr txBox="1"/>
          <p:nvPr/>
        </p:nvSpPr>
        <p:spPr>
          <a:xfrm>
            <a:off x="1549231" y="-612288"/>
            <a:ext cx="2312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First thinning process</a:t>
            </a:r>
          </a:p>
        </p:txBody>
      </p:sp>
      <p:sp>
        <p:nvSpPr>
          <p:cNvPr id="498" name="Right Brace 497">
            <a:extLst>
              <a:ext uri="{FF2B5EF4-FFF2-40B4-BE49-F238E27FC236}">
                <a16:creationId xmlns:a16="http://schemas.microsoft.com/office/drawing/2014/main" id="{AA65903E-5854-2A96-6392-A26A59CA894C}"/>
              </a:ext>
            </a:extLst>
          </p:cNvPr>
          <p:cNvSpPr/>
          <p:nvPr/>
        </p:nvSpPr>
        <p:spPr>
          <a:xfrm flipH="1">
            <a:off x="11566717" y="6364791"/>
            <a:ext cx="278677" cy="2102257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Freeform 501">
            <a:extLst>
              <a:ext uri="{FF2B5EF4-FFF2-40B4-BE49-F238E27FC236}">
                <a16:creationId xmlns:a16="http://schemas.microsoft.com/office/drawing/2014/main" id="{0A65EBE1-8801-67AF-8D4F-524823FA619A}"/>
              </a:ext>
            </a:extLst>
          </p:cNvPr>
          <p:cNvSpPr/>
          <p:nvPr/>
        </p:nvSpPr>
        <p:spPr>
          <a:xfrm rot="5400000">
            <a:off x="6789141" y="6435899"/>
            <a:ext cx="328448" cy="969155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230DEFD7-B24A-CD01-A326-764E4CEFD86C}"/>
              </a:ext>
            </a:extLst>
          </p:cNvPr>
          <p:cNvSpPr txBox="1"/>
          <p:nvPr/>
        </p:nvSpPr>
        <p:spPr>
          <a:xfrm>
            <a:off x="5233686" y="-1505123"/>
            <a:ext cx="177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Simulated data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742E9A7A-252B-B33E-F1E5-0B1311013317}"/>
              </a:ext>
            </a:extLst>
          </p:cNvPr>
          <p:cNvSpPr txBox="1"/>
          <p:nvPr/>
        </p:nvSpPr>
        <p:spPr>
          <a:xfrm>
            <a:off x="6993446" y="3568491"/>
            <a:ext cx="181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Real world data</a:t>
            </a:r>
          </a:p>
        </p:txBody>
      </p: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C8929735-51FD-FC6F-403A-EF32804BF09B}"/>
              </a:ext>
            </a:extLst>
          </p:cNvPr>
          <p:cNvCxnSpPr/>
          <p:nvPr/>
        </p:nvCxnSpPr>
        <p:spPr>
          <a:xfrm>
            <a:off x="-541908" y="-241448"/>
            <a:ext cx="7472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74FC532B-850F-C092-AE2E-5036A9663604}"/>
              </a:ext>
            </a:extLst>
          </p:cNvPr>
          <p:cNvSpPr txBox="1"/>
          <p:nvPr/>
        </p:nvSpPr>
        <p:spPr>
          <a:xfrm>
            <a:off x="1568458" y="4262273"/>
            <a:ext cx="2635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Second thinning process</a:t>
            </a:r>
          </a:p>
        </p:txBody>
      </p: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36714469-23F7-F0E7-8296-08061B0AF320}"/>
              </a:ext>
            </a:extLst>
          </p:cNvPr>
          <p:cNvCxnSpPr/>
          <p:nvPr/>
        </p:nvCxnSpPr>
        <p:spPr>
          <a:xfrm>
            <a:off x="-522672" y="4633110"/>
            <a:ext cx="7472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16E997AE-DD3E-0EBB-2ADF-5DD53B98FC54}"/>
              </a:ext>
            </a:extLst>
          </p:cNvPr>
          <p:cNvCxnSpPr>
            <a:cxnSpLocks/>
            <a:stCxn id="218" idx="2"/>
            <a:endCxn id="217" idx="0"/>
          </p:cNvCxnSpPr>
          <p:nvPr/>
        </p:nvCxnSpPr>
        <p:spPr>
          <a:xfrm flipH="1">
            <a:off x="522965" y="-373762"/>
            <a:ext cx="2951" cy="259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18C1FA-2E4E-06DA-41B6-F1F6CEA87530}"/>
                  </a:ext>
                </a:extLst>
              </p:cNvPr>
              <p:cNvSpPr txBox="1"/>
              <p:nvPr/>
            </p:nvSpPr>
            <p:spPr>
              <a:xfrm>
                <a:off x="4011909" y="3117224"/>
                <a:ext cx="1462232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18C1FA-2E4E-06DA-41B6-F1F6CEA87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909" y="3117224"/>
                <a:ext cx="1462232" cy="932628"/>
              </a:xfrm>
              <a:prstGeom prst="rect">
                <a:avLst/>
              </a:prstGeom>
              <a:blipFill>
                <a:blip r:embed="rId5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0CC5A2-E135-5A99-19CA-03BAC624E020}"/>
                  </a:ext>
                </a:extLst>
              </p:cNvPr>
              <p:cNvSpPr txBox="1"/>
              <p:nvPr/>
            </p:nvSpPr>
            <p:spPr>
              <a:xfrm>
                <a:off x="723176" y="7635557"/>
                <a:ext cx="129560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Thinning scenario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0CC5A2-E135-5A99-19CA-03BAC624E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76" y="7635557"/>
                <a:ext cx="1295606" cy="923330"/>
              </a:xfrm>
              <a:prstGeom prst="rect">
                <a:avLst/>
              </a:prstGeom>
              <a:blipFill>
                <a:blip r:embed="rId6"/>
                <a:stretch>
                  <a:fillRect t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FD910C-7C90-2B2B-B175-C69E9B93E93E}"/>
                  </a:ext>
                </a:extLst>
              </p:cNvPr>
              <p:cNvSpPr txBox="1"/>
              <p:nvPr/>
            </p:nvSpPr>
            <p:spPr>
              <a:xfrm>
                <a:off x="4246653" y="7665510"/>
                <a:ext cx="1462232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FD910C-7C90-2B2B-B175-C69E9B93E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653" y="7665510"/>
                <a:ext cx="1462232" cy="932628"/>
              </a:xfrm>
              <a:prstGeom prst="rect">
                <a:avLst/>
              </a:prstGeom>
              <a:blipFill>
                <a:blip r:embed="rId7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BA83A4-3882-C1E8-73B7-5566ECC2CCAF}"/>
                  </a:ext>
                </a:extLst>
              </p:cNvPr>
              <p:cNvSpPr txBox="1"/>
              <p:nvPr/>
            </p:nvSpPr>
            <p:spPr>
              <a:xfrm>
                <a:off x="13073162" y="7709994"/>
                <a:ext cx="129560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Thinning scenario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BA83A4-3882-C1E8-73B7-5566ECC2C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162" y="7709994"/>
                <a:ext cx="1295606" cy="923330"/>
              </a:xfrm>
              <a:prstGeom prst="rect">
                <a:avLst/>
              </a:prstGeom>
              <a:blipFill>
                <a:blip r:embed="rId8"/>
                <a:stretch>
                  <a:fillRect t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693248-BC57-6866-36AF-541840B5C631}"/>
                  </a:ext>
                </a:extLst>
              </p:cNvPr>
              <p:cNvSpPr txBox="1"/>
              <p:nvPr/>
            </p:nvSpPr>
            <p:spPr>
              <a:xfrm>
                <a:off x="9416901" y="7710897"/>
                <a:ext cx="1462232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693248-BC57-6866-36AF-541840B5C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901" y="7710897"/>
                <a:ext cx="1462232" cy="932628"/>
              </a:xfrm>
              <a:prstGeom prst="rect">
                <a:avLst/>
              </a:prstGeom>
              <a:blipFill>
                <a:blip r:embed="rId9"/>
                <a:stretch>
                  <a:fillRect t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7EA883-92BE-D888-431D-045846FF3AE1}"/>
                  </a:ext>
                </a:extLst>
              </p:cNvPr>
              <p:cNvSpPr txBox="1"/>
              <p:nvPr/>
            </p:nvSpPr>
            <p:spPr>
              <a:xfrm>
                <a:off x="4417023" y="5043437"/>
                <a:ext cx="1462232" cy="930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7EA883-92BE-D888-431D-045846FF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023" y="5043437"/>
                <a:ext cx="1462232" cy="930896"/>
              </a:xfrm>
              <a:prstGeom prst="rect">
                <a:avLst/>
              </a:prstGeom>
              <a:blipFill>
                <a:blip r:embed="rId10"/>
                <a:stretch>
                  <a:fillRect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D52A9E7-BCD1-C69D-300A-4E957E273025}"/>
              </a:ext>
            </a:extLst>
          </p:cNvPr>
          <p:cNvSpPr txBox="1"/>
          <p:nvPr/>
        </p:nvSpPr>
        <p:spPr>
          <a:xfrm>
            <a:off x="7431994" y="-462455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42x28</a:t>
            </a:r>
          </a:p>
        </p:txBody>
      </p:sp>
    </p:spTree>
    <p:extLst>
      <p:ext uri="{BB962C8B-B14F-4D97-AF65-F5344CB8AC3E}">
        <p14:creationId xmlns:p14="http://schemas.microsoft.com/office/powerpoint/2010/main" val="38840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8E6C-E0C4-B6D3-038A-2765E6D8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C621F8C1-5657-8D9F-3631-F6D02B3211F9}"/>
              </a:ext>
            </a:extLst>
          </p:cNvPr>
          <p:cNvSpPr/>
          <p:nvPr/>
        </p:nvSpPr>
        <p:spPr>
          <a:xfrm>
            <a:off x="-98895" y="-8"/>
            <a:ext cx="7817094" cy="72707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FB00B1B-4728-D228-0691-99DBBB3CBC6D}"/>
              </a:ext>
            </a:extLst>
          </p:cNvPr>
          <p:cNvSpPr/>
          <p:nvPr/>
        </p:nvSpPr>
        <p:spPr>
          <a:xfrm>
            <a:off x="7968530" y="0"/>
            <a:ext cx="5891933" cy="7270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D320972B-CF45-BD6E-E0E9-229341092547}"/>
              </a:ext>
            </a:extLst>
          </p:cNvPr>
          <p:cNvSpPr/>
          <p:nvPr/>
        </p:nvSpPr>
        <p:spPr>
          <a:xfrm flipH="1">
            <a:off x="3608874" y="2047529"/>
            <a:ext cx="409117" cy="3465236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156A4E2-102F-DA0B-81E1-EE1A48B279CB}"/>
              </a:ext>
            </a:extLst>
          </p:cNvPr>
          <p:cNvSpPr/>
          <p:nvPr/>
        </p:nvSpPr>
        <p:spPr>
          <a:xfrm>
            <a:off x="3145487" y="3422127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A94248A-FF98-2DFB-42AE-E122F11F035A}"/>
              </a:ext>
            </a:extLst>
          </p:cNvPr>
          <p:cNvSpPr txBox="1"/>
          <p:nvPr/>
        </p:nvSpPr>
        <p:spPr>
          <a:xfrm>
            <a:off x="3169906" y="3415442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064290E-C916-21D8-C7AB-96C27C080E29}"/>
              </a:ext>
            </a:extLst>
          </p:cNvPr>
          <p:cNvCxnSpPr>
            <a:cxnSpLocks/>
          </p:cNvCxnSpPr>
          <p:nvPr/>
        </p:nvCxnSpPr>
        <p:spPr>
          <a:xfrm>
            <a:off x="675128" y="2508543"/>
            <a:ext cx="0" cy="510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869475D-FB02-0174-6C19-8EB1B410892A}"/>
              </a:ext>
            </a:extLst>
          </p:cNvPr>
          <p:cNvCxnSpPr>
            <a:cxnSpLocks/>
          </p:cNvCxnSpPr>
          <p:nvPr/>
        </p:nvCxnSpPr>
        <p:spPr>
          <a:xfrm>
            <a:off x="1361742" y="1928558"/>
            <a:ext cx="26944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D235B02-7766-12A0-D98C-961C9355F8DD}"/>
              </a:ext>
            </a:extLst>
          </p:cNvPr>
          <p:cNvSpPr/>
          <p:nvPr/>
        </p:nvSpPr>
        <p:spPr>
          <a:xfrm>
            <a:off x="32233" y="1437309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698E364-AB01-D9C6-AC0A-C8DF704DBE9E}"/>
                  </a:ext>
                </a:extLst>
              </p:cNvPr>
              <p:cNvSpPr txBox="1"/>
              <p:nvPr/>
            </p:nvSpPr>
            <p:spPr>
              <a:xfrm>
                <a:off x="128876" y="1574725"/>
                <a:ext cx="11292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Discrete sampling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698E364-AB01-D9C6-AC0A-C8DF704DB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76" y="1574725"/>
                <a:ext cx="1129211" cy="923330"/>
              </a:xfrm>
              <a:prstGeom prst="rect">
                <a:avLst/>
              </a:prstGeom>
              <a:blipFill>
                <a:blip r:embed="rId2"/>
                <a:stretch>
                  <a:fillRect l="-3371" t="-2703" r="-4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079467E9-CC9C-00A8-E1C7-507254BA3765}"/>
              </a:ext>
            </a:extLst>
          </p:cNvPr>
          <p:cNvSpPr txBox="1"/>
          <p:nvPr/>
        </p:nvSpPr>
        <p:spPr>
          <a:xfrm>
            <a:off x="693481" y="1404743"/>
            <a:ext cx="702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N=4000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C95DF3C1-B510-8D32-0E69-570FE1B18E32}"/>
              </a:ext>
            </a:extLst>
          </p:cNvPr>
          <p:cNvSpPr/>
          <p:nvPr/>
        </p:nvSpPr>
        <p:spPr>
          <a:xfrm>
            <a:off x="2087982" y="115962"/>
            <a:ext cx="1285790" cy="1059997"/>
          </a:xfrm>
          <a:prstGeom prst="rect">
            <a:avLst/>
          </a:prstGeom>
          <a:solidFill>
            <a:srgbClr val="FF6D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24FD16F-006E-6F60-5F4A-8AEB49566B52}"/>
              </a:ext>
            </a:extLst>
          </p:cNvPr>
          <p:cNvSpPr txBox="1"/>
          <p:nvPr/>
        </p:nvSpPr>
        <p:spPr>
          <a:xfrm>
            <a:off x="2077951" y="169122"/>
            <a:ext cx="1341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Simulated </a:t>
            </a:r>
          </a:p>
          <a:p>
            <a:pPr algn="ctr"/>
            <a:r>
              <a:rPr lang="en-US" dirty="0"/>
              <a:t>spatial field</a:t>
            </a:r>
            <a:endParaRPr lang="el-GR" dirty="0"/>
          </a:p>
          <a:p>
            <a:pPr algn="ctr"/>
            <a:r>
              <a:rPr lang="en-US" dirty="0"/>
              <a:t>(</a:t>
            </a:r>
            <a:r>
              <a:rPr lang="el-GR" dirty="0"/>
              <a:t>μ, α, ρ, σ)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381FFC46-EB1E-9454-A625-637F45B8113F}"/>
              </a:ext>
            </a:extLst>
          </p:cNvPr>
          <p:cNvSpPr/>
          <p:nvPr/>
        </p:nvSpPr>
        <p:spPr>
          <a:xfrm>
            <a:off x="4121613" y="144078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1589A59-CCA0-B348-8083-937B00BBF685}"/>
              </a:ext>
            </a:extLst>
          </p:cNvPr>
          <p:cNvSpPr txBox="1"/>
          <p:nvPr/>
        </p:nvSpPr>
        <p:spPr>
          <a:xfrm>
            <a:off x="4717351" y="1400757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N=4000</a:t>
            </a:r>
          </a:p>
        </p:txBody>
      </p:sp>
      <p:sp>
        <p:nvSpPr>
          <p:cNvPr id="429" name="Freeform 428">
            <a:extLst>
              <a:ext uri="{FF2B5EF4-FFF2-40B4-BE49-F238E27FC236}">
                <a16:creationId xmlns:a16="http://schemas.microsoft.com/office/drawing/2014/main" id="{77E93138-73E3-7104-DBDE-850C63E6E377}"/>
              </a:ext>
            </a:extLst>
          </p:cNvPr>
          <p:cNvSpPr/>
          <p:nvPr/>
        </p:nvSpPr>
        <p:spPr>
          <a:xfrm flipH="1">
            <a:off x="8498740" y="4115272"/>
            <a:ext cx="324675" cy="2343657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457" h="1431851">
                <a:moveTo>
                  <a:pt x="0" y="0"/>
                </a:moveTo>
                <a:cubicBezTo>
                  <a:pt x="161260" y="256363"/>
                  <a:pt x="195142" y="426290"/>
                  <a:pt x="198686" y="664932"/>
                </a:cubicBezTo>
                <a:cubicBezTo>
                  <a:pt x="202230" y="903574"/>
                  <a:pt x="201049" y="1142551"/>
                  <a:pt x="21265" y="1431851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00365722-7F6D-129B-AD21-E0B95C8FD5C4}"/>
              </a:ext>
            </a:extLst>
          </p:cNvPr>
          <p:cNvSpPr/>
          <p:nvPr/>
        </p:nvSpPr>
        <p:spPr>
          <a:xfrm>
            <a:off x="8019321" y="4974313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0085C432-6E7F-2194-92D6-0CF24A0A65CB}"/>
              </a:ext>
            </a:extLst>
          </p:cNvPr>
          <p:cNvSpPr txBox="1"/>
          <p:nvPr/>
        </p:nvSpPr>
        <p:spPr>
          <a:xfrm>
            <a:off x="8036940" y="4974313"/>
            <a:ext cx="402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ε</a:t>
            </a:r>
            <a:r>
              <a:rPr lang="en-US" sz="2000" baseline="-25000" dirty="0"/>
              <a:t>1</a:t>
            </a:r>
            <a:endParaRPr lang="en-US" sz="2000" dirty="0"/>
          </a:p>
        </p:txBody>
      </p:sp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8C2321E0-3018-1F74-BC54-C61EFCC78AB4}"/>
              </a:ext>
            </a:extLst>
          </p:cNvPr>
          <p:cNvCxnSpPr>
            <a:cxnSpLocks/>
          </p:cNvCxnSpPr>
          <p:nvPr/>
        </p:nvCxnSpPr>
        <p:spPr>
          <a:xfrm flipH="1">
            <a:off x="9580572" y="4005875"/>
            <a:ext cx="27338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6309B83F-27B5-EB93-67C6-13C692C77C03}"/>
              </a:ext>
            </a:extLst>
          </p:cNvPr>
          <p:cNvSpPr/>
          <p:nvPr/>
        </p:nvSpPr>
        <p:spPr>
          <a:xfrm>
            <a:off x="12324350" y="3514622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55E95F47-897D-65B9-2FE0-42F6291A1D2A}"/>
                  </a:ext>
                </a:extLst>
              </p:cNvPr>
              <p:cNvSpPr txBox="1"/>
              <p:nvPr/>
            </p:nvSpPr>
            <p:spPr>
              <a:xfrm>
                <a:off x="12457096" y="3676705"/>
                <a:ext cx="11292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Discrete sampling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55E95F47-897D-65B9-2FE0-42F6291A1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096" y="3676705"/>
                <a:ext cx="1129211" cy="923330"/>
              </a:xfrm>
              <a:prstGeom prst="rect">
                <a:avLst/>
              </a:prstGeom>
              <a:blipFill>
                <a:blip r:embed="rId3"/>
                <a:stretch>
                  <a:fillRect l="-2222" t="-2703" r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5" name="TextBox 434">
            <a:extLst>
              <a:ext uri="{FF2B5EF4-FFF2-40B4-BE49-F238E27FC236}">
                <a16:creationId xmlns:a16="http://schemas.microsoft.com/office/drawing/2014/main" id="{197E7868-E5FE-E71C-2838-8F00851AF8E8}"/>
              </a:ext>
            </a:extLst>
          </p:cNvPr>
          <p:cNvSpPr txBox="1"/>
          <p:nvPr/>
        </p:nvSpPr>
        <p:spPr>
          <a:xfrm>
            <a:off x="13029790" y="3529155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N=358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7A292932-A4B2-314A-3387-FAA55A3FBF61}"/>
              </a:ext>
            </a:extLst>
          </p:cNvPr>
          <p:cNvSpPr/>
          <p:nvPr/>
        </p:nvSpPr>
        <p:spPr>
          <a:xfrm>
            <a:off x="12327301" y="2194827"/>
            <a:ext cx="1285790" cy="1059998"/>
          </a:xfrm>
          <a:prstGeom prst="rect">
            <a:avLst/>
          </a:prstGeom>
          <a:solidFill>
            <a:srgbClr val="FF6D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F6D18D34-A800-3F42-7403-07293D8D00F7}"/>
              </a:ext>
            </a:extLst>
          </p:cNvPr>
          <p:cNvSpPr txBox="1"/>
          <p:nvPr/>
        </p:nvSpPr>
        <p:spPr>
          <a:xfrm>
            <a:off x="12278970" y="2282573"/>
            <a:ext cx="1362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Unknown </a:t>
            </a:r>
          </a:p>
          <a:p>
            <a:pPr algn="ctr"/>
            <a:r>
              <a:rPr lang="en-US" dirty="0"/>
              <a:t>spatial field</a:t>
            </a:r>
          </a:p>
          <a:p>
            <a:pPr algn="ctr"/>
            <a:r>
              <a:rPr lang="en-US" dirty="0"/>
              <a:t>(</a:t>
            </a:r>
            <a:r>
              <a:rPr lang="el-GR" dirty="0"/>
              <a:t>μ, α, ρ, σ)</a:t>
            </a:r>
            <a:endParaRPr lang="en-US" dirty="0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5F21CCCB-885E-BDE0-40B5-25BEBFE89EFF}"/>
              </a:ext>
            </a:extLst>
          </p:cNvPr>
          <p:cNvSpPr/>
          <p:nvPr/>
        </p:nvSpPr>
        <p:spPr>
          <a:xfrm>
            <a:off x="9081628" y="3518096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EC9885E5-8F3A-0D93-33BE-5C1818C1C906}"/>
              </a:ext>
            </a:extLst>
          </p:cNvPr>
          <p:cNvSpPr txBox="1"/>
          <p:nvPr/>
        </p:nvSpPr>
        <p:spPr>
          <a:xfrm>
            <a:off x="9763701" y="3478074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N=358</a:t>
            </a:r>
          </a:p>
        </p:txBody>
      </p: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81E124FC-3822-CA85-2661-3F506471EF16}"/>
              </a:ext>
            </a:extLst>
          </p:cNvPr>
          <p:cNvCxnSpPr>
            <a:cxnSpLocks/>
          </p:cNvCxnSpPr>
          <p:nvPr/>
        </p:nvCxnSpPr>
        <p:spPr>
          <a:xfrm>
            <a:off x="11252682" y="6427074"/>
            <a:ext cx="41461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97D157F0-C9A8-B8C8-3EF3-0DF35ED9DD07}"/>
              </a:ext>
            </a:extLst>
          </p:cNvPr>
          <p:cNvCxnSpPr>
            <a:cxnSpLocks/>
            <a:stCxn id="433" idx="2"/>
          </p:cNvCxnSpPr>
          <p:nvPr/>
        </p:nvCxnSpPr>
        <p:spPr>
          <a:xfrm>
            <a:off x="12967245" y="4574612"/>
            <a:ext cx="0" cy="306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B2FB346D-F421-076E-B73A-10E20462122E}"/>
              </a:ext>
            </a:extLst>
          </p:cNvPr>
          <p:cNvCxnSpPr>
            <a:cxnSpLocks/>
          </p:cNvCxnSpPr>
          <p:nvPr/>
        </p:nvCxnSpPr>
        <p:spPr>
          <a:xfrm>
            <a:off x="12970196" y="3274890"/>
            <a:ext cx="0" cy="208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ight Brace 472">
            <a:extLst>
              <a:ext uri="{FF2B5EF4-FFF2-40B4-BE49-F238E27FC236}">
                <a16:creationId xmlns:a16="http://schemas.microsoft.com/office/drawing/2014/main" id="{DD2B3869-23C7-11F9-B816-E85789D11326}"/>
              </a:ext>
            </a:extLst>
          </p:cNvPr>
          <p:cNvSpPr/>
          <p:nvPr/>
        </p:nvSpPr>
        <p:spPr>
          <a:xfrm flipH="1">
            <a:off x="8857717" y="4917470"/>
            <a:ext cx="278677" cy="2114270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Right Brace 476">
            <a:extLst>
              <a:ext uri="{FF2B5EF4-FFF2-40B4-BE49-F238E27FC236}">
                <a16:creationId xmlns:a16="http://schemas.microsoft.com/office/drawing/2014/main" id="{24F15C40-8AA1-A80C-8EB2-9804952A50CF}"/>
              </a:ext>
            </a:extLst>
          </p:cNvPr>
          <p:cNvSpPr/>
          <p:nvPr/>
        </p:nvSpPr>
        <p:spPr>
          <a:xfrm>
            <a:off x="10930127" y="4965096"/>
            <a:ext cx="212651" cy="2114271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DC7572EB-3AD6-544A-01E1-73FE4D986C6B}"/>
              </a:ext>
            </a:extLst>
          </p:cNvPr>
          <p:cNvSpPr txBox="1"/>
          <p:nvPr/>
        </p:nvSpPr>
        <p:spPr>
          <a:xfrm>
            <a:off x="3539355" y="482717"/>
            <a:ext cx="2801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Simulated (</a:t>
            </a:r>
            <a:r>
              <a:rPr lang="en-US" b="1" i="1" dirty="0"/>
              <a:t>in-silico</a:t>
            </a:r>
            <a:r>
              <a:rPr lang="en-US" b="1" dirty="0"/>
              <a:t>) data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1B8AB5D8-040F-18BF-478B-E1FB55B9080B}"/>
              </a:ext>
            </a:extLst>
          </p:cNvPr>
          <p:cNvSpPr txBox="1"/>
          <p:nvPr/>
        </p:nvSpPr>
        <p:spPr>
          <a:xfrm>
            <a:off x="8174759" y="483148"/>
            <a:ext cx="2657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Real world (</a:t>
            </a:r>
            <a:r>
              <a:rPr lang="en-US" b="1" i="1" dirty="0"/>
              <a:t>in-situ</a:t>
            </a:r>
            <a:r>
              <a:rPr lang="en-US" b="1" dirty="0"/>
              <a:t>) data</a:t>
            </a:r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5CAB1BA2-93C1-C9B5-1CCC-1A48EE456C44}"/>
              </a:ext>
            </a:extLst>
          </p:cNvPr>
          <p:cNvCxnSpPr>
            <a:cxnSpLocks/>
            <a:stCxn id="218" idx="1"/>
            <a:endCxn id="4" idx="3"/>
          </p:cNvCxnSpPr>
          <p:nvPr/>
        </p:nvCxnSpPr>
        <p:spPr>
          <a:xfrm flipH="1">
            <a:off x="1316362" y="645961"/>
            <a:ext cx="771620" cy="1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D9FD37D-E284-E177-D6CC-28049C20459C}"/>
              </a:ext>
            </a:extLst>
          </p:cNvPr>
          <p:cNvSpPr/>
          <p:nvPr/>
        </p:nvSpPr>
        <p:spPr>
          <a:xfrm flipH="1">
            <a:off x="3993507" y="3007250"/>
            <a:ext cx="278677" cy="4010689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D2F864-87A9-4455-6CEA-DC532E79B8F5}"/>
              </a:ext>
            </a:extLst>
          </p:cNvPr>
          <p:cNvSpPr/>
          <p:nvPr/>
        </p:nvSpPr>
        <p:spPr>
          <a:xfrm>
            <a:off x="4319130" y="304397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F753A6-AD54-AC96-D839-29CA7EE95873}"/>
              </a:ext>
            </a:extLst>
          </p:cNvPr>
          <p:cNvSpPr/>
          <p:nvPr/>
        </p:nvSpPr>
        <p:spPr>
          <a:xfrm>
            <a:off x="4443977" y="3403841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1CE77E-CDE0-8095-C9B2-3B4A27CDA8CD}"/>
              </a:ext>
            </a:extLst>
          </p:cNvPr>
          <p:cNvSpPr/>
          <p:nvPr/>
        </p:nvSpPr>
        <p:spPr>
          <a:xfrm>
            <a:off x="4556298" y="371359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838848-B503-B6E6-8FBE-BF8E85260436}"/>
              </a:ext>
            </a:extLst>
          </p:cNvPr>
          <p:cNvSpPr/>
          <p:nvPr/>
        </p:nvSpPr>
        <p:spPr>
          <a:xfrm>
            <a:off x="4671083" y="4004568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5F83D4-62B4-D349-4745-3AFFB8AB4FE1}"/>
              </a:ext>
            </a:extLst>
          </p:cNvPr>
          <p:cNvSpPr txBox="1"/>
          <p:nvPr/>
        </p:nvSpPr>
        <p:spPr>
          <a:xfrm>
            <a:off x="5413576" y="3962883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35</a:t>
            </a:r>
            <a:r>
              <a:rPr lang="en-US" sz="1199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558DDB-E43B-B9B2-CA6A-296189883D48}"/>
              </a:ext>
            </a:extLst>
          </p:cNvPr>
          <p:cNvSpPr txBox="1"/>
          <p:nvPr/>
        </p:nvSpPr>
        <p:spPr>
          <a:xfrm>
            <a:off x="5295050" y="3672235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N=600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76BCC-72DD-C8FE-E34A-31176B824220}"/>
              </a:ext>
            </a:extLst>
          </p:cNvPr>
          <p:cNvSpPr txBox="1"/>
          <p:nvPr/>
        </p:nvSpPr>
        <p:spPr>
          <a:xfrm>
            <a:off x="5084295" y="3362798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100</a:t>
            </a:r>
            <a:r>
              <a:rPr lang="en-US" sz="1199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805904-4C48-C0B7-8886-AD964560240F}"/>
              </a:ext>
            </a:extLst>
          </p:cNvPr>
          <p:cNvSpPr txBox="1"/>
          <p:nvPr/>
        </p:nvSpPr>
        <p:spPr>
          <a:xfrm>
            <a:off x="4962095" y="3007250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N=2</a:t>
            </a:r>
            <a:r>
              <a:rPr lang="el-GR" sz="1199" dirty="0"/>
              <a:t>0</a:t>
            </a:r>
            <a:r>
              <a:rPr lang="en-US" sz="1199" dirty="0"/>
              <a:t>00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9403106-4C36-A4B2-2CF7-24DDB2E26E31}"/>
              </a:ext>
            </a:extLst>
          </p:cNvPr>
          <p:cNvSpPr/>
          <p:nvPr/>
        </p:nvSpPr>
        <p:spPr>
          <a:xfrm>
            <a:off x="7131481" y="5235583"/>
            <a:ext cx="409118" cy="42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E3E745-BD77-93D7-B380-3B5E952B73AB}"/>
              </a:ext>
            </a:extLst>
          </p:cNvPr>
          <p:cNvSpPr txBox="1"/>
          <p:nvPr/>
        </p:nvSpPr>
        <p:spPr>
          <a:xfrm>
            <a:off x="7155900" y="5228898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ε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2FCCC37E-C3CB-F8E0-3CE4-89F7122E8EC2}"/>
              </a:ext>
            </a:extLst>
          </p:cNvPr>
          <p:cNvSpPr/>
          <p:nvPr/>
        </p:nvSpPr>
        <p:spPr>
          <a:xfrm>
            <a:off x="6490920" y="4903668"/>
            <a:ext cx="212651" cy="2114271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511E18-2686-374B-6B8A-AB269D99859F}"/>
              </a:ext>
            </a:extLst>
          </p:cNvPr>
          <p:cNvSpPr txBox="1"/>
          <p:nvPr/>
        </p:nvSpPr>
        <p:spPr>
          <a:xfrm>
            <a:off x="5498185" y="4831048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p:sp>
        <p:nvSpPr>
          <p:cNvPr id="61" name="Right Brace 60">
            <a:extLst>
              <a:ext uri="{FF2B5EF4-FFF2-40B4-BE49-F238E27FC236}">
                <a16:creationId xmlns:a16="http://schemas.microsoft.com/office/drawing/2014/main" id="{42432FFC-331A-6566-861B-7CB34C57B52C}"/>
              </a:ext>
            </a:extLst>
          </p:cNvPr>
          <p:cNvSpPr/>
          <p:nvPr/>
        </p:nvSpPr>
        <p:spPr>
          <a:xfrm>
            <a:off x="2327353" y="3007250"/>
            <a:ext cx="212651" cy="4024497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99002C8-61BF-DA6C-8C5F-9DB70FD10EBA}"/>
              </a:ext>
            </a:extLst>
          </p:cNvPr>
          <p:cNvCxnSpPr>
            <a:cxnSpLocks/>
          </p:cNvCxnSpPr>
          <p:nvPr/>
        </p:nvCxnSpPr>
        <p:spPr>
          <a:xfrm>
            <a:off x="2730877" y="5669350"/>
            <a:ext cx="10800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Freeform 454">
            <a:extLst>
              <a:ext uri="{FF2B5EF4-FFF2-40B4-BE49-F238E27FC236}">
                <a16:creationId xmlns:a16="http://schemas.microsoft.com/office/drawing/2014/main" id="{26D61CF5-7692-61B4-212B-BA9B642C9560}"/>
              </a:ext>
            </a:extLst>
          </p:cNvPr>
          <p:cNvSpPr/>
          <p:nvPr/>
        </p:nvSpPr>
        <p:spPr>
          <a:xfrm rot="20728987">
            <a:off x="6281602" y="4437565"/>
            <a:ext cx="723069" cy="1944468"/>
          </a:xfrm>
          <a:custGeom>
            <a:avLst/>
            <a:gdLst>
              <a:gd name="connsiteX0" fmla="*/ 0 w 326095"/>
              <a:gd name="connsiteY0" fmla="*/ 0 h 1431851"/>
              <a:gd name="connsiteX1" fmla="*/ 326065 w 326095"/>
              <a:gd name="connsiteY1" fmla="*/ 751368 h 1431851"/>
              <a:gd name="connsiteX2" fmla="*/ 21265 w 326095"/>
              <a:gd name="connsiteY2" fmla="*/ 1431851 h 1431851"/>
              <a:gd name="connsiteX0" fmla="*/ 0 w 326136"/>
              <a:gd name="connsiteY0" fmla="*/ 0 h 1431851"/>
              <a:gd name="connsiteX1" fmla="*/ 326065 w 326136"/>
              <a:gd name="connsiteY1" fmla="*/ 751368 h 1431851"/>
              <a:gd name="connsiteX2" fmla="*/ 21265 w 326136"/>
              <a:gd name="connsiteY2" fmla="*/ 1431851 h 1431851"/>
              <a:gd name="connsiteX0" fmla="*/ 0 w 199457"/>
              <a:gd name="connsiteY0" fmla="*/ 0 h 1431851"/>
              <a:gd name="connsiteX1" fmla="*/ 198686 w 199457"/>
              <a:gd name="connsiteY1" fmla="*/ 664932 h 1431851"/>
              <a:gd name="connsiteX2" fmla="*/ 21265 w 199457"/>
              <a:gd name="connsiteY2" fmla="*/ 1431851 h 1431851"/>
              <a:gd name="csX0" fmla="*/ 0 w 288136"/>
              <a:gd name="csY0" fmla="*/ 0 h 1384516"/>
              <a:gd name="csX1" fmla="*/ 287365 w 288136"/>
              <a:gd name="csY1" fmla="*/ 617597 h 1384516"/>
              <a:gd name="csX2" fmla="*/ 109944 w 288136"/>
              <a:gd name="csY2" fmla="*/ 1384516 h 1384516"/>
              <a:gd name="csX0" fmla="*/ 0 w 288136"/>
              <a:gd name="csY0" fmla="*/ 0 h 1384516"/>
              <a:gd name="csX1" fmla="*/ 287365 w 288136"/>
              <a:gd name="csY1" fmla="*/ 617597 h 1384516"/>
              <a:gd name="csX2" fmla="*/ 109944 w 288136"/>
              <a:gd name="csY2" fmla="*/ 1384516 h 1384516"/>
              <a:gd name="csX0" fmla="*/ 0 w 277137"/>
              <a:gd name="csY0" fmla="*/ 0 h 1384516"/>
              <a:gd name="csX1" fmla="*/ 275696 w 277137"/>
              <a:gd name="csY1" fmla="*/ 474812 h 1384516"/>
              <a:gd name="csX2" fmla="*/ 109944 w 277137"/>
              <a:gd name="csY2" fmla="*/ 1384516 h 1384516"/>
              <a:gd name="csX0" fmla="*/ 0 w 275954"/>
              <a:gd name="csY0" fmla="*/ 0 h 1384516"/>
              <a:gd name="csX1" fmla="*/ 275696 w 275954"/>
              <a:gd name="csY1" fmla="*/ 474812 h 1384516"/>
              <a:gd name="csX2" fmla="*/ 109944 w 275954"/>
              <a:gd name="csY2" fmla="*/ 1384516 h 1384516"/>
              <a:gd name="csX0" fmla="*/ 0 w 328890"/>
              <a:gd name="csY0" fmla="*/ 0 h 1384516"/>
              <a:gd name="csX1" fmla="*/ 311065 w 328890"/>
              <a:gd name="csY1" fmla="*/ 319453 h 1384516"/>
              <a:gd name="csX2" fmla="*/ 275696 w 328890"/>
              <a:gd name="csY2" fmla="*/ 474812 h 1384516"/>
              <a:gd name="csX3" fmla="*/ 109944 w 328890"/>
              <a:gd name="csY3" fmla="*/ 1384516 h 1384516"/>
              <a:gd name="csX0" fmla="*/ 0 w 275954"/>
              <a:gd name="csY0" fmla="*/ 0 h 1384516"/>
              <a:gd name="csX1" fmla="*/ 275696 w 275954"/>
              <a:gd name="csY1" fmla="*/ 474812 h 1384516"/>
              <a:gd name="csX2" fmla="*/ 109944 w 275954"/>
              <a:gd name="csY2" fmla="*/ 1384516 h 1384516"/>
              <a:gd name="csX0" fmla="*/ 0 w 303672"/>
              <a:gd name="csY0" fmla="*/ 0 h 1384516"/>
              <a:gd name="csX1" fmla="*/ 303523 w 303672"/>
              <a:gd name="csY1" fmla="*/ 477153 h 1384516"/>
              <a:gd name="csX2" fmla="*/ 109944 w 303672"/>
              <a:gd name="csY2" fmla="*/ 1384516 h 1384516"/>
              <a:gd name="csX0" fmla="*/ 0 w 304933"/>
              <a:gd name="csY0" fmla="*/ 0 h 1384516"/>
              <a:gd name="csX1" fmla="*/ 303523 w 304933"/>
              <a:gd name="csY1" fmla="*/ 477153 h 1384516"/>
              <a:gd name="csX2" fmla="*/ 109944 w 304933"/>
              <a:gd name="csY2" fmla="*/ 1384516 h 1384516"/>
              <a:gd name="csX0" fmla="*/ 0 w 309995"/>
              <a:gd name="csY0" fmla="*/ 0 h 1384516"/>
              <a:gd name="csX1" fmla="*/ 303523 w 309995"/>
              <a:gd name="csY1" fmla="*/ 477153 h 1384516"/>
              <a:gd name="csX2" fmla="*/ 109944 w 309995"/>
              <a:gd name="csY2" fmla="*/ 1384516 h 1384516"/>
              <a:gd name="csX0" fmla="*/ 0 w 290895"/>
              <a:gd name="csY0" fmla="*/ 0 h 1384516"/>
              <a:gd name="csX1" fmla="*/ 283178 w 290895"/>
              <a:gd name="csY1" fmla="*/ 602565 h 1384516"/>
              <a:gd name="csX2" fmla="*/ 109944 w 290895"/>
              <a:gd name="csY2" fmla="*/ 1384516 h 1384516"/>
              <a:gd name="csX0" fmla="*/ 0 w 263111"/>
              <a:gd name="csY0" fmla="*/ 0 h 1384516"/>
              <a:gd name="csX1" fmla="*/ 252476 w 263111"/>
              <a:gd name="csY1" fmla="*/ 498823 h 1384516"/>
              <a:gd name="csX2" fmla="*/ 109944 w 263111"/>
              <a:gd name="csY2" fmla="*/ 1384516 h 1384516"/>
              <a:gd name="csX0" fmla="*/ 0 w 252590"/>
              <a:gd name="csY0" fmla="*/ 0 h 1384516"/>
              <a:gd name="csX1" fmla="*/ 252476 w 252590"/>
              <a:gd name="csY1" fmla="*/ 498823 h 1384516"/>
              <a:gd name="csX2" fmla="*/ 109944 w 252590"/>
              <a:gd name="csY2" fmla="*/ 1384516 h 1384516"/>
              <a:gd name="csX0" fmla="*/ 0 w 252590"/>
              <a:gd name="csY0" fmla="*/ 0 h 1384516"/>
              <a:gd name="csX1" fmla="*/ 252476 w 252590"/>
              <a:gd name="csY1" fmla="*/ 498823 h 1384516"/>
              <a:gd name="csX2" fmla="*/ 109944 w 252590"/>
              <a:gd name="csY2" fmla="*/ 1384516 h 1384516"/>
              <a:gd name="csX0" fmla="*/ 0 w 252602"/>
              <a:gd name="csY0" fmla="*/ 0 h 1384516"/>
              <a:gd name="csX1" fmla="*/ 252476 w 252602"/>
              <a:gd name="csY1" fmla="*/ 498823 h 1384516"/>
              <a:gd name="csX2" fmla="*/ 109944 w 252602"/>
              <a:gd name="csY2" fmla="*/ 1384516 h 1384516"/>
              <a:gd name="csX0" fmla="*/ 0 w 253458"/>
              <a:gd name="csY0" fmla="*/ 0 h 1373713"/>
              <a:gd name="csX1" fmla="*/ 252476 w 253458"/>
              <a:gd name="csY1" fmla="*/ 498823 h 1373713"/>
              <a:gd name="csX2" fmla="*/ 81209 w 253458"/>
              <a:gd name="csY2" fmla="*/ 1373713 h 1373713"/>
              <a:gd name="csX0" fmla="*/ 0 w 253464"/>
              <a:gd name="csY0" fmla="*/ 0 h 1373950"/>
              <a:gd name="csX1" fmla="*/ 252476 w 253464"/>
              <a:gd name="csY1" fmla="*/ 498823 h 1373950"/>
              <a:gd name="csX2" fmla="*/ 81209 w 253464"/>
              <a:gd name="csY2" fmla="*/ 1373713 h 1373950"/>
              <a:gd name="csX0" fmla="*/ 0 w 265522"/>
              <a:gd name="csY0" fmla="*/ 0 h 1374047"/>
              <a:gd name="csX1" fmla="*/ 252476 w 265522"/>
              <a:gd name="csY1" fmla="*/ 498823 h 1374047"/>
              <a:gd name="csX2" fmla="*/ 81209 w 265522"/>
              <a:gd name="csY2" fmla="*/ 1373713 h 1374047"/>
              <a:gd name="csX0" fmla="*/ 0 w 256882"/>
              <a:gd name="csY0" fmla="*/ 0 h 1374039"/>
              <a:gd name="csX1" fmla="*/ 252476 w 256882"/>
              <a:gd name="csY1" fmla="*/ 498823 h 1374039"/>
              <a:gd name="csX2" fmla="*/ 81209 w 256882"/>
              <a:gd name="csY2" fmla="*/ 1373713 h 1374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56882" h="1374039">
                <a:moveTo>
                  <a:pt x="0" y="0"/>
                </a:moveTo>
                <a:cubicBezTo>
                  <a:pt x="77445" y="53269"/>
                  <a:pt x="220850" y="84696"/>
                  <a:pt x="252476" y="498823"/>
                </a:cubicBezTo>
                <a:cubicBezTo>
                  <a:pt x="284102" y="912950"/>
                  <a:pt x="137042" y="1388278"/>
                  <a:pt x="81209" y="1373713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691ECD07-CD26-0324-80FB-D9ED2252CA7F}"/>
              </a:ext>
            </a:extLst>
          </p:cNvPr>
          <p:cNvSpPr/>
          <p:nvPr/>
        </p:nvSpPr>
        <p:spPr>
          <a:xfrm>
            <a:off x="85193" y="3055587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129EF224-2D0C-EC17-5355-062DB1A4FF92}"/>
              </a:ext>
            </a:extLst>
          </p:cNvPr>
          <p:cNvSpPr/>
          <p:nvPr/>
        </p:nvSpPr>
        <p:spPr>
          <a:xfrm>
            <a:off x="210040" y="3415449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B72913F-E549-F638-BB0C-2B9E67FF4349}"/>
              </a:ext>
            </a:extLst>
          </p:cNvPr>
          <p:cNvSpPr/>
          <p:nvPr/>
        </p:nvSpPr>
        <p:spPr>
          <a:xfrm>
            <a:off x="322361" y="3725207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933FC336-C4C7-1AD2-2B4B-B96EBD9AB279}"/>
              </a:ext>
            </a:extLst>
          </p:cNvPr>
          <p:cNvSpPr/>
          <p:nvPr/>
        </p:nvSpPr>
        <p:spPr>
          <a:xfrm>
            <a:off x="437146" y="4016176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B9981812-F5F4-4E06-639C-CA5182C1DDB9}"/>
              </a:ext>
            </a:extLst>
          </p:cNvPr>
          <p:cNvSpPr txBox="1"/>
          <p:nvPr/>
        </p:nvSpPr>
        <p:spPr>
          <a:xfrm>
            <a:off x="1179637" y="3974485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35</a:t>
            </a:r>
            <a:r>
              <a:rPr lang="en-US" sz="1199" dirty="0"/>
              <a:t>8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5FA69F8E-9819-5E63-3E59-F19885EC5D8A}"/>
              </a:ext>
            </a:extLst>
          </p:cNvPr>
          <p:cNvSpPr txBox="1"/>
          <p:nvPr/>
        </p:nvSpPr>
        <p:spPr>
          <a:xfrm>
            <a:off x="1061111" y="3683837"/>
            <a:ext cx="620683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N=600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EFFFFFB0-F8A0-F14C-59F2-DFCA88981B5E}"/>
              </a:ext>
            </a:extLst>
          </p:cNvPr>
          <p:cNvSpPr txBox="1"/>
          <p:nvPr/>
        </p:nvSpPr>
        <p:spPr>
          <a:xfrm>
            <a:off x="850358" y="3374400"/>
            <a:ext cx="702436" cy="276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</a:t>
            </a:r>
            <a:r>
              <a:rPr lang="el-GR" sz="1199" dirty="0"/>
              <a:t>100</a:t>
            </a:r>
            <a:r>
              <a:rPr lang="en-US" sz="1199" dirty="0"/>
              <a:t>0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3B0C881B-5BC9-7BC1-68DD-96C47CB2B98F}"/>
              </a:ext>
            </a:extLst>
          </p:cNvPr>
          <p:cNvSpPr txBox="1"/>
          <p:nvPr/>
        </p:nvSpPr>
        <p:spPr>
          <a:xfrm>
            <a:off x="728158" y="3018850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9" dirty="0"/>
              <a:t>N=2</a:t>
            </a:r>
            <a:r>
              <a:rPr lang="el-GR" sz="1199" dirty="0"/>
              <a:t>0</a:t>
            </a:r>
            <a:r>
              <a:rPr lang="en-US" sz="1199" dirty="0"/>
              <a:t>00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10F30FA-1874-290C-7F61-18EBEB5BFC96}"/>
              </a:ext>
            </a:extLst>
          </p:cNvPr>
          <p:cNvSpPr/>
          <p:nvPr/>
        </p:nvSpPr>
        <p:spPr>
          <a:xfrm>
            <a:off x="9162148" y="493307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4EF960-139D-632E-33DD-F9B2AA051015}"/>
              </a:ext>
            </a:extLst>
          </p:cNvPr>
          <p:cNvSpPr/>
          <p:nvPr/>
        </p:nvSpPr>
        <p:spPr>
          <a:xfrm>
            <a:off x="9247658" y="5229715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DBC4F2-05DD-904E-3B7B-1535D2BE2A33}"/>
              </a:ext>
            </a:extLst>
          </p:cNvPr>
          <p:cNvSpPr/>
          <p:nvPr/>
        </p:nvSpPr>
        <p:spPr>
          <a:xfrm>
            <a:off x="9361738" y="5496228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D53B958-EC63-15F5-4E30-D8054F6C17EC}"/>
              </a:ext>
            </a:extLst>
          </p:cNvPr>
          <p:cNvSpPr/>
          <p:nvPr/>
        </p:nvSpPr>
        <p:spPr>
          <a:xfrm>
            <a:off x="9457734" y="5749619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5E55246-FFA3-128A-6C7D-5F0157AEC82C}"/>
              </a:ext>
            </a:extLst>
          </p:cNvPr>
          <p:cNvSpPr/>
          <p:nvPr/>
        </p:nvSpPr>
        <p:spPr>
          <a:xfrm>
            <a:off x="9546235" y="600301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57FFB50-4B88-7B27-37E2-19BC995A40D6}"/>
              </a:ext>
            </a:extLst>
          </p:cNvPr>
          <p:cNvSpPr txBox="1"/>
          <p:nvPr/>
        </p:nvSpPr>
        <p:spPr>
          <a:xfrm>
            <a:off x="10277451" y="5960654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N=150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DAAF0B-0448-3678-B8DE-6D488191A769}"/>
              </a:ext>
            </a:extLst>
          </p:cNvPr>
          <p:cNvSpPr txBox="1"/>
          <p:nvPr/>
        </p:nvSpPr>
        <p:spPr>
          <a:xfrm>
            <a:off x="10200227" y="5707934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690915-06CD-D088-11F1-729ED39A6DAE}"/>
              </a:ext>
            </a:extLst>
          </p:cNvPr>
          <p:cNvSpPr txBox="1"/>
          <p:nvPr/>
        </p:nvSpPr>
        <p:spPr>
          <a:xfrm>
            <a:off x="10100490" y="5454864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F76A53-E208-8D2D-F9BB-04907C032FBE}"/>
              </a:ext>
            </a:extLst>
          </p:cNvPr>
          <p:cNvSpPr txBox="1"/>
          <p:nvPr/>
        </p:nvSpPr>
        <p:spPr>
          <a:xfrm>
            <a:off x="9951090" y="5170479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2FF0CB-4035-E97D-1ADD-A1774D233978}"/>
              </a:ext>
            </a:extLst>
          </p:cNvPr>
          <p:cNvSpPr txBox="1"/>
          <p:nvPr/>
        </p:nvSpPr>
        <p:spPr>
          <a:xfrm>
            <a:off x="9862887" y="4896350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714A9B0-A056-A243-A1C6-F4471A1E2E0D}"/>
                  </a:ext>
                </a:extLst>
              </p:cNvPr>
              <p:cNvSpPr txBox="1"/>
              <p:nvPr/>
            </p:nvSpPr>
            <p:spPr>
              <a:xfrm>
                <a:off x="9471675" y="6081883"/>
                <a:ext cx="1462232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714A9B0-A056-A243-A1C6-F4471A1E2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675" y="6081883"/>
                <a:ext cx="1462232" cy="932628"/>
              </a:xfrm>
              <a:prstGeom prst="rect">
                <a:avLst/>
              </a:prstGeom>
              <a:blipFill>
                <a:blip r:embed="rId4"/>
                <a:stretch>
                  <a:fillRect t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Rectangle 84">
            <a:extLst>
              <a:ext uri="{FF2B5EF4-FFF2-40B4-BE49-F238E27FC236}">
                <a16:creationId xmlns:a16="http://schemas.microsoft.com/office/drawing/2014/main" id="{E6FD4333-0E90-6B34-F065-112963880EA1}"/>
              </a:ext>
            </a:extLst>
          </p:cNvPr>
          <p:cNvSpPr/>
          <p:nvPr/>
        </p:nvSpPr>
        <p:spPr>
          <a:xfrm>
            <a:off x="12117507" y="4929077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6D7EBB7-8A51-2538-6ECF-6CDC65D36E4C}"/>
              </a:ext>
            </a:extLst>
          </p:cNvPr>
          <p:cNvSpPr/>
          <p:nvPr/>
        </p:nvSpPr>
        <p:spPr>
          <a:xfrm>
            <a:off x="12203017" y="522571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354E72B-5DA9-6755-BBDA-D259F17AB2B3}"/>
              </a:ext>
            </a:extLst>
          </p:cNvPr>
          <p:cNvSpPr/>
          <p:nvPr/>
        </p:nvSpPr>
        <p:spPr>
          <a:xfrm>
            <a:off x="12317097" y="5492226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95EEB41-3779-CC7F-54CC-333CA09C8858}"/>
              </a:ext>
            </a:extLst>
          </p:cNvPr>
          <p:cNvSpPr/>
          <p:nvPr/>
        </p:nvSpPr>
        <p:spPr>
          <a:xfrm>
            <a:off x="12413093" y="5745617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62EEB2F-05DA-FD5C-3EB5-377231838A22}"/>
              </a:ext>
            </a:extLst>
          </p:cNvPr>
          <p:cNvSpPr/>
          <p:nvPr/>
        </p:nvSpPr>
        <p:spPr>
          <a:xfrm>
            <a:off x="12501594" y="5999008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EC34BC-917E-C823-EF66-5AF2D9F0CC7E}"/>
              </a:ext>
            </a:extLst>
          </p:cNvPr>
          <p:cNvSpPr txBox="1"/>
          <p:nvPr/>
        </p:nvSpPr>
        <p:spPr>
          <a:xfrm>
            <a:off x="13232808" y="5956650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N=150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4C84CDB-1B07-92FC-C963-C55F1962607D}"/>
              </a:ext>
            </a:extLst>
          </p:cNvPr>
          <p:cNvSpPr txBox="1"/>
          <p:nvPr/>
        </p:nvSpPr>
        <p:spPr>
          <a:xfrm>
            <a:off x="13155586" y="5703932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9A3BE5A-07AB-23A7-8CF0-3171BA44AA9F}"/>
              </a:ext>
            </a:extLst>
          </p:cNvPr>
          <p:cNvSpPr txBox="1"/>
          <p:nvPr/>
        </p:nvSpPr>
        <p:spPr>
          <a:xfrm>
            <a:off x="13055849" y="5450862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1D70DA-1D39-071D-CB3C-175A01AB32B9}"/>
              </a:ext>
            </a:extLst>
          </p:cNvPr>
          <p:cNvSpPr txBox="1"/>
          <p:nvPr/>
        </p:nvSpPr>
        <p:spPr>
          <a:xfrm>
            <a:off x="12906449" y="5166477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22B649-8F78-5204-2A7E-E14C1D04D7EA}"/>
              </a:ext>
            </a:extLst>
          </p:cNvPr>
          <p:cNvSpPr txBox="1"/>
          <p:nvPr/>
        </p:nvSpPr>
        <p:spPr>
          <a:xfrm>
            <a:off x="12818246" y="4892348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p:sp>
        <p:nvSpPr>
          <p:cNvPr id="96" name="Right Brace 95">
            <a:extLst>
              <a:ext uri="{FF2B5EF4-FFF2-40B4-BE49-F238E27FC236}">
                <a16:creationId xmlns:a16="http://schemas.microsoft.com/office/drawing/2014/main" id="{D9553DBF-D8F6-3552-F124-352B0ECA55E6}"/>
              </a:ext>
            </a:extLst>
          </p:cNvPr>
          <p:cNvSpPr/>
          <p:nvPr/>
        </p:nvSpPr>
        <p:spPr>
          <a:xfrm flipH="1">
            <a:off x="11744823" y="4912181"/>
            <a:ext cx="278677" cy="2114270"/>
          </a:xfrm>
          <a:prstGeom prst="rightBrace">
            <a:avLst>
              <a:gd name="adj1" fmla="val 79052"/>
              <a:gd name="adj2" fmla="val 7139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6CE6373-35F7-956B-B61F-E407AE81BA79}"/>
                  </a:ext>
                </a:extLst>
              </p:cNvPr>
              <p:cNvSpPr txBox="1"/>
              <p:nvPr/>
            </p:nvSpPr>
            <p:spPr>
              <a:xfrm>
                <a:off x="12479378" y="6145649"/>
                <a:ext cx="129560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Thinning scenario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6CE6373-35F7-956B-B61F-E407AE81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9378" y="6145649"/>
                <a:ext cx="1295606" cy="923330"/>
              </a:xfrm>
              <a:prstGeom prst="rect">
                <a:avLst/>
              </a:prstGeom>
              <a:blipFill>
                <a:blip r:embed="rId5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94B26D3-909F-991D-BD77-B6AB6AA2B0F8}"/>
                  </a:ext>
                </a:extLst>
              </p:cNvPr>
              <p:cNvSpPr txBox="1"/>
              <p:nvPr/>
            </p:nvSpPr>
            <p:spPr>
              <a:xfrm>
                <a:off x="4596359" y="4119644"/>
                <a:ext cx="1462232" cy="956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94B26D3-909F-991D-BD77-B6AB6AA2B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359" y="4119644"/>
                <a:ext cx="1462232" cy="956480"/>
              </a:xfrm>
              <a:prstGeom prst="rect">
                <a:avLst/>
              </a:prstGeom>
              <a:blipFill>
                <a:blip r:embed="rId6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181FFB7-A7F8-3E34-4367-323896A9B1F5}"/>
                  </a:ext>
                </a:extLst>
              </p:cNvPr>
              <p:cNvSpPr txBox="1"/>
              <p:nvPr/>
            </p:nvSpPr>
            <p:spPr>
              <a:xfrm>
                <a:off x="427365" y="4105915"/>
                <a:ext cx="129560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Thinning scenario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181FFB7-A7F8-3E34-4367-323896A9B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65" y="4105915"/>
                <a:ext cx="1295606" cy="923330"/>
              </a:xfrm>
              <a:prstGeom prst="rect">
                <a:avLst/>
              </a:prstGeom>
              <a:blipFill>
                <a:blip r:embed="rId7"/>
                <a:stretch>
                  <a:fillRect t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D1D905CD-EDBF-6E82-3914-2CFB2D44DF6A}"/>
              </a:ext>
            </a:extLst>
          </p:cNvPr>
          <p:cNvSpPr/>
          <p:nvPr/>
        </p:nvSpPr>
        <p:spPr>
          <a:xfrm>
            <a:off x="4797446" y="4867777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B11CFD-5551-D4DD-86ED-0DAAC7D31DF6}"/>
              </a:ext>
            </a:extLst>
          </p:cNvPr>
          <p:cNvSpPr/>
          <p:nvPr/>
        </p:nvSpPr>
        <p:spPr>
          <a:xfrm>
            <a:off x="4882956" y="5164413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DED1C6-1CE0-5371-3172-98334D28C3D6}"/>
              </a:ext>
            </a:extLst>
          </p:cNvPr>
          <p:cNvSpPr/>
          <p:nvPr/>
        </p:nvSpPr>
        <p:spPr>
          <a:xfrm>
            <a:off x="4997036" y="5430926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6A0F13-9796-CFA2-CC2F-40D9A2E7F441}"/>
              </a:ext>
            </a:extLst>
          </p:cNvPr>
          <p:cNvSpPr/>
          <p:nvPr/>
        </p:nvSpPr>
        <p:spPr>
          <a:xfrm>
            <a:off x="5093032" y="5684317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467C22-3EA2-50DA-FB57-BC61F0A19F53}"/>
              </a:ext>
            </a:extLst>
          </p:cNvPr>
          <p:cNvSpPr/>
          <p:nvPr/>
        </p:nvSpPr>
        <p:spPr>
          <a:xfrm>
            <a:off x="5181533" y="5937708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35F37E-D040-1782-94C0-B05809DD943B}"/>
              </a:ext>
            </a:extLst>
          </p:cNvPr>
          <p:cNvSpPr txBox="1"/>
          <p:nvPr/>
        </p:nvSpPr>
        <p:spPr>
          <a:xfrm>
            <a:off x="5912749" y="5895352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N=150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6056A7-2AB0-0125-E130-0F20872B584D}"/>
              </a:ext>
            </a:extLst>
          </p:cNvPr>
          <p:cNvSpPr txBox="1"/>
          <p:nvPr/>
        </p:nvSpPr>
        <p:spPr>
          <a:xfrm>
            <a:off x="5835525" y="5642632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9514A1-57BD-6F03-B366-6FEDAAF3233B}"/>
              </a:ext>
            </a:extLst>
          </p:cNvPr>
          <p:cNvSpPr txBox="1"/>
          <p:nvPr/>
        </p:nvSpPr>
        <p:spPr>
          <a:xfrm>
            <a:off x="5735788" y="5389562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16EB77-309B-64AB-D7B3-50AAC90F5F32}"/>
              </a:ext>
            </a:extLst>
          </p:cNvPr>
          <p:cNvSpPr txBox="1"/>
          <p:nvPr/>
        </p:nvSpPr>
        <p:spPr>
          <a:xfrm>
            <a:off x="5586388" y="5105177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E4DDE1-216D-CCE6-1090-F5383D05DD8F}"/>
                  </a:ext>
                </a:extLst>
              </p:cNvPr>
              <p:cNvSpPr txBox="1"/>
              <p:nvPr/>
            </p:nvSpPr>
            <p:spPr>
              <a:xfrm>
                <a:off x="5095579" y="6048867"/>
                <a:ext cx="14622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E4DDE1-216D-CCE6-1090-F5383D05D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579" y="6048867"/>
                <a:ext cx="1462232" cy="923330"/>
              </a:xfrm>
              <a:prstGeom prst="rect">
                <a:avLst/>
              </a:prstGeom>
              <a:blipFill>
                <a:blip r:embed="rId8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6" name="Rectangle 485">
            <a:extLst>
              <a:ext uri="{FF2B5EF4-FFF2-40B4-BE49-F238E27FC236}">
                <a16:creationId xmlns:a16="http://schemas.microsoft.com/office/drawing/2014/main" id="{F683E3AB-8277-EAA8-26CB-53134249E304}"/>
              </a:ext>
            </a:extLst>
          </p:cNvPr>
          <p:cNvSpPr/>
          <p:nvPr/>
        </p:nvSpPr>
        <p:spPr>
          <a:xfrm>
            <a:off x="533692" y="4806976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D666A78E-4321-214B-4B5B-C26AB79C96FE}"/>
              </a:ext>
            </a:extLst>
          </p:cNvPr>
          <p:cNvSpPr/>
          <p:nvPr/>
        </p:nvSpPr>
        <p:spPr>
          <a:xfrm>
            <a:off x="619202" y="5103612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E1D5F70B-5AD5-806B-87D3-36FB0E07CC9D}"/>
              </a:ext>
            </a:extLst>
          </p:cNvPr>
          <p:cNvSpPr/>
          <p:nvPr/>
        </p:nvSpPr>
        <p:spPr>
          <a:xfrm>
            <a:off x="733282" y="5370125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EBE8F97E-B875-6368-976E-7C87D02E5661}"/>
              </a:ext>
            </a:extLst>
          </p:cNvPr>
          <p:cNvSpPr/>
          <p:nvPr/>
        </p:nvSpPr>
        <p:spPr>
          <a:xfrm>
            <a:off x="829278" y="5623510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9DF40CCF-BF5E-02EB-CB4D-9508363AE131}"/>
              </a:ext>
            </a:extLst>
          </p:cNvPr>
          <p:cNvSpPr/>
          <p:nvPr/>
        </p:nvSpPr>
        <p:spPr>
          <a:xfrm>
            <a:off x="917779" y="5876901"/>
            <a:ext cx="1285790" cy="1059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EC47CDED-4CEC-240E-AAAD-F22A3D3FDE9A}"/>
              </a:ext>
            </a:extLst>
          </p:cNvPr>
          <p:cNvSpPr txBox="1"/>
          <p:nvPr/>
        </p:nvSpPr>
        <p:spPr>
          <a:xfrm>
            <a:off x="1648993" y="5834545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N=150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E5072FF0-723F-91C4-F8F3-94D636D289CF}"/>
              </a:ext>
            </a:extLst>
          </p:cNvPr>
          <p:cNvSpPr txBox="1"/>
          <p:nvPr/>
        </p:nvSpPr>
        <p:spPr>
          <a:xfrm>
            <a:off x="1571769" y="5581825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N=220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E138F472-B18C-6B42-80AB-BF4291E12207}"/>
              </a:ext>
            </a:extLst>
          </p:cNvPr>
          <p:cNvSpPr txBox="1"/>
          <p:nvPr/>
        </p:nvSpPr>
        <p:spPr>
          <a:xfrm>
            <a:off x="1472032" y="5328755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N=260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4DE09551-9E96-5D31-5C95-590A1ABA7315}"/>
              </a:ext>
            </a:extLst>
          </p:cNvPr>
          <p:cNvSpPr txBox="1"/>
          <p:nvPr/>
        </p:nvSpPr>
        <p:spPr>
          <a:xfrm>
            <a:off x="1322632" y="5044370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</a:t>
            </a:r>
            <a:r>
              <a:rPr lang="el-GR" sz="1199" dirty="0"/>
              <a:t>0</a:t>
            </a:r>
            <a:r>
              <a:rPr lang="en-US" sz="1199" dirty="0"/>
              <a:t>0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D3497B70-46C3-B330-5574-CB93B0EFC46D}"/>
              </a:ext>
            </a:extLst>
          </p:cNvPr>
          <p:cNvSpPr txBox="1"/>
          <p:nvPr/>
        </p:nvSpPr>
        <p:spPr>
          <a:xfrm>
            <a:off x="1234429" y="4770241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TextBox 500">
                <a:extLst>
                  <a:ext uri="{FF2B5EF4-FFF2-40B4-BE49-F238E27FC236}">
                    <a16:creationId xmlns:a16="http://schemas.microsoft.com/office/drawing/2014/main" id="{FA97478A-8610-AECF-56A3-44F0DF9288F6}"/>
                  </a:ext>
                </a:extLst>
              </p:cNvPr>
              <p:cNvSpPr txBox="1"/>
              <p:nvPr/>
            </p:nvSpPr>
            <p:spPr>
              <a:xfrm>
                <a:off x="926585" y="6035138"/>
                <a:ext cx="129560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Thinning scenario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1" name="TextBox 500">
                <a:extLst>
                  <a:ext uri="{FF2B5EF4-FFF2-40B4-BE49-F238E27FC236}">
                    <a16:creationId xmlns:a16="http://schemas.microsoft.com/office/drawing/2014/main" id="{FA97478A-8610-AECF-56A3-44F0DF928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85" y="6035138"/>
                <a:ext cx="1295606" cy="923330"/>
              </a:xfrm>
              <a:prstGeom prst="rect">
                <a:avLst/>
              </a:prstGeom>
              <a:blipFill>
                <a:blip r:embed="rId9"/>
                <a:stretch>
                  <a:fillRect t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C60953D-A54B-673B-90D9-9735EC46B831}"/>
                  </a:ext>
                </a:extLst>
              </p:cNvPr>
              <p:cNvSpPr txBox="1"/>
              <p:nvPr/>
            </p:nvSpPr>
            <p:spPr>
              <a:xfrm>
                <a:off x="4058754" y="1596304"/>
                <a:ext cx="14622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C60953D-A54B-673B-90D9-9735EC46B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754" y="1596304"/>
                <a:ext cx="1462232" cy="923330"/>
              </a:xfrm>
              <a:prstGeom prst="rect">
                <a:avLst/>
              </a:prstGeom>
              <a:blipFill>
                <a:blip r:embed="rId10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74D470-BD18-661D-A45D-41C8B605DC22}"/>
                  </a:ext>
                </a:extLst>
              </p:cNvPr>
              <p:cNvSpPr txBox="1"/>
              <p:nvPr/>
            </p:nvSpPr>
            <p:spPr>
              <a:xfrm>
                <a:off x="9014089" y="3645893"/>
                <a:ext cx="1462232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Predicted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C74D470-BD18-661D-A45D-41C8B605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089" y="3645893"/>
                <a:ext cx="1462232" cy="932628"/>
              </a:xfrm>
              <a:prstGeom prst="rect">
                <a:avLst/>
              </a:prstGeom>
              <a:blipFill>
                <a:blip r:embed="rId11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4B9B20-5913-1DA0-9831-DE7A6054999D}"/>
              </a:ext>
            </a:extLst>
          </p:cNvPr>
          <p:cNvSpPr/>
          <p:nvPr/>
        </p:nvSpPr>
        <p:spPr>
          <a:xfrm>
            <a:off x="30572" y="117854"/>
            <a:ext cx="1285790" cy="1059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68E055-92AD-D5D1-C18F-4D6DA7BB9B45}"/>
                  </a:ext>
                </a:extLst>
              </p:cNvPr>
              <p:cNvSpPr txBox="1"/>
              <p:nvPr/>
            </p:nvSpPr>
            <p:spPr>
              <a:xfrm>
                <a:off x="-16967" y="279134"/>
                <a:ext cx="142089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Discrete spatial field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68E055-92AD-D5D1-C18F-4D6DA7BB9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967" y="279134"/>
                <a:ext cx="1420896" cy="923330"/>
              </a:xfrm>
              <a:prstGeom prst="rect">
                <a:avLst/>
              </a:prstGeom>
              <a:blipFill>
                <a:blip r:embed="rId12"/>
                <a:stretch>
                  <a:fillRect t="-4110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241AAAD-5190-1BF9-FDBE-2CC40CB215E0}"/>
              </a:ext>
            </a:extLst>
          </p:cNvPr>
          <p:cNvSpPr txBox="1"/>
          <p:nvPr/>
        </p:nvSpPr>
        <p:spPr>
          <a:xfrm>
            <a:off x="567973" y="105695"/>
            <a:ext cx="798207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N=18916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1DC66F-0CB1-8074-180A-E0783626E510}"/>
              </a:ext>
            </a:extLst>
          </p:cNvPr>
          <p:cNvCxnSpPr>
            <a:cxnSpLocks/>
            <a:stCxn id="4" idx="2"/>
            <a:endCxn id="217" idx="0"/>
          </p:cNvCxnSpPr>
          <p:nvPr/>
        </p:nvCxnSpPr>
        <p:spPr>
          <a:xfrm>
            <a:off x="673467" y="1177851"/>
            <a:ext cx="1661" cy="259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392A26-D774-A1DB-7D0E-A3E17F16AC9E}"/>
              </a:ext>
            </a:extLst>
          </p:cNvPr>
          <p:cNvSpPr txBox="1"/>
          <p:nvPr/>
        </p:nvSpPr>
        <p:spPr>
          <a:xfrm>
            <a:off x="5484904" y="4853817"/>
            <a:ext cx="620683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/>
              <a:t>N=330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52F00-7780-28DB-2DFA-EA1DB56B9891}"/>
              </a:ext>
            </a:extLst>
          </p:cNvPr>
          <p:cNvSpPr txBox="1"/>
          <p:nvPr/>
        </p:nvSpPr>
        <p:spPr>
          <a:xfrm>
            <a:off x="7336784" y="2319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203AE-6D07-AD25-E3CF-29FB1AE19FA0}"/>
              </a:ext>
            </a:extLst>
          </p:cNvPr>
          <p:cNvSpPr txBox="1"/>
          <p:nvPr/>
        </p:nvSpPr>
        <p:spPr>
          <a:xfrm>
            <a:off x="13454381" y="26421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2517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397</Words>
  <Application>Microsoft Macintosh PowerPoint</Application>
  <PresentationFormat>Custom</PresentationFormat>
  <Paragraphs>140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Gledis Guri</dc:creator>
  <cp:lastModifiedBy>Gledis Guri</cp:lastModifiedBy>
  <cp:revision>1</cp:revision>
  <cp:lastPrinted>2026-02-18T19:48:30Z</cp:lastPrinted>
  <dcterms:created xsi:type="dcterms:W3CDTF">2025-10-30T17:39:32Z</dcterms:created>
  <dcterms:modified xsi:type="dcterms:W3CDTF">2026-05-11T04:40:41Z</dcterms:modified>
</cp:coreProperties>
</file>