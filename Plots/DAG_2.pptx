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720" r:id="rId1"/>
  </p:sldMasterIdLst>
  <p:sldIdLst>
    <p:sldId id="256" r:id="rId2"/>
  </p:sldIdLst>
  <p:sldSz cx="15119350" cy="10080625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9957"/>
    <a:srgbClr val="FF6D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F5CF3D77-4F80-EB4A-9D8B-047E8D60E51B}" v="62" dt="2025-11-11T01:06:57.957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9718"/>
    <p:restoredTop sz="94625"/>
  </p:normalViewPr>
  <p:slideViewPr>
    <p:cSldViewPr snapToGrid="0">
      <p:cViewPr>
        <p:scale>
          <a:sx n="130" d="100"/>
          <a:sy n="130" d="100"/>
        </p:scale>
        <p:origin x="3448" y="33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microsoft.com/office/2015/10/relationships/revisionInfo" Target="revisionInfo.xml"/><Relationship Id="rId3" Type="http://schemas.openxmlformats.org/officeDocument/2006/relationships/presProps" Target="presProps.xml"/><Relationship Id="rId7" Type="http://schemas.microsoft.com/office/2016/11/relationships/changesInfo" Target="changesInfos/changesInfo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Gledis Guri" userId="83df82f3-47dd-4c7f-8014-681978acda03" providerId="ADAL" clId="{4ACBB8A1-FBE2-5251-858B-E09541376FB7}"/>
    <pc:docChg chg="undo custSel modSld">
      <pc:chgData name="Gledis Guri" userId="83df82f3-47dd-4c7f-8014-681978acda03" providerId="ADAL" clId="{4ACBB8A1-FBE2-5251-858B-E09541376FB7}" dt="2025-11-11T01:06:57.957" v="132" actId="207"/>
      <pc:docMkLst>
        <pc:docMk/>
      </pc:docMkLst>
      <pc:sldChg chg="addSp delSp modSp mod">
        <pc:chgData name="Gledis Guri" userId="83df82f3-47dd-4c7f-8014-681978acda03" providerId="ADAL" clId="{4ACBB8A1-FBE2-5251-858B-E09541376FB7}" dt="2025-11-11T01:06:57.957" v="132" actId="207"/>
        <pc:sldMkLst>
          <pc:docMk/>
          <pc:sldMk cId="388406585" sldId="256"/>
        </pc:sldMkLst>
        <pc:spChg chg="add mod">
          <ac:chgData name="Gledis Guri" userId="83df82f3-47dd-4c7f-8014-681978acda03" providerId="ADAL" clId="{4ACBB8A1-FBE2-5251-858B-E09541376FB7}" dt="2025-11-11T01:06:29.818" v="126" actId="207"/>
          <ac:spMkLst>
            <pc:docMk/>
            <pc:sldMk cId="388406585" sldId="256"/>
            <ac:spMk id="2" creationId="{7118C1FA-2E4E-06DA-41B6-F1F6CEA87530}"/>
          </ac:spMkLst>
        </pc:spChg>
        <pc:spChg chg="add mod">
          <ac:chgData name="Gledis Guri" userId="83df82f3-47dd-4c7f-8014-681978acda03" providerId="ADAL" clId="{4ACBB8A1-FBE2-5251-858B-E09541376FB7}" dt="2025-11-11T01:06:50.773" v="130" actId="207"/>
          <ac:spMkLst>
            <pc:docMk/>
            <pc:sldMk cId="388406585" sldId="256"/>
            <ac:spMk id="3" creationId="{DA0CC5A2-E135-5A99-19CA-03BAC624E020}"/>
          </ac:spMkLst>
        </pc:spChg>
        <pc:spChg chg="add mod">
          <ac:chgData name="Gledis Guri" userId="83df82f3-47dd-4c7f-8014-681978acda03" providerId="ADAL" clId="{4ACBB8A1-FBE2-5251-858B-E09541376FB7}" dt="2025-11-11T01:06:47.580" v="129" actId="207"/>
          <ac:spMkLst>
            <pc:docMk/>
            <pc:sldMk cId="388406585" sldId="256"/>
            <ac:spMk id="4" creationId="{4AFD910C-7C90-2B2B-B175-C69E9B93E93E}"/>
          </ac:spMkLst>
        </pc:spChg>
        <pc:spChg chg="add mod">
          <ac:chgData name="Gledis Guri" userId="83df82f3-47dd-4c7f-8014-681978acda03" providerId="ADAL" clId="{4ACBB8A1-FBE2-5251-858B-E09541376FB7}" dt="2025-11-11T01:06:57.957" v="132" actId="207"/>
          <ac:spMkLst>
            <pc:docMk/>
            <pc:sldMk cId="388406585" sldId="256"/>
            <ac:spMk id="5" creationId="{B5BA83A4-3882-C1E8-73B7-5566ECC2CCAF}"/>
          </ac:spMkLst>
        </pc:spChg>
        <pc:spChg chg="add mod">
          <ac:chgData name="Gledis Guri" userId="83df82f3-47dd-4c7f-8014-681978acda03" providerId="ADAL" clId="{4ACBB8A1-FBE2-5251-858B-E09541376FB7}" dt="2025-11-11T01:06:54.282" v="131" actId="207"/>
          <ac:spMkLst>
            <pc:docMk/>
            <pc:sldMk cId="388406585" sldId="256"/>
            <ac:spMk id="6" creationId="{78693248-BC57-6866-36AF-541840B5C631}"/>
          </ac:spMkLst>
        </pc:spChg>
        <pc:spChg chg="add mod">
          <ac:chgData name="Gledis Guri" userId="83df82f3-47dd-4c7f-8014-681978acda03" providerId="ADAL" clId="{4ACBB8A1-FBE2-5251-858B-E09541376FB7}" dt="2025-11-11T01:06:44.157" v="128" actId="207"/>
          <ac:spMkLst>
            <pc:docMk/>
            <pc:sldMk cId="388406585" sldId="256"/>
            <ac:spMk id="7" creationId="{F87EA883-92BE-D888-431D-045846FF3AE1}"/>
          </ac:spMkLst>
        </pc:spChg>
        <pc:spChg chg="mod">
          <ac:chgData name="Gledis Guri" userId="83df82f3-47dd-4c7f-8014-681978acda03" providerId="ADAL" clId="{4ACBB8A1-FBE2-5251-858B-E09541376FB7}" dt="2025-11-11T01:06:33.146" v="127" actId="207"/>
          <ac:spMkLst>
            <pc:docMk/>
            <pc:sldMk cId="388406585" sldId="256"/>
            <ac:spMk id="128" creationId="{47D0BDCE-F337-85C5-ACB1-F0B8FED4F6DD}"/>
          </ac:spMkLst>
        </pc:spChg>
        <pc:spChg chg="mod">
          <ac:chgData name="Gledis Guri" userId="83df82f3-47dd-4c7f-8014-681978acda03" providerId="ADAL" clId="{4ACBB8A1-FBE2-5251-858B-E09541376FB7}" dt="2025-11-11T01:06:21.984" v="124" actId="207"/>
          <ac:spMkLst>
            <pc:docMk/>
            <pc:sldMk cId="388406585" sldId="256"/>
            <ac:spMk id="131" creationId="{D0A4CD49-51AD-011E-D413-308044A38E2F}"/>
          </ac:spMkLst>
        </pc:spChg>
        <pc:spChg chg="mod">
          <ac:chgData name="Gledis Guri" userId="83df82f3-47dd-4c7f-8014-681978acda03" providerId="ADAL" clId="{4ACBB8A1-FBE2-5251-858B-E09541376FB7}" dt="2025-11-10T20:00:42.123" v="43" actId="20577"/>
          <ac:spMkLst>
            <pc:docMk/>
            <pc:sldMk cId="388406585" sldId="256"/>
            <ac:spMk id="132" creationId="{64EDF48B-EF49-EEEA-C3E6-4B3E906B11EC}"/>
          </ac:spMkLst>
        </pc:spChg>
        <pc:spChg chg="mod">
          <ac:chgData name="Gledis Guri" userId="83df82f3-47dd-4c7f-8014-681978acda03" providerId="ADAL" clId="{4ACBB8A1-FBE2-5251-858B-E09541376FB7}" dt="2025-11-10T20:00:51.936" v="45" actId="20577"/>
          <ac:spMkLst>
            <pc:docMk/>
            <pc:sldMk cId="388406585" sldId="256"/>
            <ac:spMk id="138" creationId="{52D6597B-21B5-BF20-1ECC-13B79B86E3CB}"/>
          </ac:spMkLst>
        </pc:spChg>
        <pc:spChg chg="del">
          <ac:chgData name="Gledis Guri" userId="83df82f3-47dd-4c7f-8014-681978acda03" providerId="ADAL" clId="{4ACBB8A1-FBE2-5251-858B-E09541376FB7}" dt="2025-11-10T20:02:06.848" v="51" actId="478"/>
          <ac:spMkLst>
            <pc:docMk/>
            <pc:sldMk cId="388406585" sldId="256"/>
            <ac:spMk id="163" creationId="{7213DA72-3B76-63BB-DD86-236F20FD918B}"/>
          </ac:spMkLst>
        </pc:spChg>
        <pc:spChg chg="del">
          <ac:chgData name="Gledis Guri" userId="83df82f3-47dd-4c7f-8014-681978acda03" providerId="ADAL" clId="{4ACBB8A1-FBE2-5251-858B-E09541376FB7}" dt="2025-11-10T20:02:06.039" v="50" actId="478"/>
          <ac:spMkLst>
            <pc:docMk/>
            <pc:sldMk cId="388406585" sldId="256"/>
            <ac:spMk id="164" creationId="{D1FA7AE1-4CD2-4AB3-7E83-03CE18EE491E}"/>
          </ac:spMkLst>
        </pc:spChg>
        <pc:spChg chg="del">
          <ac:chgData name="Gledis Guri" userId="83df82f3-47dd-4c7f-8014-681978acda03" providerId="ADAL" clId="{4ACBB8A1-FBE2-5251-858B-E09541376FB7}" dt="2025-11-11T01:03:08.274" v="64" actId="478"/>
          <ac:spMkLst>
            <pc:docMk/>
            <pc:sldMk cId="388406585" sldId="256"/>
            <ac:spMk id="210" creationId="{86FEC44C-4599-A827-A28A-3FB76CB5EB14}"/>
          </ac:spMkLst>
        </pc:spChg>
        <pc:spChg chg="mod">
          <ac:chgData name="Gledis Guri" userId="83df82f3-47dd-4c7f-8014-681978acda03" providerId="ADAL" clId="{4ACBB8A1-FBE2-5251-858B-E09541376FB7}" dt="2025-11-10T20:00:54.833" v="46" actId="20577"/>
          <ac:spMkLst>
            <pc:docMk/>
            <pc:sldMk cId="388406585" sldId="256"/>
            <ac:spMk id="212" creationId="{5982A00C-F93A-112D-6E83-7D8316174F68}"/>
          </ac:spMkLst>
        </pc:spChg>
        <pc:spChg chg="mod">
          <ac:chgData name="Gledis Guri" userId="83df82f3-47dd-4c7f-8014-681978acda03" providerId="ADAL" clId="{4ACBB8A1-FBE2-5251-858B-E09541376FB7}" dt="2025-11-11T01:06:26.605" v="125" actId="207"/>
          <ac:spMkLst>
            <pc:docMk/>
            <pc:sldMk cId="388406585" sldId="256"/>
            <ac:spMk id="224" creationId="{3234A62E-E417-3B5D-317B-208E100725F4}"/>
          </ac:spMkLst>
        </pc:spChg>
        <pc:spChg chg="mod">
          <ac:chgData name="Gledis Guri" userId="83df82f3-47dd-4c7f-8014-681978acda03" providerId="ADAL" clId="{4ACBB8A1-FBE2-5251-858B-E09541376FB7}" dt="2025-11-10T20:00:44.822" v="44" actId="20577"/>
          <ac:spMkLst>
            <pc:docMk/>
            <pc:sldMk cId="388406585" sldId="256"/>
            <ac:spMk id="225" creationId="{B4319809-5237-98A8-8C32-B5EE5286C3FF}"/>
          </ac:spMkLst>
        </pc:spChg>
        <pc:spChg chg="del">
          <ac:chgData name="Gledis Guri" userId="83df82f3-47dd-4c7f-8014-681978acda03" providerId="ADAL" clId="{4ACBB8A1-FBE2-5251-858B-E09541376FB7}" dt="2025-11-11T01:04:51.010" v="90" actId="478"/>
          <ac:spMkLst>
            <pc:docMk/>
            <pc:sldMk cId="388406585" sldId="256"/>
            <ac:spMk id="234" creationId="{9C3B6BEE-C301-BB63-D951-B31C4637546A}"/>
          </ac:spMkLst>
        </pc:spChg>
        <pc:spChg chg="del">
          <ac:chgData name="Gledis Guri" userId="83df82f3-47dd-4c7f-8014-681978acda03" providerId="ADAL" clId="{4ACBB8A1-FBE2-5251-858B-E09541376FB7}" dt="2025-11-11T01:04:51.010" v="90" actId="478"/>
          <ac:spMkLst>
            <pc:docMk/>
            <pc:sldMk cId="388406585" sldId="256"/>
            <ac:spMk id="255" creationId="{75A01F26-1D34-E3CA-09F9-C2B614DA4F95}"/>
          </ac:spMkLst>
        </pc:spChg>
        <pc:spChg chg="del">
          <ac:chgData name="Gledis Guri" userId="83df82f3-47dd-4c7f-8014-681978acda03" providerId="ADAL" clId="{4ACBB8A1-FBE2-5251-858B-E09541376FB7}" dt="2025-11-11T01:05:55.874" v="117" actId="478"/>
          <ac:spMkLst>
            <pc:docMk/>
            <pc:sldMk cId="388406585" sldId="256"/>
            <ac:spMk id="315" creationId="{8069BC82-D093-9EB7-E936-41F3B9F31F5B}"/>
          </ac:spMkLst>
        </pc:spChg>
        <pc:spChg chg="mod">
          <ac:chgData name="Gledis Guri" userId="83df82f3-47dd-4c7f-8014-681978acda03" providerId="ADAL" clId="{4ACBB8A1-FBE2-5251-858B-E09541376FB7}" dt="2025-11-10T20:01:01.992" v="47" actId="20577"/>
          <ac:spMkLst>
            <pc:docMk/>
            <pc:sldMk cId="388406585" sldId="256"/>
            <ac:spMk id="316" creationId="{20C37784-C9C4-3E40-3CFB-D1A35B74D547}"/>
          </ac:spMkLst>
        </pc:spChg>
        <pc:spChg chg="mod">
          <ac:chgData name="Gledis Guri" userId="83df82f3-47dd-4c7f-8014-681978acda03" providerId="ADAL" clId="{4ACBB8A1-FBE2-5251-858B-E09541376FB7}" dt="2025-11-10T20:01:07.098" v="49" actId="20577"/>
          <ac:spMkLst>
            <pc:docMk/>
            <pc:sldMk cId="388406585" sldId="256"/>
            <ac:spMk id="435" creationId="{EC1FFE7E-669E-AD1C-0133-499B14E87998}"/>
          </ac:spMkLst>
        </pc:spChg>
        <pc:spChg chg="mod">
          <ac:chgData name="Gledis Guri" userId="83df82f3-47dd-4c7f-8014-681978acda03" providerId="ADAL" clId="{4ACBB8A1-FBE2-5251-858B-E09541376FB7}" dt="2025-11-10T20:01:04.803" v="48" actId="20577"/>
          <ac:spMkLst>
            <pc:docMk/>
            <pc:sldMk cId="388406585" sldId="256"/>
            <ac:spMk id="440" creationId="{32623116-925B-A2EA-BE63-F1FAFAF0E2A7}"/>
          </ac:spMkLst>
        </pc:spChg>
        <pc:spChg chg="del">
          <ac:chgData name="Gledis Guri" userId="83df82f3-47dd-4c7f-8014-681978acda03" providerId="ADAL" clId="{4ACBB8A1-FBE2-5251-858B-E09541376FB7}" dt="2025-11-11T01:05:32.502" v="110" actId="478"/>
          <ac:spMkLst>
            <pc:docMk/>
            <pc:sldMk cId="388406585" sldId="256"/>
            <ac:spMk id="452" creationId="{3B264755-A888-E785-D741-209CE298DF8C}"/>
          </ac:spMkLst>
        </pc:spChg>
        <pc:spChg chg="del">
          <ac:chgData name="Gledis Guri" userId="83df82f3-47dd-4c7f-8014-681978acda03" providerId="ADAL" clId="{4ACBB8A1-FBE2-5251-858B-E09541376FB7}" dt="2025-11-11T01:05:32.502" v="110" actId="478"/>
          <ac:spMkLst>
            <pc:docMk/>
            <pc:sldMk cId="388406585" sldId="256"/>
            <ac:spMk id="475" creationId="{D95784F1-5C5E-5428-B2CE-E176E0CB9693}"/>
          </ac:spMkLst>
        </pc:spChg>
        <pc:spChg chg="mod">
          <ac:chgData name="Gledis Guri" userId="83df82f3-47dd-4c7f-8014-681978acda03" providerId="ADAL" clId="{4ACBB8A1-FBE2-5251-858B-E09541376FB7}" dt="2025-11-07T19:13:03.843" v="0" actId="34135"/>
          <ac:spMkLst>
            <pc:docMk/>
            <pc:sldMk cId="388406585" sldId="256"/>
            <ac:spMk id="496" creationId="{E7C98B62-1581-E7C4-A385-7FB837B9FAA1}"/>
          </ac:spMkLst>
        </pc:spChg>
        <pc:spChg chg="mod">
          <ac:chgData name="Gledis Guri" userId="83df82f3-47dd-4c7f-8014-681978acda03" providerId="ADAL" clId="{4ACBB8A1-FBE2-5251-858B-E09541376FB7}" dt="2025-11-07T19:13:03.843" v="0" actId="34135"/>
          <ac:spMkLst>
            <pc:docMk/>
            <pc:sldMk cId="388406585" sldId="256"/>
            <ac:spMk id="497" creationId="{3EDFF9B9-2D1D-D9AE-4A99-CF8D2E4895BE}"/>
          </ac:spMkLst>
        </pc:spChg>
        <pc:cxnChg chg="mod">
          <ac:chgData name="Gledis Guri" userId="83df82f3-47dd-4c7f-8014-681978acda03" providerId="ADAL" clId="{4ACBB8A1-FBE2-5251-858B-E09541376FB7}" dt="2025-11-10T20:02:25.368" v="52" actId="208"/>
          <ac:cxnSpMkLst>
            <pc:docMk/>
            <pc:sldMk cId="388406585" sldId="256"/>
            <ac:cxnSpMk id="143" creationId="{6FF16508-BB65-78DD-44E1-EF2309525260}"/>
          </ac:cxnSpMkLst>
        </pc:cxnChg>
        <pc:cxnChg chg="mod">
          <ac:chgData name="Gledis Guri" userId="83df82f3-47dd-4c7f-8014-681978acda03" providerId="ADAL" clId="{4ACBB8A1-FBE2-5251-858B-E09541376FB7}" dt="2025-11-10T20:02:25.368" v="52" actId="208"/>
          <ac:cxnSpMkLst>
            <pc:docMk/>
            <pc:sldMk cId="388406585" sldId="256"/>
            <ac:cxnSpMk id="322" creationId="{4DC3D8F7-3DB5-90BA-56A4-50F08DB60109}"/>
          </ac:cxnSpMkLst>
        </pc:cxn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33951" y="1649770"/>
            <a:ext cx="12851448" cy="3509551"/>
          </a:xfrm>
        </p:spPr>
        <p:txBody>
          <a:bodyPr anchor="b"/>
          <a:lstStyle>
            <a:lvl1pPr algn="ctr">
              <a:defRPr sz="8819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89919" y="5294662"/>
            <a:ext cx="11339513" cy="2433817"/>
          </a:xfrm>
        </p:spPr>
        <p:txBody>
          <a:bodyPr/>
          <a:lstStyle>
            <a:lvl1pPr marL="0" indent="0" algn="ctr">
              <a:buNone/>
              <a:defRPr sz="3528"/>
            </a:lvl1pPr>
            <a:lvl2pPr marL="672038" indent="0" algn="ctr">
              <a:buNone/>
              <a:defRPr sz="2940"/>
            </a:lvl2pPr>
            <a:lvl3pPr marL="1344077" indent="0" algn="ctr">
              <a:buNone/>
              <a:defRPr sz="2646"/>
            </a:lvl3pPr>
            <a:lvl4pPr marL="2016115" indent="0" algn="ctr">
              <a:buNone/>
              <a:defRPr sz="2352"/>
            </a:lvl4pPr>
            <a:lvl5pPr marL="2688153" indent="0" algn="ctr">
              <a:buNone/>
              <a:defRPr sz="2352"/>
            </a:lvl5pPr>
            <a:lvl6pPr marL="3360191" indent="0" algn="ctr">
              <a:buNone/>
              <a:defRPr sz="2352"/>
            </a:lvl6pPr>
            <a:lvl7pPr marL="4032230" indent="0" algn="ctr">
              <a:buNone/>
              <a:defRPr sz="2352"/>
            </a:lvl7pPr>
            <a:lvl8pPr marL="4704268" indent="0" algn="ctr">
              <a:buNone/>
              <a:defRPr sz="2352"/>
            </a:lvl8pPr>
            <a:lvl9pPr marL="5376306" indent="0" algn="ctr">
              <a:buNone/>
              <a:defRPr sz="2352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978F12-AB81-C64C-B3D1-99547549E0A1}" type="datetimeFigureOut">
              <a:rPr lang="en-US" smtClean="0"/>
              <a:t>11/10/25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3FAF85-7D6C-CA46-81CE-AFEF267E640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698305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978F12-AB81-C64C-B3D1-99547549E0A1}" type="datetimeFigureOut">
              <a:rPr lang="en-US" smtClean="0"/>
              <a:t>11/10/25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3FAF85-7D6C-CA46-81CE-AFEF267E640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352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31582" y="2513159"/>
            <a:ext cx="13040439" cy="4193259"/>
          </a:xfrm>
        </p:spPr>
        <p:txBody>
          <a:bodyPr anchor="b"/>
          <a:lstStyle>
            <a:lvl1pPr>
              <a:defRPr sz="8819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31582" y="6746088"/>
            <a:ext cx="13040439" cy="2205136"/>
          </a:xfrm>
        </p:spPr>
        <p:txBody>
          <a:bodyPr/>
          <a:lstStyle>
            <a:lvl1pPr marL="0" indent="0">
              <a:buNone/>
              <a:defRPr sz="3528">
                <a:solidFill>
                  <a:schemeClr val="tx1">
                    <a:tint val="82000"/>
                  </a:schemeClr>
                </a:solidFill>
              </a:defRPr>
            </a:lvl1pPr>
            <a:lvl2pPr marL="672038" indent="0">
              <a:buNone/>
              <a:defRPr sz="2940">
                <a:solidFill>
                  <a:schemeClr val="tx1">
                    <a:tint val="82000"/>
                  </a:schemeClr>
                </a:solidFill>
              </a:defRPr>
            </a:lvl2pPr>
            <a:lvl3pPr marL="1344077" indent="0">
              <a:buNone/>
              <a:defRPr sz="2646">
                <a:solidFill>
                  <a:schemeClr val="tx1">
                    <a:tint val="82000"/>
                  </a:schemeClr>
                </a:solidFill>
              </a:defRPr>
            </a:lvl3pPr>
            <a:lvl4pPr marL="2016115" indent="0">
              <a:buNone/>
              <a:defRPr sz="2352">
                <a:solidFill>
                  <a:schemeClr val="tx1">
                    <a:tint val="82000"/>
                  </a:schemeClr>
                </a:solidFill>
              </a:defRPr>
            </a:lvl4pPr>
            <a:lvl5pPr marL="2688153" indent="0">
              <a:buNone/>
              <a:defRPr sz="2352">
                <a:solidFill>
                  <a:schemeClr val="tx1">
                    <a:tint val="82000"/>
                  </a:schemeClr>
                </a:solidFill>
              </a:defRPr>
            </a:lvl5pPr>
            <a:lvl6pPr marL="3360191" indent="0">
              <a:buNone/>
              <a:defRPr sz="2352">
                <a:solidFill>
                  <a:schemeClr val="tx1">
                    <a:tint val="82000"/>
                  </a:schemeClr>
                </a:solidFill>
              </a:defRPr>
            </a:lvl6pPr>
            <a:lvl7pPr marL="4032230" indent="0">
              <a:buNone/>
              <a:defRPr sz="2352">
                <a:solidFill>
                  <a:schemeClr val="tx1">
                    <a:tint val="82000"/>
                  </a:schemeClr>
                </a:solidFill>
              </a:defRPr>
            </a:lvl7pPr>
            <a:lvl8pPr marL="4704268" indent="0">
              <a:buNone/>
              <a:defRPr sz="2352">
                <a:solidFill>
                  <a:schemeClr val="tx1">
                    <a:tint val="82000"/>
                  </a:schemeClr>
                </a:solidFill>
              </a:defRPr>
            </a:lvl8pPr>
            <a:lvl9pPr marL="5376306" indent="0">
              <a:buNone/>
              <a:defRPr sz="2352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978F12-AB81-C64C-B3D1-99547549E0A1}" type="datetimeFigureOut">
              <a:rPr lang="en-US" smtClean="0"/>
              <a:t>11/10/25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3FAF85-7D6C-CA46-81CE-AFEF267E640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21142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39455" y="2683500"/>
            <a:ext cx="6425724" cy="639606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654171" y="2683500"/>
            <a:ext cx="6425724" cy="639606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978F12-AB81-C64C-B3D1-99547549E0A1}" type="datetimeFigureOut">
              <a:rPr lang="en-US" smtClean="0"/>
              <a:t>11/10/25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3FAF85-7D6C-CA46-81CE-AFEF267E640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9430488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41425" y="536702"/>
            <a:ext cx="13040439" cy="194845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41426" y="2471154"/>
            <a:ext cx="6396193" cy="1211074"/>
          </a:xfrm>
        </p:spPr>
        <p:txBody>
          <a:bodyPr anchor="b"/>
          <a:lstStyle>
            <a:lvl1pPr marL="0" indent="0">
              <a:buNone/>
              <a:defRPr sz="3528" b="1"/>
            </a:lvl1pPr>
            <a:lvl2pPr marL="672038" indent="0">
              <a:buNone/>
              <a:defRPr sz="2940" b="1"/>
            </a:lvl2pPr>
            <a:lvl3pPr marL="1344077" indent="0">
              <a:buNone/>
              <a:defRPr sz="2646" b="1"/>
            </a:lvl3pPr>
            <a:lvl4pPr marL="2016115" indent="0">
              <a:buNone/>
              <a:defRPr sz="2352" b="1"/>
            </a:lvl4pPr>
            <a:lvl5pPr marL="2688153" indent="0">
              <a:buNone/>
              <a:defRPr sz="2352" b="1"/>
            </a:lvl5pPr>
            <a:lvl6pPr marL="3360191" indent="0">
              <a:buNone/>
              <a:defRPr sz="2352" b="1"/>
            </a:lvl6pPr>
            <a:lvl7pPr marL="4032230" indent="0">
              <a:buNone/>
              <a:defRPr sz="2352" b="1"/>
            </a:lvl7pPr>
            <a:lvl8pPr marL="4704268" indent="0">
              <a:buNone/>
              <a:defRPr sz="2352" b="1"/>
            </a:lvl8pPr>
            <a:lvl9pPr marL="5376306" indent="0">
              <a:buNone/>
              <a:defRPr sz="2352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41426" y="3682228"/>
            <a:ext cx="6396193" cy="541600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7654172" y="2471154"/>
            <a:ext cx="6427693" cy="1211074"/>
          </a:xfrm>
        </p:spPr>
        <p:txBody>
          <a:bodyPr anchor="b"/>
          <a:lstStyle>
            <a:lvl1pPr marL="0" indent="0">
              <a:buNone/>
              <a:defRPr sz="3528" b="1"/>
            </a:lvl1pPr>
            <a:lvl2pPr marL="672038" indent="0">
              <a:buNone/>
              <a:defRPr sz="2940" b="1"/>
            </a:lvl2pPr>
            <a:lvl3pPr marL="1344077" indent="0">
              <a:buNone/>
              <a:defRPr sz="2646" b="1"/>
            </a:lvl3pPr>
            <a:lvl4pPr marL="2016115" indent="0">
              <a:buNone/>
              <a:defRPr sz="2352" b="1"/>
            </a:lvl4pPr>
            <a:lvl5pPr marL="2688153" indent="0">
              <a:buNone/>
              <a:defRPr sz="2352" b="1"/>
            </a:lvl5pPr>
            <a:lvl6pPr marL="3360191" indent="0">
              <a:buNone/>
              <a:defRPr sz="2352" b="1"/>
            </a:lvl6pPr>
            <a:lvl7pPr marL="4032230" indent="0">
              <a:buNone/>
              <a:defRPr sz="2352" b="1"/>
            </a:lvl7pPr>
            <a:lvl8pPr marL="4704268" indent="0">
              <a:buNone/>
              <a:defRPr sz="2352" b="1"/>
            </a:lvl8pPr>
            <a:lvl9pPr marL="5376306" indent="0">
              <a:buNone/>
              <a:defRPr sz="2352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7654172" y="3682228"/>
            <a:ext cx="6427693" cy="541600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978F12-AB81-C64C-B3D1-99547549E0A1}" type="datetimeFigureOut">
              <a:rPr lang="en-US" smtClean="0"/>
              <a:t>11/10/25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3FAF85-7D6C-CA46-81CE-AFEF267E640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044316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978F12-AB81-C64C-B3D1-99547549E0A1}" type="datetimeFigureOut">
              <a:rPr lang="en-US" smtClean="0"/>
              <a:t>11/10/25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3FAF85-7D6C-CA46-81CE-AFEF267E640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222034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978F12-AB81-C64C-B3D1-99547549E0A1}" type="datetimeFigureOut">
              <a:rPr lang="en-US" smtClean="0"/>
              <a:t>11/10/25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3FAF85-7D6C-CA46-81CE-AFEF267E640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4564035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41425" y="672042"/>
            <a:ext cx="4876384" cy="2352146"/>
          </a:xfrm>
        </p:spPr>
        <p:txBody>
          <a:bodyPr anchor="b"/>
          <a:lstStyle>
            <a:lvl1pPr>
              <a:defRPr sz="4704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427693" y="1451426"/>
            <a:ext cx="7654171" cy="7163777"/>
          </a:xfrm>
        </p:spPr>
        <p:txBody>
          <a:bodyPr/>
          <a:lstStyle>
            <a:lvl1pPr>
              <a:defRPr sz="4704"/>
            </a:lvl1pPr>
            <a:lvl2pPr>
              <a:defRPr sz="4116"/>
            </a:lvl2pPr>
            <a:lvl3pPr>
              <a:defRPr sz="3528"/>
            </a:lvl3pPr>
            <a:lvl4pPr>
              <a:defRPr sz="2940"/>
            </a:lvl4pPr>
            <a:lvl5pPr>
              <a:defRPr sz="2940"/>
            </a:lvl5pPr>
            <a:lvl6pPr>
              <a:defRPr sz="2940"/>
            </a:lvl6pPr>
            <a:lvl7pPr>
              <a:defRPr sz="2940"/>
            </a:lvl7pPr>
            <a:lvl8pPr>
              <a:defRPr sz="2940"/>
            </a:lvl8pPr>
            <a:lvl9pPr>
              <a:defRPr sz="294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41425" y="3024188"/>
            <a:ext cx="4876384" cy="5602681"/>
          </a:xfrm>
        </p:spPr>
        <p:txBody>
          <a:bodyPr/>
          <a:lstStyle>
            <a:lvl1pPr marL="0" indent="0">
              <a:buNone/>
              <a:defRPr sz="2352"/>
            </a:lvl1pPr>
            <a:lvl2pPr marL="672038" indent="0">
              <a:buNone/>
              <a:defRPr sz="2058"/>
            </a:lvl2pPr>
            <a:lvl3pPr marL="1344077" indent="0">
              <a:buNone/>
              <a:defRPr sz="1764"/>
            </a:lvl3pPr>
            <a:lvl4pPr marL="2016115" indent="0">
              <a:buNone/>
              <a:defRPr sz="1470"/>
            </a:lvl4pPr>
            <a:lvl5pPr marL="2688153" indent="0">
              <a:buNone/>
              <a:defRPr sz="1470"/>
            </a:lvl5pPr>
            <a:lvl6pPr marL="3360191" indent="0">
              <a:buNone/>
              <a:defRPr sz="1470"/>
            </a:lvl6pPr>
            <a:lvl7pPr marL="4032230" indent="0">
              <a:buNone/>
              <a:defRPr sz="1470"/>
            </a:lvl7pPr>
            <a:lvl8pPr marL="4704268" indent="0">
              <a:buNone/>
              <a:defRPr sz="1470"/>
            </a:lvl8pPr>
            <a:lvl9pPr marL="5376306" indent="0">
              <a:buNone/>
              <a:defRPr sz="147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978F12-AB81-C64C-B3D1-99547549E0A1}" type="datetimeFigureOut">
              <a:rPr lang="en-US" smtClean="0"/>
              <a:t>11/10/25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3FAF85-7D6C-CA46-81CE-AFEF267E640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159750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41425" y="672042"/>
            <a:ext cx="4876384" cy="2352146"/>
          </a:xfrm>
        </p:spPr>
        <p:txBody>
          <a:bodyPr anchor="b"/>
          <a:lstStyle>
            <a:lvl1pPr>
              <a:defRPr sz="4704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427693" y="1451426"/>
            <a:ext cx="7654171" cy="7163777"/>
          </a:xfrm>
        </p:spPr>
        <p:txBody>
          <a:bodyPr anchor="t"/>
          <a:lstStyle>
            <a:lvl1pPr marL="0" indent="0">
              <a:buNone/>
              <a:defRPr sz="4704"/>
            </a:lvl1pPr>
            <a:lvl2pPr marL="672038" indent="0">
              <a:buNone/>
              <a:defRPr sz="4116"/>
            </a:lvl2pPr>
            <a:lvl3pPr marL="1344077" indent="0">
              <a:buNone/>
              <a:defRPr sz="3528"/>
            </a:lvl3pPr>
            <a:lvl4pPr marL="2016115" indent="0">
              <a:buNone/>
              <a:defRPr sz="2940"/>
            </a:lvl4pPr>
            <a:lvl5pPr marL="2688153" indent="0">
              <a:buNone/>
              <a:defRPr sz="2940"/>
            </a:lvl5pPr>
            <a:lvl6pPr marL="3360191" indent="0">
              <a:buNone/>
              <a:defRPr sz="2940"/>
            </a:lvl6pPr>
            <a:lvl7pPr marL="4032230" indent="0">
              <a:buNone/>
              <a:defRPr sz="2940"/>
            </a:lvl7pPr>
            <a:lvl8pPr marL="4704268" indent="0">
              <a:buNone/>
              <a:defRPr sz="2940"/>
            </a:lvl8pPr>
            <a:lvl9pPr marL="5376306" indent="0">
              <a:buNone/>
              <a:defRPr sz="294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41425" y="3024188"/>
            <a:ext cx="4876384" cy="5602681"/>
          </a:xfrm>
        </p:spPr>
        <p:txBody>
          <a:bodyPr/>
          <a:lstStyle>
            <a:lvl1pPr marL="0" indent="0">
              <a:buNone/>
              <a:defRPr sz="2352"/>
            </a:lvl1pPr>
            <a:lvl2pPr marL="672038" indent="0">
              <a:buNone/>
              <a:defRPr sz="2058"/>
            </a:lvl2pPr>
            <a:lvl3pPr marL="1344077" indent="0">
              <a:buNone/>
              <a:defRPr sz="1764"/>
            </a:lvl3pPr>
            <a:lvl4pPr marL="2016115" indent="0">
              <a:buNone/>
              <a:defRPr sz="1470"/>
            </a:lvl4pPr>
            <a:lvl5pPr marL="2688153" indent="0">
              <a:buNone/>
              <a:defRPr sz="1470"/>
            </a:lvl5pPr>
            <a:lvl6pPr marL="3360191" indent="0">
              <a:buNone/>
              <a:defRPr sz="1470"/>
            </a:lvl6pPr>
            <a:lvl7pPr marL="4032230" indent="0">
              <a:buNone/>
              <a:defRPr sz="1470"/>
            </a:lvl7pPr>
            <a:lvl8pPr marL="4704268" indent="0">
              <a:buNone/>
              <a:defRPr sz="1470"/>
            </a:lvl8pPr>
            <a:lvl9pPr marL="5376306" indent="0">
              <a:buNone/>
              <a:defRPr sz="147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978F12-AB81-C64C-B3D1-99547549E0A1}" type="datetimeFigureOut">
              <a:rPr lang="en-US" smtClean="0"/>
              <a:t>11/10/25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3FAF85-7D6C-CA46-81CE-AFEF267E640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4872842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978F12-AB81-C64C-B3D1-99547549E0A1}" type="datetimeFigureOut">
              <a:rPr lang="en-US" smtClean="0"/>
              <a:t>11/10/25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3FAF85-7D6C-CA46-81CE-AFEF267E640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719537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0819786" y="536700"/>
            <a:ext cx="3260110" cy="8542864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039456" y="536700"/>
            <a:ext cx="9591338" cy="854286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978F12-AB81-C64C-B3D1-99547549E0A1}" type="datetimeFigureOut">
              <a:rPr lang="en-US" smtClean="0"/>
              <a:t>11/10/25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3FAF85-7D6C-CA46-81CE-AFEF267E640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178875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39456" y="536702"/>
            <a:ext cx="13040439" cy="194845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39456" y="2683500"/>
            <a:ext cx="13040439" cy="639606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39455" y="9343248"/>
            <a:ext cx="3401854" cy="5367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764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2978F12-AB81-C64C-B3D1-99547549E0A1}" type="datetimeFigureOut">
              <a:rPr lang="en-US" smtClean="0"/>
              <a:t>11/10/25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008285" y="9343248"/>
            <a:ext cx="5102781" cy="5367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764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678041" y="9343248"/>
            <a:ext cx="3401854" cy="5367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764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23FAF85-7D6C-CA46-81CE-AFEF267E640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720836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1" r:id="rId1"/>
    <p:sldLayoutId id="2147483722" r:id="rId2"/>
    <p:sldLayoutId id="2147483723" r:id="rId3"/>
    <p:sldLayoutId id="2147483724" r:id="rId4"/>
    <p:sldLayoutId id="2147483725" r:id="rId5"/>
    <p:sldLayoutId id="2147483726" r:id="rId6"/>
    <p:sldLayoutId id="2147483727" r:id="rId7"/>
    <p:sldLayoutId id="2147483728" r:id="rId8"/>
    <p:sldLayoutId id="2147483729" r:id="rId9"/>
    <p:sldLayoutId id="2147483730" r:id="rId10"/>
    <p:sldLayoutId id="2147483731" r:id="rId11"/>
  </p:sldLayoutIdLst>
  <p:txStyles>
    <p:titleStyle>
      <a:lvl1pPr algn="l" defTabSz="1344077" rtl="0" eaLnBrk="1" latinLnBrk="0" hangingPunct="1">
        <a:lnSpc>
          <a:spcPct val="90000"/>
        </a:lnSpc>
        <a:spcBef>
          <a:spcPct val="0"/>
        </a:spcBef>
        <a:buNone/>
        <a:defRPr sz="6468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36019" indent="-336019" algn="l" defTabSz="1344077" rtl="0" eaLnBrk="1" latinLnBrk="0" hangingPunct="1">
        <a:lnSpc>
          <a:spcPct val="90000"/>
        </a:lnSpc>
        <a:spcBef>
          <a:spcPts val="1470"/>
        </a:spcBef>
        <a:buFont typeface="Arial" panose="020B0604020202020204" pitchFamily="34" charset="0"/>
        <a:buChar char="•"/>
        <a:defRPr sz="4116" kern="1200">
          <a:solidFill>
            <a:schemeClr val="tx1"/>
          </a:solidFill>
          <a:latin typeface="+mn-lt"/>
          <a:ea typeface="+mn-ea"/>
          <a:cs typeface="+mn-cs"/>
        </a:defRPr>
      </a:lvl1pPr>
      <a:lvl2pPr marL="1008057" indent="-336019" algn="l" defTabSz="1344077" rtl="0" eaLnBrk="1" latinLnBrk="0" hangingPunct="1">
        <a:lnSpc>
          <a:spcPct val="90000"/>
        </a:lnSpc>
        <a:spcBef>
          <a:spcPts val="735"/>
        </a:spcBef>
        <a:buFont typeface="Arial" panose="020B0604020202020204" pitchFamily="34" charset="0"/>
        <a:buChar char="•"/>
        <a:defRPr sz="3528" kern="1200">
          <a:solidFill>
            <a:schemeClr val="tx1"/>
          </a:solidFill>
          <a:latin typeface="+mn-lt"/>
          <a:ea typeface="+mn-ea"/>
          <a:cs typeface="+mn-cs"/>
        </a:defRPr>
      </a:lvl2pPr>
      <a:lvl3pPr marL="1680096" indent="-336019" algn="l" defTabSz="1344077" rtl="0" eaLnBrk="1" latinLnBrk="0" hangingPunct="1">
        <a:lnSpc>
          <a:spcPct val="90000"/>
        </a:lnSpc>
        <a:spcBef>
          <a:spcPts val="735"/>
        </a:spcBef>
        <a:buFont typeface="Arial" panose="020B0604020202020204" pitchFamily="34" charset="0"/>
        <a:buChar char="•"/>
        <a:defRPr sz="2940" kern="1200">
          <a:solidFill>
            <a:schemeClr val="tx1"/>
          </a:solidFill>
          <a:latin typeface="+mn-lt"/>
          <a:ea typeface="+mn-ea"/>
          <a:cs typeface="+mn-cs"/>
        </a:defRPr>
      </a:lvl3pPr>
      <a:lvl4pPr marL="2352134" indent="-336019" algn="l" defTabSz="1344077" rtl="0" eaLnBrk="1" latinLnBrk="0" hangingPunct="1">
        <a:lnSpc>
          <a:spcPct val="90000"/>
        </a:lnSpc>
        <a:spcBef>
          <a:spcPts val="735"/>
        </a:spcBef>
        <a:buFont typeface="Arial" panose="020B0604020202020204" pitchFamily="34" charset="0"/>
        <a:buChar char="•"/>
        <a:defRPr sz="2646" kern="1200">
          <a:solidFill>
            <a:schemeClr val="tx1"/>
          </a:solidFill>
          <a:latin typeface="+mn-lt"/>
          <a:ea typeface="+mn-ea"/>
          <a:cs typeface="+mn-cs"/>
        </a:defRPr>
      </a:lvl4pPr>
      <a:lvl5pPr marL="3024172" indent="-336019" algn="l" defTabSz="1344077" rtl="0" eaLnBrk="1" latinLnBrk="0" hangingPunct="1">
        <a:lnSpc>
          <a:spcPct val="90000"/>
        </a:lnSpc>
        <a:spcBef>
          <a:spcPts val="735"/>
        </a:spcBef>
        <a:buFont typeface="Arial" panose="020B0604020202020204" pitchFamily="34" charset="0"/>
        <a:buChar char="•"/>
        <a:defRPr sz="2646" kern="1200">
          <a:solidFill>
            <a:schemeClr val="tx1"/>
          </a:solidFill>
          <a:latin typeface="+mn-lt"/>
          <a:ea typeface="+mn-ea"/>
          <a:cs typeface="+mn-cs"/>
        </a:defRPr>
      </a:lvl5pPr>
      <a:lvl6pPr marL="3696211" indent="-336019" algn="l" defTabSz="1344077" rtl="0" eaLnBrk="1" latinLnBrk="0" hangingPunct="1">
        <a:lnSpc>
          <a:spcPct val="90000"/>
        </a:lnSpc>
        <a:spcBef>
          <a:spcPts val="735"/>
        </a:spcBef>
        <a:buFont typeface="Arial" panose="020B0604020202020204" pitchFamily="34" charset="0"/>
        <a:buChar char="•"/>
        <a:defRPr sz="2646" kern="1200">
          <a:solidFill>
            <a:schemeClr val="tx1"/>
          </a:solidFill>
          <a:latin typeface="+mn-lt"/>
          <a:ea typeface="+mn-ea"/>
          <a:cs typeface="+mn-cs"/>
        </a:defRPr>
      </a:lvl6pPr>
      <a:lvl7pPr marL="4368249" indent="-336019" algn="l" defTabSz="1344077" rtl="0" eaLnBrk="1" latinLnBrk="0" hangingPunct="1">
        <a:lnSpc>
          <a:spcPct val="90000"/>
        </a:lnSpc>
        <a:spcBef>
          <a:spcPts val="735"/>
        </a:spcBef>
        <a:buFont typeface="Arial" panose="020B0604020202020204" pitchFamily="34" charset="0"/>
        <a:buChar char="•"/>
        <a:defRPr sz="2646" kern="1200">
          <a:solidFill>
            <a:schemeClr val="tx1"/>
          </a:solidFill>
          <a:latin typeface="+mn-lt"/>
          <a:ea typeface="+mn-ea"/>
          <a:cs typeface="+mn-cs"/>
        </a:defRPr>
      </a:lvl7pPr>
      <a:lvl8pPr marL="5040287" indent="-336019" algn="l" defTabSz="1344077" rtl="0" eaLnBrk="1" latinLnBrk="0" hangingPunct="1">
        <a:lnSpc>
          <a:spcPct val="90000"/>
        </a:lnSpc>
        <a:spcBef>
          <a:spcPts val="735"/>
        </a:spcBef>
        <a:buFont typeface="Arial" panose="020B0604020202020204" pitchFamily="34" charset="0"/>
        <a:buChar char="•"/>
        <a:defRPr sz="2646" kern="1200">
          <a:solidFill>
            <a:schemeClr val="tx1"/>
          </a:solidFill>
          <a:latin typeface="+mn-lt"/>
          <a:ea typeface="+mn-ea"/>
          <a:cs typeface="+mn-cs"/>
        </a:defRPr>
      </a:lvl8pPr>
      <a:lvl9pPr marL="5712325" indent="-336019" algn="l" defTabSz="1344077" rtl="0" eaLnBrk="1" latinLnBrk="0" hangingPunct="1">
        <a:lnSpc>
          <a:spcPct val="90000"/>
        </a:lnSpc>
        <a:spcBef>
          <a:spcPts val="735"/>
        </a:spcBef>
        <a:buFont typeface="Arial" panose="020B0604020202020204" pitchFamily="34" charset="0"/>
        <a:buChar char="•"/>
        <a:defRPr sz="2646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344077" rtl="0" eaLnBrk="1" latinLnBrk="0" hangingPunct="1">
        <a:defRPr sz="2646" kern="1200">
          <a:solidFill>
            <a:schemeClr val="tx1"/>
          </a:solidFill>
          <a:latin typeface="+mn-lt"/>
          <a:ea typeface="+mn-ea"/>
          <a:cs typeface="+mn-cs"/>
        </a:defRPr>
      </a:lvl1pPr>
      <a:lvl2pPr marL="672038" algn="l" defTabSz="1344077" rtl="0" eaLnBrk="1" latinLnBrk="0" hangingPunct="1">
        <a:defRPr sz="2646" kern="1200">
          <a:solidFill>
            <a:schemeClr val="tx1"/>
          </a:solidFill>
          <a:latin typeface="+mn-lt"/>
          <a:ea typeface="+mn-ea"/>
          <a:cs typeface="+mn-cs"/>
        </a:defRPr>
      </a:lvl2pPr>
      <a:lvl3pPr marL="1344077" algn="l" defTabSz="1344077" rtl="0" eaLnBrk="1" latinLnBrk="0" hangingPunct="1">
        <a:defRPr sz="2646" kern="1200">
          <a:solidFill>
            <a:schemeClr val="tx1"/>
          </a:solidFill>
          <a:latin typeface="+mn-lt"/>
          <a:ea typeface="+mn-ea"/>
          <a:cs typeface="+mn-cs"/>
        </a:defRPr>
      </a:lvl3pPr>
      <a:lvl4pPr marL="2016115" algn="l" defTabSz="1344077" rtl="0" eaLnBrk="1" latinLnBrk="0" hangingPunct="1">
        <a:defRPr sz="2646" kern="1200">
          <a:solidFill>
            <a:schemeClr val="tx1"/>
          </a:solidFill>
          <a:latin typeface="+mn-lt"/>
          <a:ea typeface="+mn-ea"/>
          <a:cs typeface="+mn-cs"/>
        </a:defRPr>
      </a:lvl4pPr>
      <a:lvl5pPr marL="2688153" algn="l" defTabSz="1344077" rtl="0" eaLnBrk="1" latinLnBrk="0" hangingPunct="1">
        <a:defRPr sz="2646" kern="1200">
          <a:solidFill>
            <a:schemeClr val="tx1"/>
          </a:solidFill>
          <a:latin typeface="+mn-lt"/>
          <a:ea typeface="+mn-ea"/>
          <a:cs typeface="+mn-cs"/>
        </a:defRPr>
      </a:lvl5pPr>
      <a:lvl6pPr marL="3360191" algn="l" defTabSz="1344077" rtl="0" eaLnBrk="1" latinLnBrk="0" hangingPunct="1">
        <a:defRPr sz="2646" kern="1200">
          <a:solidFill>
            <a:schemeClr val="tx1"/>
          </a:solidFill>
          <a:latin typeface="+mn-lt"/>
          <a:ea typeface="+mn-ea"/>
          <a:cs typeface="+mn-cs"/>
        </a:defRPr>
      </a:lvl6pPr>
      <a:lvl7pPr marL="4032230" algn="l" defTabSz="1344077" rtl="0" eaLnBrk="1" latinLnBrk="0" hangingPunct="1">
        <a:defRPr sz="2646" kern="1200">
          <a:solidFill>
            <a:schemeClr val="tx1"/>
          </a:solidFill>
          <a:latin typeface="+mn-lt"/>
          <a:ea typeface="+mn-ea"/>
          <a:cs typeface="+mn-cs"/>
        </a:defRPr>
      </a:lvl7pPr>
      <a:lvl8pPr marL="4704268" algn="l" defTabSz="1344077" rtl="0" eaLnBrk="1" latinLnBrk="0" hangingPunct="1">
        <a:defRPr sz="2646" kern="1200">
          <a:solidFill>
            <a:schemeClr val="tx1"/>
          </a:solidFill>
          <a:latin typeface="+mn-lt"/>
          <a:ea typeface="+mn-ea"/>
          <a:cs typeface="+mn-cs"/>
        </a:defRPr>
      </a:lvl8pPr>
      <a:lvl9pPr marL="5376306" algn="l" defTabSz="1344077" rtl="0" eaLnBrk="1" latinLnBrk="0" hangingPunct="1">
        <a:defRPr sz="2646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7" name="Rectangle 496">
            <a:extLst>
              <a:ext uri="{FF2B5EF4-FFF2-40B4-BE49-F238E27FC236}">
                <a16:creationId xmlns:a16="http://schemas.microsoft.com/office/drawing/2014/main" id="{3EDFF9B9-2D1D-D9AE-4A99-CF8D2E4895BE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7627985" y="4960745"/>
            <a:ext cx="7379751" cy="5042565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6" name="Rectangle 495">
            <a:extLst>
              <a:ext uri="{FF2B5EF4-FFF2-40B4-BE49-F238E27FC236}">
                <a16:creationId xmlns:a16="http://schemas.microsoft.com/office/drawing/2014/main" id="{E7C98B62-1581-E7C4-A385-7FB837B9FAA1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87536" y="116561"/>
            <a:ext cx="7472143" cy="9886749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7" name="Rectangle 126">
            <a:extLst>
              <a:ext uri="{FF2B5EF4-FFF2-40B4-BE49-F238E27FC236}">
                <a16:creationId xmlns:a16="http://schemas.microsoft.com/office/drawing/2014/main" id="{00133700-33BF-B4AE-56BB-A6E437251F79}"/>
              </a:ext>
            </a:extLst>
          </p:cNvPr>
          <p:cNvSpPr/>
          <p:nvPr/>
        </p:nvSpPr>
        <p:spPr>
          <a:xfrm>
            <a:off x="382188" y="3548482"/>
            <a:ext cx="1285790" cy="105999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6" name="Rectangle 185">
            <a:extLst>
              <a:ext uri="{FF2B5EF4-FFF2-40B4-BE49-F238E27FC236}">
                <a16:creationId xmlns:a16="http://schemas.microsoft.com/office/drawing/2014/main" id="{0EFB19F5-4BDE-BE08-76AA-9E7066874503}"/>
              </a:ext>
            </a:extLst>
          </p:cNvPr>
          <p:cNvSpPr/>
          <p:nvPr/>
        </p:nvSpPr>
        <p:spPr>
          <a:xfrm>
            <a:off x="591738" y="3758032"/>
            <a:ext cx="1285790" cy="105999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7" name="Rectangle 186">
            <a:extLst>
              <a:ext uri="{FF2B5EF4-FFF2-40B4-BE49-F238E27FC236}">
                <a16:creationId xmlns:a16="http://schemas.microsoft.com/office/drawing/2014/main" id="{65567BA7-6E8A-93D5-705F-85C89023A136}"/>
              </a:ext>
            </a:extLst>
          </p:cNvPr>
          <p:cNvSpPr/>
          <p:nvPr/>
        </p:nvSpPr>
        <p:spPr>
          <a:xfrm>
            <a:off x="801288" y="3967582"/>
            <a:ext cx="1285790" cy="105999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8" name="Rectangle 187">
            <a:extLst>
              <a:ext uri="{FF2B5EF4-FFF2-40B4-BE49-F238E27FC236}">
                <a16:creationId xmlns:a16="http://schemas.microsoft.com/office/drawing/2014/main" id="{8E381ED7-DEB2-63B5-7F48-CE8BB4E2515A}"/>
              </a:ext>
            </a:extLst>
          </p:cNvPr>
          <p:cNvSpPr/>
          <p:nvPr/>
        </p:nvSpPr>
        <p:spPr>
          <a:xfrm>
            <a:off x="1010838" y="4177132"/>
            <a:ext cx="1285790" cy="105999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9" name="Rectangle 188">
            <a:extLst>
              <a:ext uri="{FF2B5EF4-FFF2-40B4-BE49-F238E27FC236}">
                <a16:creationId xmlns:a16="http://schemas.microsoft.com/office/drawing/2014/main" id="{E5594AA2-1521-46A6-24A8-A945BDDEE727}"/>
              </a:ext>
            </a:extLst>
          </p:cNvPr>
          <p:cNvSpPr/>
          <p:nvPr/>
        </p:nvSpPr>
        <p:spPr>
          <a:xfrm>
            <a:off x="1220388" y="4386682"/>
            <a:ext cx="1285790" cy="105999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13" name="Straight Arrow Connector 112">
            <a:extLst>
              <a:ext uri="{FF2B5EF4-FFF2-40B4-BE49-F238E27FC236}">
                <a16:creationId xmlns:a16="http://schemas.microsoft.com/office/drawing/2014/main" id="{D363076B-57C8-8285-8516-6E11FEEF236A}"/>
              </a:ext>
            </a:extLst>
          </p:cNvPr>
          <p:cNvCxnSpPr>
            <a:cxnSpLocks/>
          </p:cNvCxnSpPr>
          <p:nvPr/>
        </p:nvCxnSpPr>
        <p:spPr>
          <a:xfrm>
            <a:off x="3042987" y="4878056"/>
            <a:ext cx="41461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4" name="Right Brace 113">
            <a:extLst>
              <a:ext uri="{FF2B5EF4-FFF2-40B4-BE49-F238E27FC236}">
                <a16:creationId xmlns:a16="http://schemas.microsoft.com/office/drawing/2014/main" id="{6D572770-017F-68E9-DBCE-A69B5454E79D}"/>
              </a:ext>
            </a:extLst>
          </p:cNvPr>
          <p:cNvSpPr/>
          <p:nvPr/>
        </p:nvSpPr>
        <p:spPr>
          <a:xfrm>
            <a:off x="2778610" y="3476117"/>
            <a:ext cx="212651" cy="1965620"/>
          </a:xfrm>
          <a:prstGeom prst="rightBrace">
            <a:avLst>
              <a:gd name="adj1" fmla="val 79052"/>
              <a:gd name="adj2" fmla="val 71397"/>
            </a:avLst>
          </a:prstGeom>
          <a:ln w="190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9" name="Freeform 118">
            <a:extLst>
              <a:ext uri="{FF2B5EF4-FFF2-40B4-BE49-F238E27FC236}">
                <a16:creationId xmlns:a16="http://schemas.microsoft.com/office/drawing/2014/main" id="{DEF08156-9BA3-D429-EA63-E63157D989E9}"/>
              </a:ext>
            </a:extLst>
          </p:cNvPr>
          <p:cNvSpPr/>
          <p:nvPr/>
        </p:nvSpPr>
        <p:spPr>
          <a:xfrm>
            <a:off x="6216492" y="2663052"/>
            <a:ext cx="386841" cy="2250493"/>
          </a:xfrm>
          <a:custGeom>
            <a:avLst/>
            <a:gdLst>
              <a:gd name="connsiteX0" fmla="*/ 0 w 326095"/>
              <a:gd name="connsiteY0" fmla="*/ 0 h 1431851"/>
              <a:gd name="connsiteX1" fmla="*/ 326065 w 326095"/>
              <a:gd name="connsiteY1" fmla="*/ 751368 h 1431851"/>
              <a:gd name="connsiteX2" fmla="*/ 21265 w 326095"/>
              <a:gd name="connsiteY2" fmla="*/ 1431851 h 1431851"/>
              <a:gd name="connsiteX0" fmla="*/ 0 w 326136"/>
              <a:gd name="connsiteY0" fmla="*/ 0 h 1431851"/>
              <a:gd name="connsiteX1" fmla="*/ 326065 w 326136"/>
              <a:gd name="connsiteY1" fmla="*/ 751368 h 1431851"/>
              <a:gd name="connsiteX2" fmla="*/ 21265 w 326136"/>
              <a:gd name="connsiteY2" fmla="*/ 1431851 h 1431851"/>
              <a:gd name="connsiteX0" fmla="*/ 0 w 199457"/>
              <a:gd name="connsiteY0" fmla="*/ 0 h 1431851"/>
              <a:gd name="connsiteX1" fmla="*/ 198686 w 199457"/>
              <a:gd name="connsiteY1" fmla="*/ 664932 h 1431851"/>
              <a:gd name="connsiteX2" fmla="*/ 21265 w 199457"/>
              <a:gd name="connsiteY2" fmla="*/ 1431851 h 143185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99457" h="1431851">
                <a:moveTo>
                  <a:pt x="0" y="0"/>
                </a:moveTo>
                <a:cubicBezTo>
                  <a:pt x="161260" y="256363"/>
                  <a:pt x="195142" y="426290"/>
                  <a:pt x="198686" y="664932"/>
                </a:cubicBezTo>
                <a:cubicBezTo>
                  <a:pt x="202230" y="903574"/>
                  <a:pt x="201049" y="1142551"/>
                  <a:pt x="21265" y="1431851"/>
                </a:cubicBezTo>
              </a:path>
            </a:pathLst>
          </a:custGeom>
          <a:noFill/>
          <a:ln>
            <a:headEnd type="triangl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0" name="Rectangle 119">
            <a:extLst>
              <a:ext uri="{FF2B5EF4-FFF2-40B4-BE49-F238E27FC236}">
                <a16:creationId xmlns:a16="http://schemas.microsoft.com/office/drawing/2014/main" id="{6088FEB1-95D6-79AD-8CC0-7770692EC89B}"/>
              </a:ext>
            </a:extLst>
          </p:cNvPr>
          <p:cNvSpPr/>
          <p:nvPr/>
        </p:nvSpPr>
        <p:spPr>
          <a:xfrm>
            <a:off x="6671138" y="3523263"/>
            <a:ext cx="409118" cy="429166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1" name="TextBox 120">
            <a:extLst>
              <a:ext uri="{FF2B5EF4-FFF2-40B4-BE49-F238E27FC236}">
                <a16:creationId xmlns:a16="http://schemas.microsoft.com/office/drawing/2014/main" id="{3D6C4E70-57DF-4646-9BBF-B0D78196C9BA}"/>
              </a:ext>
            </a:extLst>
          </p:cNvPr>
          <p:cNvSpPr txBox="1"/>
          <p:nvPr/>
        </p:nvSpPr>
        <p:spPr>
          <a:xfrm>
            <a:off x="6695557" y="3516578"/>
            <a:ext cx="40267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l-GR" sz="2000" dirty="0"/>
              <a:t>ε</a:t>
            </a:r>
            <a:r>
              <a:rPr lang="en-US" sz="2000" baseline="-25000" dirty="0"/>
              <a:t>1</a:t>
            </a:r>
            <a:endParaRPr lang="en-US" sz="2000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28" name="TextBox 127">
                <a:extLst>
                  <a:ext uri="{FF2B5EF4-FFF2-40B4-BE49-F238E27FC236}">
                    <a16:creationId xmlns:a16="http://schemas.microsoft.com/office/drawing/2014/main" id="{47D0BDCE-F337-85C5-ACB1-F0B8FED4F6DD}"/>
                  </a:ext>
                </a:extLst>
              </p:cNvPr>
              <p:cNvSpPr txBox="1"/>
              <p:nvPr/>
            </p:nvSpPr>
            <p:spPr>
              <a:xfrm>
                <a:off x="1223241" y="4492208"/>
                <a:ext cx="1295606" cy="92333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Thinning scenario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𝐷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128" name="TextBox 127">
                <a:extLst>
                  <a:ext uri="{FF2B5EF4-FFF2-40B4-BE49-F238E27FC236}">
                    <a16:creationId xmlns:a16="http://schemas.microsoft.com/office/drawing/2014/main" id="{47D0BDCE-F337-85C5-ACB1-F0B8FED4F6D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23241" y="4492208"/>
                <a:ext cx="1295606" cy="923330"/>
              </a:xfrm>
              <a:prstGeom prst="rect">
                <a:avLst/>
              </a:prstGeom>
              <a:blipFill>
                <a:blip r:embed="rId2"/>
                <a:stretch>
                  <a:fillRect t="-270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36" name="Straight Arrow Connector 135">
            <a:extLst>
              <a:ext uri="{FF2B5EF4-FFF2-40B4-BE49-F238E27FC236}">
                <a16:creationId xmlns:a16="http://schemas.microsoft.com/office/drawing/2014/main" id="{B87ABC29-F6F0-FC88-0269-63EB3AAAFA8F}"/>
              </a:ext>
            </a:extLst>
          </p:cNvPr>
          <p:cNvCxnSpPr>
            <a:cxnSpLocks/>
            <a:stCxn id="217" idx="2"/>
          </p:cNvCxnSpPr>
          <p:nvPr/>
        </p:nvCxnSpPr>
        <p:spPr>
          <a:xfrm>
            <a:off x="1152397" y="2566080"/>
            <a:ext cx="0" cy="966087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7" name="TextBox 136">
            <a:extLst>
              <a:ext uri="{FF2B5EF4-FFF2-40B4-BE49-F238E27FC236}">
                <a16:creationId xmlns:a16="http://schemas.microsoft.com/office/drawing/2014/main" id="{016ACA49-9018-686C-7398-7ECE44846CC8}"/>
              </a:ext>
            </a:extLst>
          </p:cNvPr>
          <p:cNvSpPr txBox="1"/>
          <p:nvPr/>
        </p:nvSpPr>
        <p:spPr>
          <a:xfrm>
            <a:off x="1951593" y="4344318"/>
            <a:ext cx="62068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N=200</a:t>
            </a:r>
          </a:p>
        </p:txBody>
      </p:sp>
      <p:sp>
        <p:nvSpPr>
          <p:cNvPr id="138" name="TextBox 137">
            <a:extLst>
              <a:ext uri="{FF2B5EF4-FFF2-40B4-BE49-F238E27FC236}">
                <a16:creationId xmlns:a16="http://schemas.microsoft.com/office/drawing/2014/main" id="{52D6597B-21B5-BF20-1ECC-13B79B86E3CB}"/>
              </a:ext>
            </a:extLst>
          </p:cNvPr>
          <p:cNvSpPr txBox="1"/>
          <p:nvPr/>
        </p:nvSpPr>
        <p:spPr>
          <a:xfrm>
            <a:off x="1753320" y="4135439"/>
            <a:ext cx="62068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N=</a:t>
            </a:r>
            <a:r>
              <a:rPr lang="el-GR" sz="1200" dirty="0"/>
              <a:t>35</a:t>
            </a:r>
            <a:r>
              <a:rPr lang="en-US" sz="1200" dirty="0"/>
              <a:t>8</a:t>
            </a:r>
          </a:p>
        </p:txBody>
      </p:sp>
      <p:sp>
        <p:nvSpPr>
          <p:cNvPr id="139" name="TextBox 138">
            <a:extLst>
              <a:ext uri="{FF2B5EF4-FFF2-40B4-BE49-F238E27FC236}">
                <a16:creationId xmlns:a16="http://schemas.microsoft.com/office/drawing/2014/main" id="{6E2A1ED6-0CD9-5F1B-2EBF-C295786856C9}"/>
              </a:ext>
            </a:extLst>
          </p:cNvPr>
          <p:cNvSpPr txBox="1"/>
          <p:nvPr/>
        </p:nvSpPr>
        <p:spPr>
          <a:xfrm>
            <a:off x="1540029" y="3926210"/>
            <a:ext cx="62068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N=600</a:t>
            </a:r>
          </a:p>
        </p:txBody>
      </p:sp>
      <p:sp>
        <p:nvSpPr>
          <p:cNvPr id="140" name="TextBox 139">
            <a:extLst>
              <a:ext uri="{FF2B5EF4-FFF2-40B4-BE49-F238E27FC236}">
                <a16:creationId xmlns:a16="http://schemas.microsoft.com/office/drawing/2014/main" id="{58D130C2-3930-4F77-9ED4-27F9D8DF2C23}"/>
              </a:ext>
            </a:extLst>
          </p:cNvPr>
          <p:cNvSpPr txBox="1"/>
          <p:nvPr/>
        </p:nvSpPr>
        <p:spPr>
          <a:xfrm>
            <a:off x="1232056" y="3716981"/>
            <a:ext cx="70243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N=</a:t>
            </a:r>
            <a:r>
              <a:rPr lang="el-GR" sz="1200" dirty="0"/>
              <a:t>100</a:t>
            </a:r>
            <a:r>
              <a:rPr lang="en-US" sz="1200" dirty="0"/>
              <a:t>0</a:t>
            </a:r>
          </a:p>
        </p:txBody>
      </p:sp>
      <p:sp>
        <p:nvSpPr>
          <p:cNvPr id="141" name="TextBox 140">
            <a:extLst>
              <a:ext uri="{FF2B5EF4-FFF2-40B4-BE49-F238E27FC236}">
                <a16:creationId xmlns:a16="http://schemas.microsoft.com/office/drawing/2014/main" id="{297B3BFA-AED0-D3BE-24AC-B41ADBEBD7EB}"/>
              </a:ext>
            </a:extLst>
          </p:cNvPr>
          <p:cNvSpPr txBox="1"/>
          <p:nvPr/>
        </p:nvSpPr>
        <p:spPr>
          <a:xfrm>
            <a:off x="1025153" y="3511745"/>
            <a:ext cx="70243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N=2</a:t>
            </a:r>
            <a:r>
              <a:rPr lang="el-GR" sz="1200" dirty="0"/>
              <a:t>0</a:t>
            </a:r>
            <a:r>
              <a:rPr lang="en-US" sz="1200" dirty="0"/>
              <a:t>00</a:t>
            </a:r>
          </a:p>
        </p:txBody>
      </p:sp>
      <p:cxnSp>
        <p:nvCxnSpPr>
          <p:cNvPr id="142" name="Straight Arrow Connector 141">
            <a:extLst>
              <a:ext uri="{FF2B5EF4-FFF2-40B4-BE49-F238E27FC236}">
                <a16:creationId xmlns:a16="http://schemas.microsoft.com/office/drawing/2014/main" id="{B240FB90-6069-5748-410E-49D2C30F2E9E}"/>
              </a:ext>
            </a:extLst>
          </p:cNvPr>
          <p:cNvCxnSpPr>
            <a:cxnSpLocks/>
          </p:cNvCxnSpPr>
          <p:nvPr/>
        </p:nvCxnSpPr>
        <p:spPr>
          <a:xfrm>
            <a:off x="1720041" y="1997338"/>
            <a:ext cx="295862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3" name="Straight Arrow Connector 142">
            <a:extLst>
              <a:ext uri="{FF2B5EF4-FFF2-40B4-BE49-F238E27FC236}">
                <a16:creationId xmlns:a16="http://schemas.microsoft.com/office/drawing/2014/main" id="{6FF16508-BB65-78DD-44E1-EF2309525260}"/>
              </a:ext>
            </a:extLst>
          </p:cNvPr>
          <p:cNvCxnSpPr>
            <a:cxnSpLocks/>
          </p:cNvCxnSpPr>
          <p:nvPr/>
        </p:nvCxnSpPr>
        <p:spPr>
          <a:xfrm>
            <a:off x="1151507" y="5250984"/>
            <a:ext cx="0" cy="2357313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5" name="Rectangle 204">
            <a:extLst>
              <a:ext uri="{FF2B5EF4-FFF2-40B4-BE49-F238E27FC236}">
                <a16:creationId xmlns:a16="http://schemas.microsoft.com/office/drawing/2014/main" id="{14B771C7-3AFB-6E0D-CE32-0FF75E291CAE}"/>
              </a:ext>
            </a:extLst>
          </p:cNvPr>
          <p:cNvSpPr/>
          <p:nvPr/>
        </p:nvSpPr>
        <p:spPr>
          <a:xfrm>
            <a:off x="3848647" y="3532167"/>
            <a:ext cx="1285790" cy="105999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6" name="Rectangle 205">
            <a:extLst>
              <a:ext uri="{FF2B5EF4-FFF2-40B4-BE49-F238E27FC236}">
                <a16:creationId xmlns:a16="http://schemas.microsoft.com/office/drawing/2014/main" id="{3AE62430-1723-25F7-6850-FF0A917BA53E}"/>
              </a:ext>
            </a:extLst>
          </p:cNvPr>
          <p:cNvSpPr/>
          <p:nvPr/>
        </p:nvSpPr>
        <p:spPr>
          <a:xfrm>
            <a:off x="4058197" y="3741717"/>
            <a:ext cx="1285790" cy="105999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7" name="Rectangle 206">
            <a:extLst>
              <a:ext uri="{FF2B5EF4-FFF2-40B4-BE49-F238E27FC236}">
                <a16:creationId xmlns:a16="http://schemas.microsoft.com/office/drawing/2014/main" id="{CC7844E2-A3E8-1952-1DB3-B08A4BA97C4C}"/>
              </a:ext>
            </a:extLst>
          </p:cNvPr>
          <p:cNvSpPr/>
          <p:nvPr/>
        </p:nvSpPr>
        <p:spPr>
          <a:xfrm>
            <a:off x="4267747" y="3951267"/>
            <a:ext cx="1285790" cy="105999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8" name="Rectangle 207">
            <a:extLst>
              <a:ext uri="{FF2B5EF4-FFF2-40B4-BE49-F238E27FC236}">
                <a16:creationId xmlns:a16="http://schemas.microsoft.com/office/drawing/2014/main" id="{7336875E-5CB3-FCB6-512E-850B322567F9}"/>
              </a:ext>
            </a:extLst>
          </p:cNvPr>
          <p:cNvSpPr/>
          <p:nvPr/>
        </p:nvSpPr>
        <p:spPr>
          <a:xfrm>
            <a:off x="4477297" y="4160817"/>
            <a:ext cx="1285790" cy="105999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9" name="Rectangle 208">
            <a:extLst>
              <a:ext uri="{FF2B5EF4-FFF2-40B4-BE49-F238E27FC236}">
                <a16:creationId xmlns:a16="http://schemas.microsoft.com/office/drawing/2014/main" id="{3F4F7228-A5B4-5885-574A-009DD3719902}"/>
              </a:ext>
            </a:extLst>
          </p:cNvPr>
          <p:cNvSpPr/>
          <p:nvPr/>
        </p:nvSpPr>
        <p:spPr>
          <a:xfrm>
            <a:off x="4686847" y="4370367"/>
            <a:ext cx="1285790" cy="105999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1" name="TextBox 210">
            <a:extLst>
              <a:ext uri="{FF2B5EF4-FFF2-40B4-BE49-F238E27FC236}">
                <a16:creationId xmlns:a16="http://schemas.microsoft.com/office/drawing/2014/main" id="{AD7746BE-A987-4FA2-47A3-FF17EE3BE153}"/>
              </a:ext>
            </a:extLst>
          </p:cNvPr>
          <p:cNvSpPr txBox="1"/>
          <p:nvPr/>
        </p:nvSpPr>
        <p:spPr>
          <a:xfrm>
            <a:off x="5418052" y="4328003"/>
            <a:ext cx="62068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N=200</a:t>
            </a:r>
          </a:p>
        </p:txBody>
      </p:sp>
      <p:sp>
        <p:nvSpPr>
          <p:cNvPr id="212" name="TextBox 211">
            <a:extLst>
              <a:ext uri="{FF2B5EF4-FFF2-40B4-BE49-F238E27FC236}">
                <a16:creationId xmlns:a16="http://schemas.microsoft.com/office/drawing/2014/main" id="{5982A00C-F93A-112D-6E83-7D8316174F68}"/>
              </a:ext>
            </a:extLst>
          </p:cNvPr>
          <p:cNvSpPr txBox="1"/>
          <p:nvPr/>
        </p:nvSpPr>
        <p:spPr>
          <a:xfrm>
            <a:off x="5219779" y="4119124"/>
            <a:ext cx="62068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N=</a:t>
            </a:r>
            <a:r>
              <a:rPr lang="el-GR" sz="1200" dirty="0"/>
              <a:t>35</a:t>
            </a:r>
            <a:r>
              <a:rPr lang="en-US" sz="1200" dirty="0"/>
              <a:t>8</a:t>
            </a:r>
          </a:p>
        </p:txBody>
      </p:sp>
      <p:sp>
        <p:nvSpPr>
          <p:cNvPr id="213" name="TextBox 212">
            <a:extLst>
              <a:ext uri="{FF2B5EF4-FFF2-40B4-BE49-F238E27FC236}">
                <a16:creationId xmlns:a16="http://schemas.microsoft.com/office/drawing/2014/main" id="{DCEFBE39-BA21-73C0-FEF5-5B3D82918381}"/>
              </a:ext>
            </a:extLst>
          </p:cNvPr>
          <p:cNvSpPr txBox="1"/>
          <p:nvPr/>
        </p:nvSpPr>
        <p:spPr>
          <a:xfrm>
            <a:off x="5006488" y="3909895"/>
            <a:ext cx="62068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N=600</a:t>
            </a:r>
          </a:p>
        </p:txBody>
      </p:sp>
      <p:sp>
        <p:nvSpPr>
          <p:cNvPr id="214" name="TextBox 213">
            <a:extLst>
              <a:ext uri="{FF2B5EF4-FFF2-40B4-BE49-F238E27FC236}">
                <a16:creationId xmlns:a16="http://schemas.microsoft.com/office/drawing/2014/main" id="{AF7B136A-B183-6C3C-2450-52C62559065D}"/>
              </a:ext>
            </a:extLst>
          </p:cNvPr>
          <p:cNvSpPr txBox="1"/>
          <p:nvPr/>
        </p:nvSpPr>
        <p:spPr>
          <a:xfrm>
            <a:off x="4698515" y="3700666"/>
            <a:ext cx="70243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N=</a:t>
            </a:r>
            <a:r>
              <a:rPr lang="el-GR" sz="1200" dirty="0"/>
              <a:t>100</a:t>
            </a:r>
            <a:r>
              <a:rPr lang="en-US" sz="1200" dirty="0"/>
              <a:t>0</a:t>
            </a:r>
          </a:p>
        </p:txBody>
      </p:sp>
      <p:sp>
        <p:nvSpPr>
          <p:cNvPr id="215" name="TextBox 214">
            <a:extLst>
              <a:ext uri="{FF2B5EF4-FFF2-40B4-BE49-F238E27FC236}">
                <a16:creationId xmlns:a16="http://schemas.microsoft.com/office/drawing/2014/main" id="{18D9230D-A4E7-7E5C-D8EB-1E35A715B0EE}"/>
              </a:ext>
            </a:extLst>
          </p:cNvPr>
          <p:cNvSpPr txBox="1"/>
          <p:nvPr/>
        </p:nvSpPr>
        <p:spPr>
          <a:xfrm>
            <a:off x="4491612" y="3495430"/>
            <a:ext cx="70243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N=2</a:t>
            </a:r>
            <a:r>
              <a:rPr lang="el-GR" sz="1200" dirty="0"/>
              <a:t>0</a:t>
            </a:r>
            <a:r>
              <a:rPr lang="en-US" sz="1200" dirty="0"/>
              <a:t>00</a:t>
            </a:r>
          </a:p>
        </p:txBody>
      </p:sp>
      <p:sp>
        <p:nvSpPr>
          <p:cNvPr id="217" name="Rectangle 216">
            <a:extLst>
              <a:ext uri="{FF2B5EF4-FFF2-40B4-BE49-F238E27FC236}">
                <a16:creationId xmlns:a16="http://schemas.microsoft.com/office/drawing/2014/main" id="{B2335412-3864-3E75-4EEF-872065A0AB85}"/>
              </a:ext>
            </a:extLst>
          </p:cNvPr>
          <p:cNvSpPr/>
          <p:nvPr/>
        </p:nvSpPr>
        <p:spPr>
          <a:xfrm>
            <a:off x="509502" y="1506083"/>
            <a:ext cx="1285790" cy="105999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31" name="TextBox 130">
                <a:extLst>
                  <a:ext uri="{FF2B5EF4-FFF2-40B4-BE49-F238E27FC236}">
                    <a16:creationId xmlns:a16="http://schemas.microsoft.com/office/drawing/2014/main" id="{D0A4CD49-51AD-011E-D413-308044A38E2F}"/>
                  </a:ext>
                </a:extLst>
              </p:cNvPr>
              <p:cNvSpPr txBox="1"/>
              <p:nvPr/>
            </p:nvSpPr>
            <p:spPr>
              <a:xfrm>
                <a:off x="611810" y="1643505"/>
                <a:ext cx="1129211" cy="92333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/>
                  <a:t>Discrete sampling</a:t>
                </a:r>
              </a:p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𝑋</m:t>
                      </m:r>
                    </m:oMath>
                  </m:oMathPara>
                </a14:m>
                <a:endParaRPr lang="en-US" dirty="0">
                  <a:solidFill>
                    <a:srgbClr val="FF0000"/>
                  </a:solidFill>
                </a:endParaRPr>
              </a:p>
            </p:txBody>
          </p:sp>
        </mc:Choice>
        <mc:Fallback>
          <p:sp>
            <p:nvSpPr>
              <p:cNvPr id="131" name="TextBox 130">
                <a:extLst>
                  <a:ext uri="{FF2B5EF4-FFF2-40B4-BE49-F238E27FC236}">
                    <a16:creationId xmlns:a16="http://schemas.microsoft.com/office/drawing/2014/main" id="{D0A4CD49-51AD-011E-D413-308044A38E2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1810" y="1643505"/>
                <a:ext cx="1129211" cy="923330"/>
              </a:xfrm>
              <a:prstGeom prst="rect">
                <a:avLst/>
              </a:prstGeom>
              <a:blipFill>
                <a:blip r:embed="rId3"/>
                <a:stretch>
                  <a:fillRect l="-4444" t="-270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2" name="TextBox 131">
            <a:extLst>
              <a:ext uri="{FF2B5EF4-FFF2-40B4-BE49-F238E27FC236}">
                <a16:creationId xmlns:a16="http://schemas.microsoft.com/office/drawing/2014/main" id="{64EDF48B-EF49-EEEA-C3E6-4B3E906B11EC}"/>
              </a:ext>
            </a:extLst>
          </p:cNvPr>
          <p:cNvSpPr txBox="1"/>
          <p:nvPr/>
        </p:nvSpPr>
        <p:spPr>
          <a:xfrm>
            <a:off x="1129862" y="1520608"/>
            <a:ext cx="70243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N=4000</a:t>
            </a:r>
          </a:p>
        </p:txBody>
      </p:sp>
      <p:sp>
        <p:nvSpPr>
          <p:cNvPr id="218" name="Rectangle 217">
            <a:extLst>
              <a:ext uri="{FF2B5EF4-FFF2-40B4-BE49-F238E27FC236}">
                <a16:creationId xmlns:a16="http://schemas.microsoft.com/office/drawing/2014/main" id="{0D78FD46-C8E6-20EA-2DD9-731F920AAB5B}"/>
              </a:ext>
            </a:extLst>
          </p:cNvPr>
          <p:cNvSpPr/>
          <p:nvPr/>
        </p:nvSpPr>
        <p:spPr>
          <a:xfrm>
            <a:off x="512453" y="186288"/>
            <a:ext cx="1285790" cy="1059997"/>
          </a:xfrm>
          <a:prstGeom prst="rect">
            <a:avLst/>
          </a:prstGeom>
          <a:solidFill>
            <a:srgbClr val="FF6D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5AA10026-BAFB-D6A0-61D3-21B8858760E1}"/>
              </a:ext>
            </a:extLst>
          </p:cNvPr>
          <p:cNvSpPr txBox="1"/>
          <p:nvPr/>
        </p:nvSpPr>
        <p:spPr>
          <a:xfrm>
            <a:off x="497416" y="335902"/>
            <a:ext cx="134158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Generated </a:t>
            </a:r>
          </a:p>
          <a:p>
            <a:pPr algn="ctr"/>
            <a:r>
              <a:rPr lang="en-US" dirty="0"/>
              <a:t>spatial field</a:t>
            </a:r>
          </a:p>
        </p:txBody>
      </p:sp>
      <p:sp>
        <p:nvSpPr>
          <p:cNvPr id="220" name="Rectangle 219">
            <a:extLst>
              <a:ext uri="{FF2B5EF4-FFF2-40B4-BE49-F238E27FC236}">
                <a16:creationId xmlns:a16="http://schemas.microsoft.com/office/drawing/2014/main" id="{7A3E2FE8-8A8E-830C-A425-E64EB73C7572}"/>
              </a:ext>
            </a:extLst>
          </p:cNvPr>
          <p:cNvSpPr/>
          <p:nvPr/>
        </p:nvSpPr>
        <p:spPr>
          <a:xfrm>
            <a:off x="4766188" y="1509557"/>
            <a:ext cx="1285790" cy="105999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2" name="Right Brace 221">
            <a:extLst>
              <a:ext uri="{FF2B5EF4-FFF2-40B4-BE49-F238E27FC236}">
                <a16:creationId xmlns:a16="http://schemas.microsoft.com/office/drawing/2014/main" id="{D79EF55D-3BAC-F2E2-532A-0C3C76FFED90}"/>
              </a:ext>
            </a:extLst>
          </p:cNvPr>
          <p:cNvSpPr/>
          <p:nvPr/>
        </p:nvSpPr>
        <p:spPr>
          <a:xfrm flipH="1">
            <a:off x="3520814" y="3469250"/>
            <a:ext cx="278677" cy="1965620"/>
          </a:xfrm>
          <a:prstGeom prst="rightBrace">
            <a:avLst>
              <a:gd name="adj1" fmla="val 79052"/>
              <a:gd name="adj2" fmla="val 71397"/>
            </a:avLst>
          </a:prstGeom>
          <a:ln w="190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24" name="TextBox 223">
                <a:extLst>
                  <a:ext uri="{FF2B5EF4-FFF2-40B4-BE49-F238E27FC236}">
                    <a16:creationId xmlns:a16="http://schemas.microsoft.com/office/drawing/2014/main" id="{3234A62E-E417-3B5D-317B-208E100725F4}"/>
                  </a:ext>
                </a:extLst>
              </p:cNvPr>
              <p:cNvSpPr txBox="1"/>
              <p:nvPr/>
            </p:nvSpPr>
            <p:spPr>
              <a:xfrm>
                <a:off x="4686936" y="1607456"/>
                <a:ext cx="1462232" cy="95648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Predicted spatial field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en-US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0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𝑍</m:t>
                          </m:r>
                        </m:e>
                      </m:acc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224" name="TextBox 223">
                <a:extLst>
                  <a:ext uri="{FF2B5EF4-FFF2-40B4-BE49-F238E27FC236}">
                    <a16:creationId xmlns:a16="http://schemas.microsoft.com/office/drawing/2014/main" id="{3234A62E-E417-3B5D-317B-208E100725F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86936" y="1607456"/>
                <a:ext cx="1462232" cy="956480"/>
              </a:xfrm>
              <a:prstGeom prst="rect">
                <a:avLst/>
              </a:prstGeom>
              <a:blipFill>
                <a:blip r:embed="rId4"/>
                <a:stretch>
                  <a:fillRect t="-259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25" name="TextBox 224">
            <a:extLst>
              <a:ext uri="{FF2B5EF4-FFF2-40B4-BE49-F238E27FC236}">
                <a16:creationId xmlns:a16="http://schemas.microsoft.com/office/drawing/2014/main" id="{B4319809-5237-98A8-8C32-B5EE5286C3FF}"/>
              </a:ext>
            </a:extLst>
          </p:cNvPr>
          <p:cNvSpPr txBox="1"/>
          <p:nvPr/>
        </p:nvSpPr>
        <p:spPr>
          <a:xfrm>
            <a:off x="5361926" y="1469527"/>
            <a:ext cx="70243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N=4000</a:t>
            </a:r>
          </a:p>
        </p:txBody>
      </p:sp>
      <p:sp>
        <p:nvSpPr>
          <p:cNvPr id="229" name="Rectangle 228">
            <a:extLst>
              <a:ext uri="{FF2B5EF4-FFF2-40B4-BE49-F238E27FC236}">
                <a16:creationId xmlns:a16="http://schemas.microsoft.com/office/drawing/2014/main" id="{D2551B4E-6D35-231C-B3DC-021BDCDF81DC}"/>
              </a:ext>
            </a:extLst>
          </p:cNvPr>
          <p:cNvSpPr/>
          <p:nvPr/>
        </p:nvSpPr>
        <p:spPr>
          <a:xfrm>
            <a:off x="294487" y="7631179"/>
            <a:ext cx="1285790" cy="105999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0" name="Rectangle 229">
            <a:extLst>
              <a:ext uri="{FF2B5EF4-FFF2-40B4-BE49-F238E27FC236}">
                <a16:creationId xmlns:a16="http://schemas.microsoft.com/office/drawing/2014/main" id="{95805BD0-7D7B-83C3-4593-A910574BAB17}"/>
              </a:ext>
            </a:extLst>
          </p:cNvPr>
          <p:cNvSpPr/>
          <p:nvPr/>
        </p:nvSpPr>
        <p:spPr>
          <a:xfrm>
            <a:off x="504037" y="7840729"/>
            <a:ext cx="1285790" cy="105999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1" name="Rectangle 230">
            <a:extLst>
              <a:ext uri="{FF2B5EF4-FFF2-40B4-BE49-F238E27FC236}">
                <a16:creationId xmlns:a16="http://schemas.microsoft.com/office/drawing/2014/main" id="{3A0F0CBE-9D4B-3654-AC68-39E400D64913}"/>
              </a:ext>
            </a:extLst>
          </p:cNvPr>
          <p:cNvSpPr/>
          <p:nvPr/>
        </p:nvSpPr>
        <p:spPr>
          <a:xfrm>
            <a:off x="713587" y="8050279"/>
            <a:ext cx="1285790" cy="105999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2" name="Rectangle 231">
            <a:extLst>
              <a:ext uri="{FF2B5EF4-FFF2-40B4-BE49-F238E27FC236}">
                <a16:creationId xmlns:a16="http://schemas.microsoft.com/office/drawing/2014/main" id="{17D24BBC-F5F9-0837-F93C-8286E6ED9DB6}"/>
              </a:ext>
            </a:extLst>
          </p:cNvPr>
          <p:cNvSpPr/>
          <p:nvPr/>
        </p:nvSpPr>
        <p:spPr>
          <a:xfrm>
            <a:off x="923137" y="8259829"/>
            <a:ext cx="1285790" cy="105999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3" name="Rectangle 232">
            <a:extLst>
              <a:ext uri="{FF2B5EF4-FFF2-40B4-BE49-F238E27FC236}">
                <a16:creationId xmlns:a16="http://schemas.microsoft.com/office/drawing/2014/main" id="{CA92C583-96A6-2369-91CA-E5A4FCC56939}"/>
              </a:ext>
            </a:extLst>
          </p:cNvPr>
          <p:cNvSpPr/>
          <p:nvPr/>
        </p:nvSpPr>
        <p:spPr>
          <a:xfrm>
            <a:off x="1132687" y="8469379"/>
            <a:ext cx="1285790" cy="105999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6" name="TextBox 235">
            <a:extLst>
              <a:ext uri="{FF2B5EF4-FFF2-40B4-BE49-F238E27FC236}">
                <a16:creationId xmlns:a16="http://schemas.microsoft.com/office/drawing/2014/main" id="{C156D33A-2D43-DBC9-64BD-E2F85A0CEBD1}"/>
              </a:ext>
            </a:extLst>
          </p:cNvPr>
          <p:cNvSpPr txBox="1"/>
          <p:nvPr/>
        </p:nvSpPr>
        <p:spPr>
          <a:xfrm>
            <a:off x="1863892" y="8427015"/>
            <a:ext cx="62068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N=150</a:t>
            </a:r>
          </a:p>
        </p:txBody>
      </p:sp>
      <p:sp>
        <p:nvSpPr>
          <p:cNvPr id="237" name="TextBox 236">
            <a:extLst>
              <a:ext uri="{FF2B5EF4-FFF2-40B4-BE49-F238E27FC236}">
                <a16:creationId xmlns:a16="http://schemas.microsoft.com/office/drawing/2014/main" id="{262DA6A8-F2FE-05CB-50D7-A5486869AB42}"/>
              </a:ext>
            </a:extLst>
          </p:cNvPr>
          <p:cNvSpPr txBox="1"/>
          <p:nvPr/>
        </p:nvSpPr>
        <p:spPr>
          <a:xfrm>
            <a:off x="1665619" y="8218136"/>
            <a:ext cx="62068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N=220</a:t>
            </a:r>
          </a:p>
        </p:txBody>
      </p:sp>
      <p:sp>
        <p:nvSpPr>
          <p:cNvPr id="238" name="TextBox 237">
            <a:extLst>
              <a:ext uri="{FF2B5EF4-FFF2-40B4-BE49-F238E27FC236}">
                <a16:creationId xmlns:a16="http://schemas.microsoft.com/office/drawing/2014/main" id="{C897D89A-1819-D0A3-A38A-B843E695D752}"/>
              </a:ext>
            </a:extLst>
          </p:cNvPr>
          <p:cNvSpPr txBox="1"/>
          <p:nvPr/>
        </p:nvSpPr>
        <p:spPr>
          <a:xfrm>
            <a:off x="1452328" y="8008907"/>
            <a:ext cx="62068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N=260</a:t>
            </a:r>
          </a:p>
        </p:txBody>
      </p:sp>
      <p:sp>
        <p:nvSpPr>
          <p:cNvPr id="239" name="TextBox 238">
            <a:extLst>
              <a:ext uri="{FF2B5EF4-FFF2-40B4-BE49-F238E27FC236}">
                <a16:creationId xmlns:a16="http://schemas.microsoft.com/office/drawing/2014/main" id="{96FAFDBE-F0FD-1397-DB9B-20661BB0221A}"/>
              </a:ext>
            </a:extLst>
          </p:cNvPr>
          <p:cNvSpPr txBox="1"/>
          <p:nvPr/>
        </p:nvSpPr>
        <p:spPr>
          <a:xfrm>
            <a:off x="1206931" y="7799678"/>
            <a:ext cx="62068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N=3</a:t>
            </a:r>
            <a:r>
              <a:rPr lang="el-GR" sz="1200" dirty="0"/>
              <a:t>0</a:t>
            </a:r>
            <a:r>
              <a:rPr lang="en-US" sz="1200" dirty="0"/>
              <a:t>0</a:t>
            </a:r>
          </a:p>
        </p:txBody>
      </p:sp>
      <p:sp>
        <p:nvSpPr>
          <p:cNvPr id="240" name="TextBox 239">
            <a:extLst>
              <a:ext uri="{FF2B5EF4-FFF2-40B4-BE49-F238E27FC236}">
                <a16:creationId xmlns:a16="http://schemas.microsoft.com/office/drawing/2014/main" id="{570CA115-9178-0356-4885-7C66B5374DCB}"/>
              </a:ext>
            </a:extLst>
          </p:cNvPr>
          <p:cNvSpPr txBox="1"/>
          <p:nvPr/>
        </p:nvSpPr>
        <p:spPr>
          <a:xfrm>
            <a:off x="995215" y="7594442"/>
            <a:ext cx="62068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N=330</a:t>
            </a:r>
          </a:p>
        </p:txBody>
      </p:sp>
      <p:sp>
        <p:nvSpPr>
          <p:cNvPr id="246" name="Rectangle 245">
            <a:extLst>
              <a:ext uri="{FF2B5EF4-FFF2-40B4-BE49-F238E27FC236}">
                <a16:creationId xmlns:a16="http://schemas.microsoft.com/office/drawing/2014/main" id="{64A7206F-097F-41D3-F8CF-995A1E28051D}"/>
              </a:ext>
            </a:extLst>
          </p:cNvPr>
          <p:cNvSpPr/>
          <p:nvPr/>
        </p:nvSpPr>
        <p:spPr>
          <a:xfrm>
            <a:off x="1336747" y="8673439"/>
            <a:ext cx="1285790" cy="105999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7" name="TextBox 246">
            <a:extLst>
              <a:ext uri="{FF2B5EF4-FFF2-40B4-BE49-F238E27FC236}">
                <a16:creationId xmlns:a16="http://schemas.microsoft.com/office/drawing/2014/main" id="{77AAB561-002F-95FD-F9C7-F2AF2D0A8517}"/>
              </a:ext>
            </a:extLst>
          </p:cNvPr>
          <p:cNvSpPr txBox="1"/>
          <p:nvPr/>
        </p:nvSpPr>
        <p:spPr>
          <a:xfrm>
            <a:off x="2039838" y="8640937"/>
            <a:ext cx="62068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N=100</a:t>
            </a:r>
          </a:p>
        </p:txBody>
      </p:sp>
      <p:cxnSp>
        <p:nvCxnSpPr>
          <p:cNvPr id="248" name="Straight Arrow Connector 247">
            <a:extLst>
              <a:ext uri="{FF2B5EF4-FFF2-40B4-BE49-F238E27FC236}">
                <a16:creationId xmlns:a16="http://schemas.microsoft.com/office/drawing/2014/main" id="{0C0B87A6-5F7B-4100-135B-CC418FCBA35A}"/>
              </a:ext>
            </a:extLst>
          </p:cNvPr>
          <p:cNvCxnSpPr>
            <a:cxnSpLocks/>
          </p:cNvCxnSpPr>
          <p:nvPr/>
        </p:nvCxnSpPr>
        <p:spPr>
          <a:xfrm>
            <a:off x="3067132" y="9110673"/>
            <a:ext cx="41461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9" name="Right Brace 248">
            <a:extLst>
              <a:ext uri="{FF2B5EF4-FFF2-40B4-BE49-F238E27FC236}">
                <a16:creationId xmlns:a16="http://schemas.microsoft.com/office/drawing/2014/main" id="{1C84D1E8-73FE-516D-6B29-069CDEA62117}"/>
              </a:ext>
            </a:extLst>
          </p:cNvPr>
          <p:cNvSpPr/>
          <p:nvPr/>
        </p:nvSpPr>
        <p:spPr>
          <a:xfrm>
            <a:off x="2802755" y="7708734"/>
            <a:ext cx="212651" cy="1965620"/>
          </a:xfrm>
          <a:prstGeom prst="rightBrace">
            <a:avLst>
              <a:gd name="adj1" fmla="val 79052"/>
              <a:gd name="adj2" fmla="val 71397"/>
            </a:avLst>
          </a:prstGeom>
          <a:ln w="190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0" name="Rectangle 249">
            <a:extLst>
              <a:ext uri="{FF2B5EF4-FFF2-40B4-BE49-F238E27FC236}">
                <a16:creationId xmlns:a16="http://schemas.microsoft.com/office/drawing/2014/main" id="{FCFFF584-D77D-0F89-FE1A-D5642491288D}"/>
              </a:ext>
            </a:extLst>
          </p:cNvPr>
          <p:cNvSpPr/>
          <p:nvPr/>
        </p:nvSpPr>
        <p:spPr>
          <a:xfrm>
            <a:off x="3904458" y="7682368"/>
            <a:ext cx="1285790" cy="105999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1" name="Rectangle 250">
            <a:extLst>
              <a:ext uri="{FF2B5EF4-FFF2-40B4-BE49-F238E27FC236}">
                <a16:creationId xmlns:a16="http://schemas.microsoft.com/office/drawing/2014/main" id="{2728DF4C-C0AA-8199-E548-472ED113A6D7}"/>
              </a:ext>
            </a:extLst>
          </p:cNvPr>
          <p:cNvSpPr/>
          <p:nvPr/>
        </p:nvSpPr>
        <p:spPr>
          <a:xfrm>
            <a:off x="4114008" y="7891918"/>
            <a:ext cx="1285790" cy="105999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2" name="Rectangle 251">
            <a:extLst>
              <a:ext uri="{FF2B5EF4-FFF2-40B4-BE49-F238E27FC236}">
                <a16:creationId xmlns:a16="http://schemas.microsoft.com/office/drawing/2014/main" id="{C9C3DE8A-26BE-FBD3-C910-7706750C8D82}"/>
              </a:ext>
            </a:extLst>
          </p:cNvPr>
          <p:cNvSpPr/>
          <p:nvPr/>
        </p:nvSpPr>
        <p:spPr>
          <a:xfrm>
            <a:off x="4323558" y="8101468"/>
            <a:ext cx="1285790" cy="105999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3" name="Rectangle 252">
            <a:extLst>
              <a:ext uri="{FF2B5EF4-FFF2-40B4-BE49-F238E27FC236}">
                <a16:creationId xmlns:a16="http://schemas.microsoft.com/office/drawing/2014/main" id="{CBFBE2F5-8FF2-42F9-6552-A34F44FB8DFD}"/>
              </a:ext>
            </a:extLst>
          </p:cNvPr>
          <p:cNvSpPr/>
          <p:nvPr/>
        </p:nvSpPr>
        <p:spPr>
          <a:xfrm>
            <a:off x="4533108" y="8311018"/>
            <a:ext cx="1285790" cy="105999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4" name="Rectangle 253">
            <a:extLst>
              <a:ext uri="{FF2B5EF4-FFF2-40B4-BE49-F238E27FC236}">
                <a16:creationId xmlns:a16="http://schemas.microsoft.com/office/drawing/2014/main" id="{FAF9FAC5-6E3F-01E9-6FB6-3FC9357FD96C}"/>
              </a:ext>
            </a:extLst>
          </p:cNvPr>
          <p:cNvSpPr/>
          <p:nvPr/>
        </p:nvSpPr>
        <p:spPr>
          <a:xfrm>
            <a:off x="4742658" y="8520568"/>
            <a:ext cx="1285790" cy="105999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6" name="TextBox 255">
            <a:extLst>
              <a:ext uri="{FF2B5EF4-FFF2-40B4-BE49-F238E27FC236}">
                <a16:creationId xmlns:a16="http://schemas.microsoft.com/office/drawing/2014/main" id="{52146930-71CC-B73D-6298-D3BBA855526A}"/>
              </a:ext>
            </a:extLst>
          </p:cNvPr>
          <p:cNvSpPr txBox="1"/>
          <p:nvPr/>
        </p:nvSpPr>
        <p:spPr>
          <a:xfrm>
            <a:off x="5473863" y="8478204"/>
            <a:ext cx="62068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N=200</a:t>
            </a:r>
          </a:p>
        </p:txBody>
      </p:sp>
      <p:sp>
        <p:nvSpPr>
          <p:cNvPr id="257" name="TextBox 256">
            <a:extLst>
              <a:ext uri="{FF2B5EF4-FFF2-40B4-BE49-F238E27FC236}">
                <a16:creationId xmlns:a16="http://schemas.microsoft.com/office/drawing/2014/main" id="{7AB3B2D1-347B-F74E-1BAC-46999D54214B}"/>
              </a:ext>
            </a:extLst>
          </p:cNvPr>
          <p:cNvSpPr txBox="1"/>
          <p:nvPr/>
        </p:nvSpPr>
        <p:spPr>
          <a:xfrm>
            <a:off x="5275590" y="8269325"/>
            <a:ext cx="62068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N=220</a:t>
            </a:r>
          </a:p>
        </p:txBody>
      </p:sp>
      <p:sp>
        <p:nvSpPr>
          <p:cNvPr id="258" name="TextBox 257">
            <a:extLst>
              <a:ext uri="{FF2B5EF4-FFF2-40B4-BE49-F238E27FC236}">
                <a16:creationId xmlns:a16="http://schemas.microsoft.com/office/drawing/2014/main" id="{CCA1713F-0A90-FFCD-FF63-FF9F74E7F9C4}"/>
              </a:ext>
            </a:extLst>
          </p:cNvPr>
          <p:cNvSpPr txBox="1"/>
          <p:nvPr/>
        </p:nvSpPr>
        <p:spPr>
          <a:xfrm>
            <a:off x="5062299" y="8060096"/>
            <a:ext cx="62068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N=260</a:t>
            </a:r>
          </a:p>
        </p:txBody>
      </p:sp>
      <p:sp>
        <p:nvSpPr>
          <p:cNvPr id="259" name="TextBox 258">
            <a:extLst>
              <a:ext uri="{FF2B5EF4-FFF2-40B4-BE49-F238E27FC236}">
                <a16:creationId xmlns:a16="http://schemas.microsoft.com/office/drawing/2014/main" id="{C34A356D-064F-3079-F64A-7672585334F7}"/>
              </a:ext>
            </a:extLst>
          </p:cNvPr>
          <p:cNvSpPr txBox="1"/>
          <p:nvPr/>
        </p:nvSpPr>
        <p:spPr>
          <a:xfrm>
            <a:off x="4824785" y="7850867"/>
            <a:ext cx="70243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N=3</a:t>
            </a:r>
            <a:r>
              <a:rPr lang="el-GR" sz="1200" dirty="0"/>
              <a:t>0</a:t>
            </a:r>
            <a:r>
              <a:rPr lang="en-US" sz="1200" dirty="0"/>
              <a:t>0</a:t>
            </a:r>
          </a:p>
        </p:txBody>
      </p:sp>
      <p:sp>
        <p:nvSpPr>
          <p:cNvPr id="260" name="TextBox 259">
            <a:extLst>
              <a:ext uri="{FF2B5EF4-FFF2-40B4-BE49-F238E27FC236}">
                <a16:creationId xmlns:a16="http://schemas.microsoft.com/office/drawing/2014/main" id="{C0170C8F-B512-CD20-FDD7-DC20B04D46E5}"/>
              </a:ext>
            </a:extLst>
          </p:cNvPr>
          <p:cNvSpPr txBox="1"/>
          <p:nvPr/>
        </p:nvSpPr>
        <p:spPr>
          <a:xfrm>
            <a:off x="4632660" y="7650525"/>
            <a:ext cx="70243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N=330</a:t>
            </a:r>
          </a:p>
        </p:txBody>
      </p:sp>
      <p:sp>
        <p:nvSpPr>
          <p:cNvPr id="261" name="Right Brace 260">
            <a:extLst>
              <a:ext uri="{FF2B5EF4-FFF2-40B4-BE49-F238E27FC236}">
                <a16:creationId xmlns:a16="http://schemas.microsoft.com/office/drawing/2014/main" id="{E1FD72C3-1E4C-E83F-D442-008B26B3E89F}"/>
              </a:ext>
            </a:extLst>
          </p:cNvPr>
          <p:cNvSpPr/>
          <p:nvPr/>
        </p:nvSpPr>
        <p:spPr>
          <a:xfrm flipH="1">
            <a:off x="3544959" y="7701867"/>
            <a:ext cx="278677" cy="1965620"/>
          </a:xfrm>
          <a:prstGeom prst="rightBrace">
            <a:avLst>
              <a:gd name="adj1" fmla="val 79052"/>
              <a:gd name="adj2" fmla="val 71397"/>
            </a:avLst>
          </a:prstGeom>
          <a:ln w="190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5" name="Freeform 304">
            <a:extLst>
              <a:ext uri="{FF2B5EF4-FFF2-40B4-BE49-F238E27FC236}">
                <a16:creationId xmlns:a16="http://schemas.microsoft.com/office/drawing/2014/main" id="{B5BA3812-3944-A601-F3C6-6B5831B8BC91}"/>
              </a:ext>
            </a:extLst>
          </p:cNvPr>
          <p:cNvSpPr/>
          <p:nvPr/>
        </p:nvSpPr>
        <p:spPr>
          <a:xfrm>
            <a:off x="256344" y="3803559"/>
            <a:ext cx="319799" cy="207818"/>
          </a:xfrm>
          <a:custGeom>
            <a:avLst/>
            <a:gdLst>
              <a:gd name="connsiteX0" fmla="*/ 122371 w 319799"/>
              <a:gd name="connsiteY0" fmla="*/ 0 h 207818"/>
              <a:gd name="connsiteX1" fmla="*/ 8071 w 319799"/>
              <a:gd name="connsiteY1" fmla="*/ 114300 h 207818"/>
              <a:gd name="connsiteX2" fmla="*/ 319799 w 319799"/>
              <a:gd name="connsiteY2" fmla="*/ 207818 h 20781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19799" h="207818">
                <a:moveTo>
                  <a:pt x="122371" y="0"/>
                </a:moveTo>
                <a:cubicBezTo>
                  <a:pt x="48768" y="39832"/>
                  <a:pt x="-24834" y="79664"/>
                  <a:pt x="8071" y="114300"/>
                </a:cubicBezTo>
                <a:cubicBezTo>
                  <a:pt x="40976" y="148936"/>
                  <a:pt x="180387" y="178377"/>
                  <a:pt x="319799" y="207818"/>
                </a:cubicBezTo>
              </a:path>
            </a:pathLst>
          </a:custGeom>
          <a:noFill/>
          <a:ln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6" name="Freeform 305">
            <a:extLst>
              <a:ext uri="{FF2B5EF4-FFF2-40B4-BE49-F238E27FC236}">
                <a16:creationId xmlns:a16="http://schemas.microsoft.com/office/drawing/2014/main" id="{B737C9EC-37A2-CB0B-BE75-46BE258D0D40}"/>
              </a:ext>
            </a:extLst>
          </p:cNvPr>
          <p:cNvSpPr/>
          <p:nvPr/>
        </p:nvSpPr>
        <p:spPr>
          <a:xfrm>
            <a:off x="460511" y="4155766"/>
            <a:ext cx="319799" cy="207818"/>
          </a:xfrm>
          <a:custGeom>
            <a:avLst/>
            <a:gdLst>
              <a:gd name="connsiteX0" fmla="*/ 122371 w 319799"/>
              <a:gd name="connsiteY0" fmla="*/ 0 h 207818"/>
              <a:gd name="connsiteX1" fmla="*/ 8071 w 319799"/>
              <a:gd name="connsiteY1" fmla="*/ 114300 h 207818"/>
              <a:gd name="connsiteX2" fmla="*/ 319799 w 319799"/>
              <a:gd name="connsiteY2" fmla="*/ 207818 h 20781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19799" h="207818">
                <a:moveTo>
                  <a:pt x="122371" y="0"/>
                </a:moveTo>
                <a:cubicBezTo>
                  <a:pt x="48768" y="39832"/>
                  <a:pt x="-24834" y="79664"/>
                  <a:pt x="8071" y="114300"/>
                </a:cubicBezTo>
                <a:cubicBezTo>
                  <a:pt x="40976" y="148936"/>
                  <a:pt x="180387" y="178377"/>
                  <a:pt x="319799" y="207818"/>
                </a:cubicBezTo>
              </a:path>
            </a:pathLst>
          </a:custGeom>
          <a:noFill/>
          <a:ln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7" name="Freeform 306">
            <a:extLst>
              <a:ext uri="{FF2B5EF4-FFF2-40B4-BE49-F238E27FC236}">
                <a16:creationId xmlns:a16="http://schemas.microsoft.com/office/drawing/2014/main" id="{584DA9F6-2FB0-2587-F6F3-47D9F97A8745}"/>
              </a:ext>
            </a:extLst>
          </p:cNvPr>
          <p:cNvSpPr/>
          <p:nvPr/>
        </p:nvSpPr>
        <p:spPr>
          <a:xfrm>
            <a:off x="678065" y="4475841"/>
            <a:ext cx="319799" cy="207818"/>
          </a:xfrm>
          <a:custGeom>
            <a:avLst/>
            <a:gdLst>
              <a:gd name="connsiteX0" fmla="*/ 122371 w 319799"/>
              <a:gd name="connsiteY0" fmla="*/ 0 h 207818"/>
              <a:gd name="connsiteX1" fmla="*/ 8071 w 319799"/>
              <a:gd name="connsiteY1" fmla="*/ 114300 h 207818"/>
              <a:gd name="connsiteX2" fmla="*/ 319799 w 319799"/>
              <a:gd name="connsiteY2" fmla="*/ 207818 h 20781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19799" h="207818">
                <a:moveTo>
                  <a:pt x="122371" y="0"/>
                </a:moveTo>
                <a:cubicBezTo>
                  <a:pt x="48768" y="39832"/>
                  <a:pt x="-24834" y="79664"/>
                  <a:pt x="8071" y="114300"/>
                </a:cubicBezTo>
                <a:cubicBezTo>
                  <a:pt x="40976" y="148936"/>
                  <a:pt x="180387" y="178377"/>
                  <a:pt x="319799" y="207818"/>
                </a:cubicBezTo>
              </a:path>
            </a:pathLst>
          </a:custGeom>
          <a:noFill/>
          <a:ln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8" name="Freeform 307">
            <a:extLst>
              <a:ext uri="{FF2B5EF4-FFF2-40B4-BE49-F238E27FC236}">
                <a16:creationId xmlns:a16="http://schemas.microsoft.com/office/drawing/2014/main" id="{172D3E90-639F-58CF-1845-9576BE69E459}"/>
              </a:ext>
            </a:extLst>
          </p:cNvPr>
          <p:cNvSpPr/>
          <p:nvPr/>
        </p:nvSpPr>
        <p:spPr>
          <a:xfrm>
            <a:off x="882416" y="4752923"/>
            <a:ext cx="319799" cy="207818"/>
          </a:xfrm>
          <a:custGeom>
            <a:avLst/>
            <a:gdLst>
              <a:gd name="connsiteX0" fmla="*/ 122371 w 319799"/>
              <a:gd name="connsiteY0" fmla="*/ 0 h 207818"/>
              <a:gd name="connsiteX1" fmla="*/ 8071 w 319799"/>
              <a:gd name="connsiteY1" fmla="*/ 114300 h 207818"/>
              <a:gd name="connsiteX2" fmla="*/ 319799 w 319799"/>
              <a:gd name="connsiteY2" fmla="*/ 207818 h 20781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19799" h="207818">
                <a:moveTo>
                  <a:pt x="122371" y="0"/>
                </a:moveTo>
                <a:cubicBezTo>
                  <a:pt x="48768" y="39832"/>
                  <a:pt x="-24834" y="79664"/>
                  <a:pt x="8071" y="114300"/>
                </a:cubicBezTo>
                <a:cubicBezTo>
                  <a:pt x="40976" y="148936"/>
                  <a:pt x="180387" y="178377"/>
                  <a:pt x="319799" y="207818"/>
                </a:cubicBezTo>
              </a:path>
            </a:pathLst>
          </a:custGeom>
          <a:noFill/>
          <a:ln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9" name="Freeform 308">
            <a:extLst>
              <a:ext uri="{FF2B5EF4-FFF2-40B4-BE49-F238E27FC236}">
                <a16:creationId xmlns:a16="http://schemas.microsoft.com/office/drawing/2014/main" id="{78A4E74C-F7D8-8F41-ECE6-EA86E548882B}"/>
              </a:ext>
            </a:extLst>
          </p:cNvPr>
          <p:cNvSpPr/>
          <p:nvPr/>
        </p:nvSpPr>
        <p:spPr>
          <a:xfrm>
            <a:off x="179928" y="7983373"/>
            <a:ext cx="319799" cy="207818"/>
          </a:xfrm>
          <a:custGeom>
            <a:avLst/>
            <a:gdLst>
              <a:gd name="connsiteX0" fmla="*/ 122371 w 319799"/>
              <a:gd name="connsiteY0" fmla="*/ 0 h 207818"/>
              <a:gd name="connsiteX1" fmla="*/ 8071 w 319799"/>
              <a:gd name="connsiteY1" fmla="*/ 114300 h 207818"/>
              <a:gd name="connsiteX2" fmla="*/ 319799 w 319799"/>
              <a:gd name="connsiteY2" fmla="*/ 207818 h 20781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19799" h="207818">
                <a:moveTo>
                  <a:pt x="122371" y="0"/>
                </a:moveTo>
                <a:cubicBezTo>
                  <a:pt x="48768" y="39832"/>
                  <a:pt x="-24834" y="79664"/>
                  <a:pt x="8071" y="114300"/>
                </a:cubicBezTo>
                <a:cubicBezTo>
                  <a:pt x="40976" y="148936"/>
                  <a:pt x="180387" y="178377"/>
                  <a:pt x="319799" y="207818"/>
                </a:cubicBezTo>
              </a:path>
            </a:pathLst>
          </a:custGeom>
          <a:noFill/>
          <a:ln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0" name="Freeform 309">
            <a:extLst>
              <a:ext uri="{FF2B5EF4-FFF2-40B4-BE49-F238E27FC236}">
                <a16:creationId xmlns:a16="http://schemas.microsoft.com/office/drawing/2014/main" id="{28D5C4C5-C7D1-1174-107D-231229315253}"/>
              </a:ext>
            </a:extLst>
          </p:cNvPr>
          <p:cNvSpPr/>
          <p:nvPr/>
        </p:nvSpPr>
        <p:spPr>
          <a:xfrm>
            <a:off x="384095" y="8271416"/>
            <a:ext cx="319799" cy="207818"/>
          </a:xfrm>
          <a:custGeom>
            <a:avLst/>
            <a:gdLst>
              <a:gd name="connsiteX0" fmla="*/ 122371 w 319799"/>
              <a:gd name="connsiteY0" fmla="*/ 0 h 207818"/>
              <a:gd name="connsiteX1" fmla="*/ 8071 w 319799"/>
              <a:gd name="connsiteY1" fmla="*/ 114300 h 207818"/>
              <a:gd name="connsiteX2" fmla="*/ 319799 w 319799"/>
              <a:gd name="connsiteY2" fmla="*/ 207818 h 20781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19799" h="207818">
                <a:moveTo>
                  <a:pt x="122371" y="0"/>
                </a:moveTo>
                <a:cubicBezTo>
                  <a:pt x="48768" y="39832"/>
                  <a:pt x="-24834" y="79664"/>
                  <a:pt x="8071" y="114300"/>
                </a:cubicBezTo>
                <a:cubicBezTo>
                  <a:pt x="40976" y="148936"/>
                  <a:pt x="180387" y="178377"/>
                  <a:pt x="319799" y="207818"/>
                </a:cubicBezTo>
              </a:path>
            </a:pathLst>
          </a:custGeom>
          <a:noFill/>
          <a:ln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1" name="Freeform 310">
            <a:extLst>
              <a:ext uri="{FF2B5EF4-FFF2-40B4-BE49-F238E27FC236}">
                <a16:creationId xmlns:a16="http://schemas.microsoft.com/office/drawing/2014/main" id="{102351B4-C326-70B0-0649-96FF11C29B6F}"/>
              </a:ext>
            </a:extLst>
          </p:cNvPr>
          <p:cNvSpPr/>
          <p:nvPr/>
        </p:nvSpPr>
        <p:spPr>
          <a:xfrm>
            <a:off x="601649" y="8538020"/>
            <a:ext cx="319799" cy="207818"/>
          </a:xfrm>
          <a:custGeom>
            <a:avLst/>
            <a:gdLst>
              <a:gd name="connsiteX0" fmla="*/ 122371 w 319799"/>
              <a:gd name="connsiteY0" fmla="*/ 0 h 207818"/>
              <a:gd name="connsiteX1" fmla="*/ 8071 w 319799"/>
              <a:gd name="connsiteY1" fmla="*/ 114300 h 207818"/>
              <a:gd name="connsiteX2" fmla="*/ 319799 w 319799"/>
              <a:gd name="connsiteY2" fmla="*/ 207818 h 20781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19799" h="207818">
                <a:moveTo>
                  <a:pt x="122371" y="0"/>
                </a:moveTo>
                <a:cubicBezTo>
                  <a:pt x="48768" y="39832"/>
                  <a:pt x="-24834" y="79664"/>
                  <a:pt x="8071" y="114300"/>
                </a:cubicBezTo>
                <a:cubicBezTo>
                  <a:pt x="40976" y="148936"/>
                  <a:pt x="180387" y="178377"/>
                  <a:pt x="319799" y="207818"/>
                </a:cubicBezTo>
              </a:path>
            </a:pathLst>
          </a:custGeom>
          <a:noFill/>
          <a:ln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2" name="Freeform 311">
            <a:extLst>
              <a:ext uri="{FF2B5EF4-FFF2-40B4-BE49-F238E27FC236}">
                <a16:creationId xmlns:a16="http://schemas.microsoft.com/office/drawing/2014/main" id="{B2B23362-3BB5-C0D0-665A-F369E28E2A6C}"/>
              </a:ext>
            </a:extLst>
          </p:cNvPr>
          <p:cNvSpPr/>
          <p:nvPr/>
        </p:nvSpPr>
        <p:spPr>
          <a:xfrm>
            <a:off x="806000" y="8815102"/>
            <a:ext cx="319799" cy="207818"/>
          </a:xfrm>
          <a:custGeom>
            <a:avLst/>
            <a:gdLst>
              <a:gd name="connsiteX0" fmla="*/ 122371 w 319799"/>
              <a:gd name="connsiteY0" fmla="*/ 0 h 207818"/>
              <a:gd name="connsiteX1" fmla="*/ 8071 w 319799"/>
              <a:gd name="connsiteY1" fmla="*/ 114300 h 207818"/>
              <a:gd name="connsiteX2" fmla="*/ 319799 w 319799"/>
              <a:gd name="connsiteY2" fmla="*/ 207818 h 20781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19799" h="207818">
                <a:moveTo>
                  <a:pt x="122371" y="0"/>
                </a:moveTo>
                <a:cubicBezTo>
                  <a:pt x="48768" y="39832"/>
                  <a:pt x="-24834" y="79664"/>
                  <a:pt x="8071" y="114300"/>
                </a:cubicBezTo>
                <a:cubicBezTo>
                  <a:pt x="40976" y="148936"/>
                  <a:pt x="180387" y="178377"/>
                  <a:pt x="319799" y="207818"/>
                </a:cubicBezTo>
              </a:path>
            </a:pathLst>
          </a:custGeom>
          <a:noFill/>
          <a:ln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3" name="Freeform 312">
            <a:extLst>
              <a:ext uri="{FF2B5EF4-FFF2-40B4-BE49-F238E27FC236}">
                <a16:creationId xmlns:a16="http://schemas.microsoft.com/office/drawing/2014/main" id="{42794B88-36A9-562B-969C-05757D0316D2}"/>
              </a:ext>
            </a:extLst>
          </p:cNvPr>
          <p:cNvSpPr/>
          <p:nvPr/>
        </p:nvSpPr>
        <p:spPr>
          <a:xfrm>
            <a:off x="1016517" y="9092785"/>
            <a:ext cx="319799" cy="207818"/>
          </a:xfrm>
          <a:custGeom>
            <a:avLst/>
            <a:gdLst>
              <a:gd name="connsiteX0" fmla="*/ 122371 w 319799"/>
              <a:gd name="connsiteY0" fmla="*/ 0 h 207818"/>
              <a:gd name="connsiteX1" fmla="*/ 8071 w 319799"/>
              <a:gd name="connsiteY1" fmla="*/ 114300 h 207818"/>
              <a:gd name="connsiteX2" fmla="*/ 319799 w 319799"/>
              <a:gd name="connsiteY2" fmla="*/ 207818 h 20781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19799" h="207818">
                <a:moveTo>
                  <a:pt x="122371" y="0"/>
                </a:moveTo>
                <a:cubicBezTo>
                  <a:pt x="48768" y="39832"/>
                  <a:pt x="-24834" y="79664"/>
                  <a:pt x="8071" y="114300"/>
                </a:cubicBezTo>
                <a:cubicBezTo>
                  <a:pt x="40976" y="148936"/>
                  <a:pt x="180387" y="178377"/>
                  <a:pt x="319799" y="207818"/>
                </a:cubicBezTo>
              </a:path>
            </a:pathLst>
          </a:custGeom>
          <a:noFill/>
          <a:ln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4" name="Rectangle 313">
            <a:extLst>
              <a:ext uri="{FF2B5EF4-FFF2-40B4-BE49-F238E27FC236}">
                <a16:creationId xmlns:a16="http://schemas.microsoft.com/office/drawing/2014/main" id="{39C4BD8B-19AC-DFC8-75F6-AFDC37ABFD73}"/>
              </a:ext>
            </a:extLst>
          </p:cNvPr>
          <p:cNvSpPr/>
          <p:nvPr/>
        </p:nvSpPr>
        <p:spPr>
          <a:xfrm>
            <a:off x="5122766" y="6323194"/>
            <a:ext cx="1285790" cy="105999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6" name="TextBox 315">
            <a:extLst>
              <a:ext uri="{FF2B5EF4-FFF2-40B4-BE49-F238E27FC236}">
                <a16:creationId xmlns:a16="http://schemas.microsoft.com/office/drawing/2014/main" id="{20C37784-C9C4-3E40-3CFB-D1A35B74D547}"/>
              </a:ext>
            </a:extLst>
          </p:cNvPr>
          <p:cNvSpPr txBox="1"/>
          <p:nvPr/>
        </p:nvSpPr>
        <p:spPr>
          <a:xfrm>
            <a:off x="5804829" y="6283164"/>
            <a:ext cx="62068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N=358</a:t>
            </a:r>
          </a:p>
        </p:txBody>
      </p:sp>
      <p:cxnSp>
        <p:nvCxnSpPr>
          <p:cNvPr id="322" name="Straight Arrow Connector 321">
            <a:extLst>
              <a:ext uri="{FF2B5EF4-FFF2-40B4-BE49-F238E27FC236}">
                <a16:creationId xmlns:a16="http://schemas.microsoft.com/office/drawing/2014/main" id="{4DC3D8F7-3DB5-90BA-56A4-50F08DB60109}"/>
              </a:ext>
            </a:extLst>
          </p:cNvPr>
          <p:cNvCxnSpPr>
            <a:cxnSpLocks/>
          </p:cNvCxnSpPr>
          <p:nvPr/>
        </p:nvCxnSpPr>
        <p:spPr>
          <a:xfrm>
            <a:off x="1151507" y="6863095"/>
            <a:ext cx="391971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1" name="Rectangle 400">
            <a:extLst>
              <a:ext uri="{FF2B5EF4-FFF2-40B4-BE49-F238E27FC236}">
                <a16:creationId xmlns:a16="http://schemas.microsoft.com/office/drawing/2014/main" id="{3F978DD1-361D-3BDF-4EB6-26DEDE339ED0}"/>
              </a:ext>
            </a:extLst>
          </p:cNvPr>
          <p:cNvSpPr/>
          <p:nvPr/>
        </p:nvSpPr>
        <p:spPr>
          <a:xfrm>
            <a:off x="4960368" y="8738278"/>
            <a:ext cx="1285790" cy="105999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2" name="TextBox 401">
            <a:extLst>
              <a:ext uri="{FF2B5EF4-FFF2-40B4-BE49-F238E27FC236}">
                <a16:creationId xmlns:a16="http://schemas.microsoft.com/office/drawing/2014/main" id="{AC77A1C4-330E-C202-9F4B-F08037604292}"/>
              </a:ext>
            </a:extLst>
          </p:cNvPr>
          <p:cNvSpPr txBox="1"/>
          <p:nvPr/>
        </p:nvSpPr>
        <p:spPr>
          <a:xfrm>
            <a:off x="5684642" y="8694754"/>
            <a:ext cx="62068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N=100</a:t>
            </a:r>
          </a:p>
        </p:txBody>
      </p:sp>
      <p:sp>
        <p:nvSpPr>
          <p:cNvPr id="419" name="Right Brace 418">
            <a:extLst>
              <a:ext uri="{FF2B5EF4-FFF2-40B4-BE49-F238E27FC236}">
                <a16:creationId xmlns:a16="http://schemas.microsoft.com/office/drawing/2014/main" id="{C7072ECB-2598-119E-7AF1-1D3EB4AF8BBA}"/>
              </a:ext>
            </a:extLst>
          </p:cNvPr>
          <p:cNvSpPr/>
          <p:nvPr/>
        </p:nvSpPr>
        <p:spPr>
          <a:xfrm>
            <a:off x="6315390" y="7701874"/>
            <a:ext cx="212651" cy="2044863"/>
          </a:xfrm>
          <a:prstGeom prst="rightBrace">
            <a:avLst>
              <a:gd name="adj1" fmla="val 79052"/>
              <a:gd name="adj2" fmla="val 71397"/>
            </a:avLst>
          </a:prstGeom>
          <a:ln w="190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1" name="Right Brace 420">
            <a:extLst>
              <a:ext uri="{FF2B5EF4-FFF2-40B4-BE49-F238E27FC236}">
                <a16:creationId xmlns:a16="http://schemas.microsoft.com/office/drawing/2014/main" id="{24B2EA8A-2497-C513-95C4-107D5396B9CC}"/>
              </a:ext>
            </a:extLst>
          </p:cNvPr>
          <p:cNvSpPr/>
          <p:nvPr/>
        </p:nvSpPr>
        <p:spPr>
          <a:xfrm>
            <a:off x="6015012" y="3453467"/>
            <a:ext cx="212651" cy="2044863"/>
          </a:xfrm>
          <a:prstGeom prst="rightBrace">
            <a:avLst>
              <a:gd name="adj1" fmla="val 79052"/>
              <a:gd name="adj2" fmla="val 71397"/>
            </a:avLst>
          </a:prstGeom>
          <a:ln w="190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3" name="Freeform 422">
            <a:extLst>
              <a:ext uri="{FF2B5EF4-FFF2-40B4-BE49-F238E27FC236}">
                <a16:creationId xmlns:a16="http://schemas.microsoft.com/office/drawing/2014/main" id="{26B0FF3E-D15E-40BA-D8F7-C2C6D9481CA1}"/>
              </a:ext>
            </a:extLst>
          </p:cNvPr>
          <p:cNvSpPr/>
          <p:nvPr/>
        </p:nvSpPr>
        <p:spPr>
          <a:xfrm>
            <a:off x="6563948" y="6883660"/>
            <a:ext cx="328448" cy="2250493"/>
          </a:xfrm>
          <a:custGeom>
            <a:avLst/>
            <a:gdLst>
              <a:gd name="connsiteX0" fmla="*/ 0 w 326095"/>
              <a:gd name="connsiteY0" fmla="*/ 0 h 1431851"/>
              <a:gd name="connsiteX1" fmla="*/ 326065 w 326095"/>
              <a:gd name="connsiteY1" fmla="*/ 751368 h 1431851"/>
              <a:gd name="connsiteX2" fmla="*/ 21265 w 326095"/>
              <a:gd name="connsiteY2" fmla="*/ 1431851 h 1431851"/>
              <a:gd name="connsiteX0" fmla="*/ 0 w 326136"/>
              <a:gd name="connsiteY0" fmla="*/ 0 h 1431851"/>
              <a:gd name="connsiteX1" fmla="*/ 326065 w 326136"/>
              <a:gd name="connsiteY1" fmla="*/ 751368 h 1431851"/>
              <a:gd name="connsiteX2" fmla="*/ 21265 w 326136"/>
              <a:gd name="connsiteY2" fmla="*/ 1431851 h 1431851"/>
              <a:gd name="connsiteX0" fmla="*/ 0 w 199457"/>
              <a:gd name="connsiteY0" fmla="*/ 0 h 1431851"/>
              <a:gd name="connsiteX1" fmla="*/ 198686 w 199457"/>
              <a:gd name="connsiteY1" fmla="*/ 664932 h 1431851"/>
              <a:gd name="connsiteX2" fmla="*/ 21265 w 199457"/>
              <a:gd name="connsiteY2" fmla="*/ 1431851 h 143185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99457" h="1431851">
                <a:moveTo>
                  <a:pt x="0" y="0"/>
                </a:moveTo>
                <a:cubicBezTo>
                  <a:pt x="161260" y="256363"/>
                  <a:pt x="195142" y="426290"/>
                  <a:pt x="198686" y="664932"/>
                </a:cubicBezTo>
                <a:cubicBezTo>
                  <a:pt x="202230" y="903574"/>
                  <a:pt x="201049" y="1142551"/>
                  <a:pt x="21265" y="1431851"/>
                </a:cubicBezTo>
              </a:path>
            </a:pathLst>
          </a:custGeom>
          <a:noFill/>
          <a:ln>
            <a:headEnd type="triangl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24" name="Rectangle 423">
            <a:extLst>
              <a:ext uri="{FF2B5EF4-FFF2-40B4-BE49-F238E27FC236}">
                <a16:creationId xmlns:a16="http://schemas.microsoft.com/office/drawing/2014/main" id="{4A3B0828-9E09-2552-264E-CFF5FC7F0435}"/>
              </a:ext>
            </a:extLst>
          </p:cNvPr>
          <p:cNvSpPr/>
          <p:nvPr/>
        </p:nvSpPr>
        <p:spPr>
          <a:xfrm>
            <a:off x="6953285" y="7743871"/>
            <a:ext cx="409118" cy="429166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5" name="TextBox 424">
            <a:extLst>
              <a:ext uri="{FF2B5EF4-FFF2-40B4-BE49-F238E27FC236}">
                <a16:creationId xmlns:a16="http://schemas.microsoft.com/office/drawing/2014/main" id="{A226D54F-AF33-2321-5FD9-536C2378D8F3}"/>
              </a:ext>
            </a:extLst>
          </p:cNvPr>
          <p:cNvSpPr txBox="1"/>
          <p:nvPr/>
        </p:nvSpPr>
        <p:spPr>
          <a:xfrm>
            <a:off x="6971765" y="7739337"/>
            <a:ext cx="40267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l-GR" sz="2000" dirty="0"/>
              <a:t>ε</a:t>
            </a:r>
            <a:r>
              <a:rPr lang="en-US" sz="2000" baseline="-25000" dirty="0"/>
              <a:t>2</a:t>
            </a:r>
            <a:endParaRPr lang="en-US" sz="2000" dirty="0"/>
          </a:p>
        </p:txBody>
      </p:sp>
      <p:sp>
        <p:nvSpPr>
          <p:cNvPr id="429" name="Freeform 428">
            <a:extLst>
              <a:ext uri="{FF2B5EF4-FFF2-40B4-BE49-F238E27FC236}">
                <a16:creationId xmlns:a16="http://schemas.microsoft.com/office/drawing/2014/main" id="{61C12384-709B-4EC8-AD47-833D83393420}"/>
              </a:ext>
            </a:extLst>
          </p:cNvPr>
          <p:cNvSpPr/>
          <p:nvPr/>
        </p:nvSpPr>
        <p:spPr>
          <a:xfrm flipH="1">
            <a:off x="8333583" y="6831041"/>
            <a:ext cx="324675" cy="2343657"/>
          </a:xfrm>
          <a:custGeom>
            <a:avLst/>
            <a:gdLst>
              <a:gd name="connsiteX0" fmla="*/ 0 w 326095"/>
              <a:gd name="connsiteY0" fmla="*/ 0 h 1431851"/>
              <a:gd name="connsiteX1" fmla="*/ 326065 w 326095"/>
              <a:gd name="connsiteY1" fmla="*/ 751368 h 1431851"/>
              <a:gd name="connsiteX2" fmla="*/ 21265 w 326095"/>
              <a:gd name="connsiteY2" fmla="*/ 1431851 h 1431851"/>
              <a:gd name="connsiteX0" fmla="*/ 0 w 326136"/>
              <a:gd name="connsiteY0" fmla="*/ 0 h 1431851"/>
              <a:gd name="connsiteX1" fmla="*/ 326065 w 326136"/>
              <a:gd name="connsiteY1" fmla="*/ 751368 h 1431851"/>
              <a:gd name="connsiteX2" fmla="*/ 21265 w 326136"/>
              <a:gd name="connsiteY2" fmla="*/ 1431851 h 1431851"/>
              <a:gd name="connsiteX0" fmla="*/ 0 w 199457"/>
              <a:gd name="connsiteY0" fmla="*/ 0 h 1431851"/>
              <a:gd name="connsiteX1" fmla="*/ 198686 w 199457"/>
              <a:gd name="connsiteY1" fmla="*/ 664932 h 1431851"/>
              <a:gd name="connsiteX2" fmla="*/ 21265 w 199457"/>
              <a:gd name="connsiteY2" fmla="*/ 1431851 h 143185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99457" h="1431851">
                <a:moveTo>
                  <a:pt x="0" y="0"/>
                </a:moveTo>
                <a:cubicBezTo>
                  <a:pt x="161260" y="256363"/>
                  <a:pt x="195142" y="426290"/>
                  <a:pt x="198686" y="664932"/>
                </a:cubicBezTo>
                <a:cubicBezTo>
                  <a:pt x="202230" y="903574"/>
                  <a:pt x="201049" y="1142551"/>
                  <a:pt x="21265" y="1431851"/>
                </a:cubicBezTo>
              </a:path>
            </a:pathLst>
          </a:custGeom>
          <a:noFill/>
          <a:ln>
            <a:headEnd type="triangl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30" name="Rectangle 429">
            <a:extLst>
              <a:ext uri="{FF2B5EF4-FFF2-40B4-BE49-F238E27FC236}">
                <a16:creationId xmlns:a16="http://schemas.microsoft.com/office/drawing/2014/main" id="{9F17354A-3050-197F-BBED-44B8952F78DF}"/>
              </a:ext>
            </a:extLst>
          </p:cNvPr>
          <p:cNvSpPr/>
          <p:nvPr/>
        </p:nvSpPr>
        <p:spPr>
          <a:xfrm>
            <a:off x="7833448" y="7727752"/>
            <a:ext cx="409118" cy="429166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1" name="TextBox 430">
            <a:extLst>
              <a:ext uri="{FF2B5EF4-FFF2-40B4-BE49-F238E27FC236}">
                <a16:creationId xmlns:a16="http://schemas.microsoft.com/office/drawing/2014/main" id="{E49F3386-16F0-C195-49C1-353A8E5769E1}"/>
              </a:ext>
            </a:extLst>
          </p:cNvPr>
          <p:cNvSpPr txBox="1"/>
          <p:nvPr/>
        </p:nvSpPr>
        <p:spPr>
          <a:xfrm>
            <a:off x="7851067" y="7727752"/>
            <a:ext cx="40267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l-GR" sz="2000" dirty="0"/>
              <a:t>ε</a:t>
            </a:r>
            <a:r>
              <a:rPr lang="en-US" sz="2000" baseline="-25000" dirty="0"/>
              <a:t>2</a:t>
            </a:r>
            <a:endParaRPr lang="en-US" sz="2000" dirty="0"/>
          </a:p>
        </p:txBody>
      </p:sp>
      <p:cxnSp>
        <p:nvCxnSpPr>
          <p:cNvPr id="432" name="Straight Arrow Connector 431">
            <a:extLst>
              <a:ext uri="{FF2B5EF4-FFF2-40B4-BE49-F238E27FC236}">
                <a16:creationId xmlns:a16="http://schemas.microsoft.com/office/drawing/2014/main" id="{6CA429F4-D95B-43A5-160B-F187A5252461}"/>
              </a:ext>
            </a:extLst>
          </p:cNvPr>
          <p:cNvCxnSpPr>
            <a:cxnSpLocks/>
          </p:cNvCxnSpPr>
          <p:nvPr/>
        </p:nvCxnSpPr>
        <p:spPr>
          <a:xfrm flipH="1">
            <a:off x="10024997" y="6820429"/>
            <a:ext cx="2733825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3" name="Rectangle 432">
            <a:extLst>
              <a:ext uri="{FF2B5EF4-FFF2-40B4-BE49-F238E27FC236}">
                <a16:creationId xmlns:a16="http://schemas.microsoft.com/office/drawing/2014/main" id="{14B432F8-71F7-C5C0-0662-85EB2E33C94E}"/>
              </a:ext>
            </a:extLst>
          </p:cNvPr>
          <p:cNvSpPr/>
          <p:nvPr/>
        </p:nvSpPr>
        <p:spPr>
          <a:xfrm>
            <a:off x="12768786" y="6329173"/>
            <a:ext cx="1285790" cy="105999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4" name="TextBox 433">
            <a:extLst>
              <a:ext uri="{FF2B5EF4-FFF2-40B4-BE49-F238E27FC236}">
                <a16:creationId xmlns:a16="http://schemas.microsoft.com/office/drawing/2014/main" id="{47892FAF-CC11-DB1C-921A-4B4E26C920BB}"/>
              </a:ext>
            </a:extLst>
          </p:cNvPr>
          <p:cNvSpPr txBox="1"/>
          <p:nvPr/>
        </p:nvSpPr>
        <p:spPr>
          <a:xfrm>
            <a:off x="12901521" y="6533289"/>
            <a:ext cx="112921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Discrete sampling</a:t>
            </a:r>
          </a:p>
        </p:txBody>
      </p:sp>
      <p:sp>
        <p:nvSpPr>
          <p:cNvPr id="435" name="TextBox 434">
            <a:extLst>
              <a:ext uri="{FF2B5EF4-FFF2-40B4-BE49-F238E27FC236}">
                <a16:creationId xmlns:a16="http://schemas.microsoft.com/office/drawing/2014/main" id="{EC1FFE7E-669E-AD1C-0133-499B14E87998}"/>
              </a:ext>
            </a:extLst>
          </p:cNvPr>
          <p:cNvSpPr txBox="1"/>
          <p:nvPr/>
        </p:nvSpPr>
        <p:spPr>
          <a:xfrm>
            <a:off x="13474215" y="6343698"/>
            <a:ext cx="62068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N=358</a:t>
            </a:r>
          </a:p>
        </p:txBody>
      </p:sp>
      <p:sp>
        <p:nvSpPr>
          <p:cNvPr id="436" name="Rectangle 435">
            <a:extLst>
              <a:ext uri="{FF2B5EF4-FFF2-40B4-BE49-F238E27FC236}">
                <a16:creationId xmlns:a16="http://schemas.microsoft.com/office/drawing/2014/main" id="{3C28F6F3-8FDD-14BD-8647-C45DBEE1B762}"/>
              </a:ext>
            </a:extLst>
          </p:cNvPr>
          <p:cNvSpPr/>
          <p:nvPr/>
        </p:nvSpPr>
        <p:spPr>
          <a:xfrm>
            <a:off x="12771737" y="5009378"/>
            <a:ext cx="1285790" cy="1059997"/>
          </a:xfrm>
          <a:prstGeom prst="rect">
            <a:avLst/>
          </a:prstGeom>
          <a:solidFill>
            <a:srgbClr val="FF6D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7" name="TextBox 436">
            <a:extLst>
              <a:ext uri="{FF2B5EF4-FFF2-40B4-BE49-F238E27FC236}">
                <a16:creationId xmlns:a16="http://schemas.microsoft.com/office/drawing/2014/main" id="{84B10BA9-73AF-4D98-68FA-6439CE68390A}"/>
              </a:ext>
            </a:extLst>
          </p:cNvPr>
          <p:cNvSpPr txBox="1"/>
          <p:nvPr/>
        </p:nvSpPr>
        <p:spPr>
          <a:xfrm>
            <a:off x="12781275" y="5108689"/>
            <a:ext cx="128579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Unknown </a:t>
            </a:r>
          </a:p>
          <a:p>
            <a:pPr algn="ctr"/>
            <a:r>
              <a:rPr lang="en-US" dirty="0"/>
              <a:t>spatial field</a:t>
            </a:r>
          </a:p>
          <a:p>
            <a:pPr algn="ctr"/>
            <a:endParaRPr lang="en-US" dirty="0"/>
          </a:p>
        </p:txBody>
      </p:sp>
      <p:sp>
        <p:nvSpPr>
          <p:cNvPr id="438" name="Rectangle 437">
            <a:extLst>
              <a:ext uri="{FF2B5EF4-FFF2-40B4-BE49-F238E27FC236}">
                <a16:creationId xmlns:a16="http://schemas.microsoft.com/office/drawing/2014/main" id="{BA0187D1-2A45-2CC8-26D9-E88088DE6CC7}"/>
              </a:ext>
            </a:extLst>
          </p:cNvPr>
          <p:cNvSpPr/>
          <p:nvPr/>
        </p:nvSpPr>
        <p:spPr>
          <a:xfrm>
            <a:off x="9028426" y="6332647"/>
            <a:ext cx="1285790" cy="105999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9" name="TextBox 438">
            <a:extLst>
              <a:ext uri="{FF2B5EF4-FFF2-40B4-BE49-F238E27FC236}">
                <a16:creationId xmlns:a16="http://schemas.microsoft.com/office/drawing/2014/main" id="{BBC7577D-C55D-3120-71AA-EE37E054B91F}"/>
              </a:ext>
            </a:extLst>
          </p:cNvPr>
          <p:cNvSpPr txBox="1"/>
          <p:nvPr/>
        </p:nvSpPr>
        <p:spPr>
          <a:xfrm>
            <a:off x="9016498" y="6429837"/>
            <a:ext cx="129560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Predicted spatial field (GP)</a:t>
            </a:r>
          </a:p>
        </p:txBody>
      </p:sp>
      <p:sp>
        <p:nvSpPr>
          <p:cNvPr id="440" name="TextBox 439">
            <a:extLst>
              <a:ext uri="{FF2B5EF4-FFF2-40B4-BE49-F238E27FC236}">
                <a16:creationId xmlns:a16="http://schemas.microsoft.com/office/drawing/2014/main" id="{32623116-925B-A2EA-BE63-F1FAFAF0E2A7}"/>
              </a:ext>
            </a:extLst>
          </p:cNvPr>
          <p:cNvSpPr txBox="1"/>
          <p:nvPr/>
        </p:nvSpPr>
        <p:spPr>
          <a:xfrm>
            <a:off x="9710488" y="6292617"/>
            <a:ext cx="62068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N=358</a:t>
            </a:r>
          </a:p>
        </p:txBody>
      </p:sp>
      <p:sp>
        <p:nvSpPr>
          <p:cNvPr id="441" name="Rectangle 440">
            <a:extLst>
              <a:ext uri="{FF2B5EF4-FFF2-40B4-BE49-F238E27FC236}">
                <a16:creationId xmlns:a16="http://schemas.microsoft.com/office/drawing/2014/main" id="{36AAF044-14CF-2599-FB2B-C42B2CCFE2E8}"/>
              </a:ext>
            </a:extLst>
          </p:cNvPr>
          <p:cNvSpPr/>
          <p:nvPr/>
        </p:nvSpPr>
        <p:spPr>
          <a:xfrm>
            <a:off x="12619061" y="7753201"/>
            <a:ext cx="1285790" cy="105999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2" name="Rectangle 441">
            <a:extLst>
              <a:ext uri="{FF2B5EF4-FFF2-40B4-BE49-F238E27FC236}">
                <a16:creationId xmlns:a16="http://schemas.microsoft.com/office/drawing/2014/main" id="{70100050-E718-00FC-32DC-9E6875B39389}"/>
              </a:ext>
            </a:extLst>
          </p:cNvPr>
          <p:cNvSpPr/>
          <p:nvPr/>
        </p:nvSpPr>
        <p:spPr>
          <a:xfrm>
            <a:off x="12828611" y="7962751"/>
            <a:ext cx="1285790" cy="105999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3" name="Rectangle 442">
            <a:extLst>
              <a:ext uri="{FF2B5EF4-FFF2-40B4-BE49-F238E27FC236}">
                <a16:creationId xmlns:a16="http://schemas.microsoft.com/office/drawing/2014/main" id="{79151B12-CEC0-6067-5C06-C0F1D89038C2}"/>
              </a:ext>
            </a:extLst>
          </p:cNvPr>
          <p:cNvSpPr/>
          <p:nvPr/>
        </p:nvSpPr>
        <p:spPr>
          <a:xfrm>
            <a:off x="13038161" y="8172301"/>
            <a:ext cx="1285790" cy="105999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4" name="Rectangle 443">
            <a:extLst>
              <a:ext uri="{FF2B5EF4-FFF2-40B4-BE49-F238E27FC236}">
                <a16:creationId xmlns:a16="http://schemas.microsoft.com/office/drawing/2014/main" id="{A55B5891-55CC-4978-5A88-DC5C23736AA0}"/>
              </a:ext>
            </a:extLst>
          </p:cNvPr>
          <p:cNvSpPr/>
          <p:nvPr/>
        </p:nvSpPr>
        <p:spPr>
          <a:xfrm>
            <a:off x="13247711" y="8381851"/>
            <a:ext cx="1285790" cy="105999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5" name="Rectangle 444">
            <a:extLst>
              <a:ext uri="{FF2B5EF4-FFF2-40B4-BE49-F238E27FC236}">
                <a16:creationId xmlns:a16="http://schemas.microsoft.com/office/drawing/2014/main" id="{2B787978-6EAC-FE2F-2E48-570845CFC5F4}"/>
              </a:ext>
            </a:extLst>
          </p:cNvPr>
          <p:cNvSpPr/>
          <p:nvPr/>
        </p:nvSpPr>
        <p:spPr>
          <a:xfrm>
            <a:off x="13457261" y="8591401"/>
            <a:ext cx="1285790" cy="105999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6" name="TextBox 445">
            <a:extLst>
              <a:ext uri="{FF2B5EF4-FFF2-40B4-BE49-F238E27FC236}">
                <a16:creationId xmlns:a16="http://schemas.microsoft.com/office/drawing/2014/main" id="{0792F157-15A4-E4ED-E24F-9C488BA46D83}"/>
              </a:ext>
            </a:extLst>
          </p:cNvPr>
          <p:cNvSpPr txBox="1"/>
          <p:nvPr/>
        </p:nvSpPr>
        <p:spPr>
          <a:xfrm>
            <a:off x="14188463" y="8549037"/>
            <a:ext cx="62068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N=150</a:t>
            </a:r>
          </a:p>
        </p:txBody>
      </p:sp>
      <p:sp>
        <p:nvSpPr>
          <p:cNvPr id="447" name="TextBox 446">
            <a:extLst>
              <a:ext uri="{FF2B5EF4-FFF2-40B4-BE49-F238E27FC236}">
                <a16:creationId xmlns:a16="http://schemas.microsoft.com/office/drawing/2014/main" id="{CFEE2ED4-446D-CE21-56AD-4FB6373AE8FD}"/>
              </a:ext>
            </a:extLst>
          </p:cNvPr>
          <p:cNvSpPr txBox="1"/>
          <p:nvPr/>
        </p:nvSpPr>
        <p:spPr>
          <a:xfrm>
            <a:off x="13990190" y="8340158"/>
            <a:ext cx="62068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N=220</a:t>
            </a:r>
          </a:p>
        </p:txBody>
      </p:sp>
      <p:sp>
        <p:nvSpPr>
          <p:cNvPr id="448" name="TextBox 447">
            <a:extLst>
              <a:ext uri="{FF2B5EF4-FFF2-40B4-BE49-F238E27FC236}">
                <a16:creationId xmlns:a16="http://schemas.microsoft.com/office/drawing/2014/main" id="{E8F0AD5F-0605-1CD7-F49A-38114727A012}"/>
              </a:ext>
            </a:extLst>
          </p:cNvPr>
          <p:cNvSpPr txBox="1"/>
          <p:nvPr/>
        </p:nvSpPr>
        <p:spPr>
          <a:xfrm>
            <a:off x="13776899" y="8130929"/>
            <a:ext cx="62068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N=260</a:t>
            </a:r>
          </a:p>
        </p:txBody>
      </p:sp>
      <p:sp>
        <p:nvSpPr>
          <p:cNvPr id="449" name="TextBox 448">
            <a:extLst>
              <a:ext uri="{FF2B5EF4-FFF2-40B4-BE49-F238E27FC236}">
                <a16:creationId xmlns:a16="http://schemas.microsoft.com/office/drawing/2014/main" id="{7FEF8359-6F9A-60D8-0658-64F8919771B8}"/>
              </a:ext>
            </a:extLst>
          </p:cNvPr>
          <p:cNvSpPr txBox="1"/>
          <p:nvPr/>
        </p:nvSpPr>
        <p:spPr>
          <a:xfrm>
            <a:off x="13468933" y="7921700"/>
            <a:ext cx="62068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N=3</a:t>
            </a:r>
            <a:r>
              <a:rPr lang="el-GR" sz="1200" dirty="0"/>
              <a:t>0</a:t>
            </a:r>
            <a:r>
              <a:rPr lang="en-US" sz="1200" dirty="0"/>
              <a:t>0</a:t>
            </a:r>
          </a:p>
        </p:txBody>
      </p:sp>
      <p:sp>
        <p:nvSpPr>
          <p:cNvPr id="450" name="TextBox 449">
            <a:extLst>
              <a:ext uri="{FF2B5EF4-FFF2-40B4-BE49-F238E27FC236}">
                <a16:creationId xmlns:a16="http://schemas.microsoft.com/office/drawing/2014/main" id="{02407944-09E4-739F-8B7C-93BA0324162F}"/>
              </a:ext>
            </a:extLst>
          </p:cNvPr>
          <p:cNvSpPr txBox="1"/>
          <p:nvPr/>
        </p:nvSpPr>
        <p:spPr>
          <a:xfrm>
            <a:off x="13262030" y="7716464"/>
            <a:ext cx="62068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N=330</a:t>
            </a:r>
          </a:p>
        </p:txBody>
      </p:sp>
      <p:sp>
        <p:nvSpPr>
          <p:cNvPr id="451" name="Rectangle 450">
            <a:extLst>
              <a:ext uri="{FF2B5EF4-FFF2-40B4-BE49-F238E27FC236}">
                <a16:creationId xmlns:a16="http://schemas.microsoft.com/office/drawing/2014/main" id="{E96EB549-49EE-8F67-A5AC-CB48B1364889}"/>
              </a:ext>
            </a:extLst>
          </p:cNvPr>
          <p:cNvSpPr/>
          <p:nvPr/>
        </p:nvSpPr>
        <p:spPr>
          <a:xfrm>
            <a:off x="13661321" y="8795461"/>
            <a:ext cx="1285790" cy="105999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3" name="TextBox 452">
            <a:extLst>
              <a:ext uri="{FF2B5EF4-FFF2-40B4-BE49-F238E27FC236}">
                <a16:creationId xmlns:a16="http://schemas.microsoft.com/office/drawing/2014/main" id="{B6D23EC6-23DF-466E-789F-BFD0F35412CE}"/>
              </a:ext>
            </a:extLst>
          </p:cNvPr>
          <p:cNvSpPr txBox="1"/>
          <p:nvPr/>
        </p:nvSpPr>
        <p:spPr>
          <a:xfrm>
            <a:off x="14364410" y="8762961"/>
            <a:ext cx="62068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N=100</a:t>
            </a:r>
          </a:p>
        </p:txBody>
      </p:sp>
      <p:cxnSp>
        <p:nvCxnSpPr>
          <p:cNvPr id="454" name="Straight Arrow Connector 453">
            <a:extLst>
              <a:ext uri="{FF2B5EF4-FFF2-40B4-BE49-F238E27FC236}">
                <a16:creationId xmlns:a16="http://schemas.microsoft.com/office/drawing/2014/main" id="{6D8431CB-1AAC-3E1B-262D-83859974175D}"/>
              </a:ext>
            </a:extLst>
          </p:cNvPr>
          <p:cNvCxnSpPr>
            <a:cxnSpLocks/>
          </p:cNvCxnSpPr>
          <p:nvPr/>
        </p:nvCxnSpPr>
        <p:spPr>
          <a:xfrm>
            <a:off x="11706354" y="9260101"/>
            <a:ext cx="414610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6" name="Freeform 455">
            <a:extLst>
              <a:ext uri="{FF2B5EF4-FFF2-40B4-BE49-F238E27FC236}">
                <a16:creationId xmlns:a16="http://schemas.microsoft.com/office/drawing/2014/main" id="{4533F181-CBAF-C056-36AD-65EE1717A4B5}"/>
              </a:ext>
            </a:extLst>
          </p:cNvPr>
          <p:cNvSpPr/>
          <p:nvPr/>
        </p:nvSpPr>
        <p:spPr>
          <a:xfrm>
            <a:off x="12504499" y="8105398"/>
            <a:ext cx="319799" cy="207818"/>
          </a:xfrm>
          <a:custGeom>
            <a:avLst/>
            <a:gdLst>
              <a:gd name="connsiteX0" fmla="*/ 122371 w 319799"/>
              <a:gd name="connsiteY0" fmla="*/ 0 h 207818"/>
              <a:gd name="connsiteX1" fmla="*/ 8071 w 319799"/>
              <a:gd name="connsiteY1" fmla="*/ 114300 h 207818"/>
              <a:gd name="connsiteX2" fmla="*/ 319799 w 319799"/>
              <a:gd name="connsiteY2" fmla="*/ 207818 h 20781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19799" h="207818">
                <a:moveTo>
                  <a:pt x="122371" y="0"/>
                </a:moveTo>
                <a:cubicBezTo>
                  <a:pt x="48768" y="39832"/>
                  <a:pt x="-24834" y="79664"/>
                  <a:pt x="8071" y="114300"/>
                </a:cubicBezTo>
                <a:cubicBezTo>
                  <a:pt x="40976" y="148936"/>
                  <a:pt x="180387" y="178377"/>
                  <a:pt x="319799" y="207818"/>
                </a:cubicBezTo>
              </a:path>
            </a:pathLst>
          </a:custGeom>
          <a:noFill/>
          <a:ln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7" name="Freeform 456">
            <a:extLst>
              <a:ext uri="{FF2B5EF4-FFF2-40B4-BE49-F238E27FC236}">
                <a16:creationId xmlns:a16="http://schemas.microsoft.com/office/drawing/2014/main" id="{38C750E0-85B0-B076-92BE-8221C1DC77D2}"/>
              </a:ext>
            </a:extLst>
          </p:cNvPr>
          <p:cNvSpPr/>
          <p:nvPr/>
        </p:nvSpPr>
        <p:spPr>
          <a:xfrm>
            <a:off x="12708666" y="8393441"/>
            <a:ext cx="319799" cy="207818"/>
          </a:xfrm>
          <a:custGeom>
            <a:avLst/>
            <a:gdLst>
              <a:gd name="connsiteX0" fmla="*/ 122371 w 319799"/>
              <a:gd name="connsiteY0" fmla="*/ 0 h 207818"/>
              <a:gd name="connsiteX1" fmla="*/ 8071 w 319799"/>
              <a:gd name="connsiteY1" fmla="*/ 114300 h 207818"/>
              <a:gd name="connsiteX2" fmla="*/ 319799 w 319799"/>
              <a:gd name="connsiteY2" fmla="*/ 207818 h 20781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19799" h="207818">
                <a:moveTo>
                  <a:pt x="122371" y="0"/>
                </a:moveTo>
                <a:cubicBezTo>
                  <a:pt x="48768" y="39832"/>
                  <a:pt x="-24834" y="79664"/>
                  <a:pt x="8071" y="114300"/>
                </a:cubicBezTo>
                <a:cubicBezTo>
                  <a:pt x="40976" y="148936"/>
                  <a:pt x="180387" y="178377"/>
                  <a:pt x="319799" y="207818"/>
                </a:cubicBezTo>
              </a:path>
            </a:pathLst>
          </a:custGeom>
          <a:noFill/>
          <a:ln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8" name="Freeform 457">
            <a:extLst>
              <a:ext uri="{FF2B5EF4-FFF2-40B4-BE49-F238E27FC236}">
                <a16:creationId xmlns:a16="http://schemas.microsoft.com/office/drawing/2014/main" id="{4FC31B25-EE76-300B-A875-DB9BDCC3463E}"/>
              </a:ext>
            </a:extLst>
          </p:cNvPr>
          <p:cNvSpPr/>
          <p:nvPr/>
        </p:nvSpPr>
        <p:spPr>
          <a:xfrm>
            <a:off x="12926220" y="8660045"/>
            <a:ext cx="319799" cy="207818"/>
          </a:xfrm>
          <a:custGeom>
            <a:avLst/>
            <a:gdLst>
              <a:gd name="connsiteX0" fmla="*/ 122371 w 319799"/>
              <a:gd name="connsiteY0" fmla="*/ 0 h 207818"/>
              <a:gd name="connsiteX1" fmla="*/ 8071 w 319799"/>
              <a:gd name="connsiteY1" fmla="*/ 114300 h 207818"/>
              <a:gd name="connsiteX2" fmla="*/ 319799 w 319799"/>
              <a:gd name="connsiteY2" fmla="*/ 207818 h 20781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19799" h="207818">
                <a:moveTo>
                  <a:pt x="122371" y="0"/>
                </a:moveTo>
                <a:cubicBezTo>
                  <a:pt x="48768" y="39832"/>
                  <a:pt x="-24834" y="79664"/>
                  <a:pt x="8071" y="114300"/>
                </a:cubicBezTo>
                <a:cubicBezTo>
                  <a:pt x="40976" y="148936"/>
                  <a:pt x="180387" y="178377"/>
                  <a:pt x="319799" y="207818"/>
                </a:cubicBezTo>
              </a:path>
            </a:pathLst>
          </a:custGeom>
          <a:noFill/>
          <a:ln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9" name="Freeform 458">
            <a:extLst>
              <a:ext uri="{FF2B5EF4-FFF2-40B4-BE49-F238E27FC236}">
                <a16:creationId xmlns:a16="http://schemas.microsoft.com/office/drawing/2014/main" id="{3D1C8A79-D03C-2A7F-BD91-95C525AF9EFE}"/>
              </a:ext>
            </a:extLst>
          </p:cNvPr>
          <p:cNvSpPr/>
          <p:nvPr/>
        </p:nvSpPr>
        <p:spPr>
          <a:xfrm>
            <a:off x="13130571" y="8937127"/>
            <a:ext cx="319799" cy="207818"/>
          </a:xfrm>
          <a:custGeom>
            <a:avLst/>
            <a:gdLst>
              <a:gd name="connsiteX0" fmla="*/ 122371 w 319799"/>
              <a:gd name="connsiteY0" fmla="*/ 0 h 207818"/>
              <a:gd name="connsiteX1" fmla="*/ 8071 w 319799"/>
              <a:gd name="connsiteY1" fmla="*/ 114300 h 207818"/>
              <a:gd name="connsiteX2" fmla="*/ 319799 w 319799"/>
              <a:gd name="connsiteY2" fmla="*/ 207818 h 20781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19799" h="207818">
                <a:moveTo>
                  <a:pt x="122371" y="0"/>
                </a:moveTo>
                <a:cubicBezTo>
                  <a:pt x="48768" y="39832"/>
                  <a:pt x="-24834" y="79664"/>
                  <a:pt x="8071" y="114300"/>
                </a:cubicBezTo>
                <a:cubicBezTo>
                  <a:pt x="40976" y="148936"/>
                  <a:pt x="180387" y="178377"/>
                  <a:pt x="319799" y="207818"/>
                </a:cubicBezTo>
              </a:path>
            </a:pathLst>
          </a:custGeom>
          <a:noFill/>
          <a:ln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0" name="Freeform 459">
            <a:extLst>
              <a:ext uri="{FF2B5EF4-FFF2-40B4-BE49-F238E27FC236}">
                <a16:creationId xmlns:a16="http://schemas.microsoft.com/office/drawing/2014/main" id="{7190C73F-64A2-8116-578A-042C41D5F441}"/>
              </a:ext>
            </a:extLst>
          </p:cNvPr>
          <p:cNvSpPr/>
          <p:nvPr/>
        </p:nvSpPr>
        <p:spPr>
          <a:xfrm>
            <a:off x="13341088" y="9214810"/>
            <a:ext cx="319799" cy="207818"/>
          </a:xfrm>
          <a:custGeom>
            <a:avLst/>
            <a:gdLst>
              <a:gd name="connsiteX0" fmla="*/ 122371 w 319799"/>
              <a:gd name="connsiteY0" fmla="*/ 0 h 207818"/>
              <a:gd name="connsiteX1" fmla="*/ 8071 w 319799"/>
              <a:gd name="connsiteY1" fmla="*/ 114300 h 207818"/>
              <a:gd name="connsiteX2" fmla="*/ 319799 w 319799"/>
              <a:gd name="connsiteY2" fmla="*/ 207818 h 20781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19799" h="207818">
                <a:moveTo>
                  <a:pt x="122371" y="0"/>
                </a:moveTo>
                <a:cubicBezTo>
                  <a:pt x="48768" y="39832"/>
                  <a:pt x="-24834" y="79664"/>
                  <a:pt x="8071" y="114300"/>
                </a:cubicBezTo>
                <a:cubicBezTo>
                  <a:pt x="40976" y="148936"/>
                  <a:pt x="180387" y="178377"/>
                  <a:pt x="319799" y="207818"/>
                </a:cubicBezTo>
              </a:path>
            </a:pathLst>
          </a:custGeom>
          <a:noFill/>
          <a:ln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61" name="Straight Arrow Connector 460">
            <a:extLst>
              <a:ext uri="{FF2B5EF4-FFF2-40B4-BE49-F238E27FC236}">
                <a16:creationId xmlns:a16="http://schemas.microsoft.com/office/drawing/2014/main" id="{F51984CF-61A1-7AC3-5C51-F9680B25F40F}"/>
              </a:ext>
            </a:extLst>
          </p:cNvPr>
          <p:cNvCxnSpPr>
            <a:cxnSpLocks/>
            <a:stCxn id="433" idx="2"/>
          </p:cNvCxnSpPr>
          <p:nvPr/>
        </p:nvCxnSpPr>
        <p:spPr>
          <a:xfrm>
            <a:off x="13411681" y="7389166"/>
            <a:ext cx="0" cy="306352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2" name="Straight Arrow Connector 461">
            <a:extLst>
              <a:ext uri="{FF2B5EF4-FFF2-40B4-BE49-F238E27FC236}">
                <a16:creationId xmlns:a16="http://schemas.microsoft.com/office/drawing/2014/main" id="{79135E2E-5465-FE89-E627-F4C3423547F6}"/>
              </a:ext>
            </a:extLst>
          </p:cNvPr>
          <p:cNvCxnSpPr>
            <a:cxnSpLocks/>
          </p:cNvCxnSpPr>
          <p:nvPr/>
        </p:nvCxnSpPr>
        <p:spPr>
          <a:xfrm>
            <a:off x="13414632" y="6089433"/>
            <a:ext cx="0" cy="20887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3" name="Rectangle 462">
            <a:extLst>
              <a:ext uri="{FF2B5EF4-FFF2-40B4-BE49-F238E27FC236}">
                <a16:creationId xmlns:a16="http://schemas.microsoft.com/office/drawing/2014/main" id="{131C7BE0-7610-EE01-ECC0-C274CB3408CA}"/>
              </a:ext>
            </a:extLst>
          </p:cNvPr>
          <p:cNvSpPr/>
          <p:nvPr/>
        </p:nvSpPr>
        <p:spPr>
          <a:xfrm>
            <a:off x="9071593" y="7736644"/>
            <a:ext cx="1285790" cy="105999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4" name="Rectangle 463">
            <a:extLst>
              <a:ext uri="{FF2B5EF4-FFF2-40B4-BE49-F238E27FC236}">
                <a16:creationId xmlns:a16="http://schemas.microsoft.com/office/drawing/2014/main" id="{5C4584DD-8B32-C22B-D367-D5D136DAA130}"/>
              </a:ext>
            </a:extLst>
          </p:cNvPr>
          <p:cNvSpPr/>
          <p:nvPr/>
        </p:nvSpPr>
        <p:spPr>
          <a:xfrm>
            <a:off x="9281143" y="7946194"/>
            <a:ext cx="1285790" cy="105999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5" name="Rectangle 464">
            <a:extLst>
              <a:ext uri="{FF2B5EF4-FFF2-40B4-BE49-F238E27FC236}">
                <a16:creationId xmlns:a16="http://schemas.microsoft.com/office/drawing/2014/main" id="{A634183C-6B34-816E-7581-60945C3E85F6}"/>
              </a:ext>
            </a:extLst>
          </p:cNvPr>
          <p:cNvSpPr/>
          <p:nvPr/>
        </p:nvSpPr>
        <p:spPr>
          <a:xfrm>
            <a:off x="9490693" y="8155744"/>
            <a:ext cx="1285790" cy="105999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6" name="Rectangle 465">
            <a:extLst>
              <a:ext uri="{FF2B5EF4-FFF2-40B4-BE49-F238E27FC236}">
                <a16:creationId xmlns:a16="http://schemas.microsoft.com/office/drawing/2014/main" id="{B92A4749-B7C3-63B7-A27D-84085B8A95A5}"/>
              </a:ext>
            </a:extLst>
          </p:cNvPr>
          <p:cNvSpPr/>
          <p:nvPr/>
        </p:nvSpPr>
        <p:spPr>
          <a:xfrm>
            <a:off x="9700243" y="8365294"/>
            <a:ext cx="1285790" cy="105999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7" name="Rectangle 466">
            <a:extLst>
              <a:ext uri="{FF2B5EF4-FFF2-40B4-BE49-F238E27FC236}">
                <a16:creationId xmlns:a16="http://schemas.microsoft.com/office/drawing/2014/main" id="{AC488317-38D2-971D-5881-8DFE17CADADA}"/>
              </a:ext>
            </a:extLst>
          </p:cNvPr>
          <p:cNvSpPr/>
          <p:nvPr/>
        </p:nvSpPr>
        <p:spPr>
          <a:xfrm>
            <a:off x="9909793" y="8574844"/>
            <a:ext cx="1285790" cy="105999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8" name="TextBox 467">
            <a:extLst>
              <a:ext uri="{FF2B5EF4-FFF2-40B4-BE49-F238E27FC236}">
                <a16:creationId xmlns:a16="http://schemas.microsoft.com/office/drawing/2014/main" id="{37820B24-370B-DB93-D431-ED0FD4523D47}"/>
              </a:ext>
            </a:extLst>
          </p:cNvPr>
          <p:cNvSpPr txBox="1"/>
          <p:nvPr/>
        </p:nvSpPr>
        <p:spPr>
          <a:xfrm>
            <a:off x="10640997" y="8532480"/>
            <a:ext cx="62068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N=200</a:t>
            </a:r>
          </a:p>
        </p:txBody>
      </p:sp>
      <p:sp>
        <p:nvSpPr>
          <p:cNvPr id="469" name="TextBox 468">
            <a:extLst>
              <a:ext uri="{FF2B5EF4-FFF2-40B4-BE49-F238E27FC236}">
                <a16:creationId xmlns:a16="http://schemas.microsoft.com/office/drawing/2014/main" id="{A5AFA170-BF16-6956-D033-D4E98E7B10B6}"/>
              </a:ext>
            </a:extLst>
          </p:cNvPr>
          <p:cNvSpPr txBox="1"/>
          <p:nvPr/>
        </p:nvSpPr>
        <p:spPr>
          <a:xfrm>
            <a:off x="10442724" y="8323601"/>
            <a:ext cx="62068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N=220</a:t>
            </a:r>
          </a:p>
        </p:txBody>
      </p:sp>
      <p:sp>
        <p:nvSpPr>
          <p:cNvPr id="470" name="TextBox 469">
            <a:extLst>
              <a:ext uri="{FF2B5EF4-FFF2-40B4-BE49-F238E27FC236}">
                <a16:creationId xmlns:a16="http://schemas.microsoft.com/office/drawing/2014/main" id="{02C3EBFB-9911-E477-75FE-6D858E870E3B}"/>
              </a:ext>
            </a:extLst>
          </p:cNvPr>
          <p:cNvSpPr txBox="1"/>
          <p:nvPr/>
        </p:nvSpPr>
        <p:spPr>
          <a:xfrm>
            <a:off x="10229433" y="8114372"/>
            <a:ext cx="62068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N=260</a:t>
            </a:r>
          </a:p>
        </p:txBody>
      </p:sp>
      <p:sp>
        <p:nvSpPr>
          <p:cNvPr id="471" name="TextBox 470">
            <a:extLst>
              <a:ext uri="{FF2B5EF4-FFF2-40B4-BE49-F238E27FC236}">
                <a16:creationId xmlns:a16="http://schemas.microsoft.com/office/drawing/2014/main" id="{E47F5D6B-2061-B63B-EBDE-C08E0080970C}"/>
              </a:ext>
            </a:extLst>
          </p:cNvPr>
          <p:cNvSpPr txBox="1"/>
          <p:nvPr/>
        </p:nvSpPr>
        <p:spPr>
          <a:xfrm>
            <a:off x="9991920" y="7905143"/>
            <a:ext cx="70243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N=3</a:t>
            </a:r>
            <a:r>
              <a:rPr lang="el-GR" sz="1200" dirty="0"/>
              <a:t>0</a:t>
            </a:r>
            <a:r>
              <a:rPr lang="en-US" sz="1200" dirty="0"/>
              <a:t>0</a:t>
            </a:r>
          </a:p>
        </p:txBody>
      </p:sp>
      <p:sp>
        <p:nvSpPr>
          <p:cNvPr id="472" name="TextBox 471">
            <a:extLst>
              <a:ext uri="{FF2B5EF4-FFF2-40B4-BE49-F238E27FC236}">
                <a16:creationId xmlns:a16="http://schemas.microsoft.com/office/drawing/2014/main" id="{5D7A9167-2D64-2005-D10D-8BDB2AD1FC52}"/>
              </a:ext>
            </a:extLst>
          </p:cNvPr>
          <p:cNvSpPr txBox="1"/>
          <p:nvPr/>
        </p:nvSpPr>
        <p:spPr>
          <a:xfrm>
            <a:off x="9799795" y="7704801"/>
            <a:ext cx="70243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N=330</a:t>
            </a:r>
          </a:p>
        </p:txBody>
      </p:sp>
      <p:sp>
        <p:nvSpPr>
          <p:cNvPr id="473" name="Right Brace 472">
            <a:extLst>
              <a:ext uri="{FF2B5EF4-FFF2-40B4-BE49-F238E27FC236}">
                <a16:creationId xmlns:a16="http://schemas.microsoft.com/office/drawing/2014/main" id="{0AA8E7A7-D744-66EF-F6FB-64BC0D7D7F63}"/>
              </a:ext>
            </a:extLst>
          </p:cNvPr>
          <p:cNvSpPr/>
          <p:nvPr/>
        </p:nvSpPr>
        <p:spPr>
          <a:xfrm flipH="1">
            <a:off x="8712093" y="7756144"/>
            <a:ext cx="278677" cy="1965620"/>
          </a:xfrm>
          <a:prstGeom prst="rightBrace">
            <a:avLst>
              <a:gd name="adj1" fmla="val 79052"/>
              <a:gd name="adj2" fmla="val 71397"/>
            </a:avLst>
          </a:prstGeom>
          <a:ln w="190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4" name="Rectangle 473">
            <a:extLst>
              <a:ext uri="{FF2B5EF4-FFF2-40B4-BE49-F238E27FC236}">
                <a16:creationId xmlns:a16="http://schemas.microsoft.com/office/drawing/2014/main" id="{164B80B5-8D64-C93B-38E5-FB85F251B1CF}"/>
              </a:ext>
            </a:extLst>
          </p:cNvPr>
          <p:cNvSpPr/>
          <p:nvPr/>
        </p:nvSpPr>
        <p:spPr>
          <a:xfrm>
            <a:off x="10127503" y="8792554"/>
            <a:ext cx="1285790" cy="105999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6" name="TextBox 475">
            <a:extLst>
              <a:ext uri="{FF2B5EF4-FFF2-40B4-BE49-F238E27FC236}">
                <a16:creationId xmlns:a16="http://schemas.microsoft.com/office/drawing/2014/main" id="{CDB69883-D5E0-A0E8-45D5-AAA3680296E7}"/>
              </a:ext>
            </a:extLst>
          </p:cNvPr>
          <p:cNvSpPr txBox="1"/>
          <p:nvPr/>
        </p:nvSpPr>
        <p:spPr>
          <a:xfrm>
            <a:off x="10851776" y="8749030"/>
            <a:ext cx="62068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N=100</a:t>
            </a:r>
          </a:p>
        </p:txBody>
      </p:sp>
      <p:sp>
        <p:nvSpPr>
          <p:cNvPr id="477" name="Right Brace 476">
            <a:extLst>
              <a:ext uri="{FF2B5EF4-FFF2-40B4-BE49-F238E27FC236}">
                <a16:creationId xmlns:a16="http://schemas.microsoft.com/office/drawing/2014/main" id="{759DF2D2-0C96-D9E4-59D4-C416CCC94811}"/>
              </a:ext>
            </a:extLst>
          </p:cNvPr>
          <p:cNvSpPr/>
          <p:nvPr/>
        </p:nvSpPr>
        <p:spPr>
          <a:xfrm>
            <a:off x="11427002" y="7758216"/>
            <a:ext cx="212651" cy="2114271"/>
          </a:xfrm>
          <a:prstGeom prst="rightBrace">
            <a:avLst>
              <a:gd name="adj1" fmla="val 79052"/>
              <a:gd name="adj2" fmla="val 71397"/>
            </a:avLst>
          </a:prstGeom>
          <a:ln w="190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7" name="TextBox 486">
            <a:extLst>
              <a:ext uri="{FF2B5EF4-FFF2-40B4-BE49-F238E27FC236}">
                <a16:creationId xmlns:a16="http://schemas.microsoft.com/office/drawing/2014/main" id="{3CB8D5B0-120E-0559-ACEA-5D654CD3E1D0}"/>
              </a:ext>
            </a:extLst>
          </p:cNvPr>
          <p:cNvSpPr txBox="1"/>
          <p:nvPr/>
        </p:nvSpPr>
        <p:spPr>
          <a:xfrm>
            <a:off x="2178668" y="1007755"/>
            <a:ext cx="231287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First thinning process</a:t>
            </a:r>
          </a:p>
        </p:txBody>
      </p:sp>
      <p:sp>
        <p:nvSpPr>
          <p:cNvPr id="498" name="Right Brace 497">
            <a:extLst>
              <a:ext uri="{FF2B5EF4-FFF2-40B4-BE49-F238E27FC236}">
                <a16:creationId xmlns:a16="http://schemas.microsoft.com/office/drawing/2014/main" id="{AA65903E-5854-2A96-6392-A26A59CA894C}"/>
              </a:ext>
            </a:extLst>
          </p:cNvPr>
          <p:cNvSpPr/>
          <p:nvPr/>
        </p:nvSpPr>
        <p:spPr>
          <a:xfrm flipH="1">
            <a:off x="12196148" y="7769717"/>
            <a:ext cx="278677" cy="2102257"/>
          </a:xfrm>
          <a:prstGeom prst="rightBrace">
            <a:avLst>
              <a:gd name="adj1" fmla="val 79052"/>
              <a:gd name="adj2" fmla="val 71397"/>
            </a:avLst>
          </a:prstGeom>
          <a:ln w="190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2" name="Freeform 501">
            <a:extLst>
              <a:ext uri="{FF2B5EF4-FFF2-40B4-BE49-F238E27FC236}">
                <a16:creationId xmlns:a16="http://schemas.microsoft.com/office/drawing/2014/main" id="{0A65EBE1-8801-67AF-8D4F-524823FA619A}"/>
              </a:ext>
            </a:extLst>
          </p:cNvPr>
          <p:cNvSpPr/>
          <p:nvPr/>
        </p:nvSpPr>
        <p:spPr>
          <a:xfrm rot="5400000">
            <a:off x="7418585" y="7840824"/>
            <a:ext cx="328448" cy="969155"/>
          </a:xfrm>
          <a:custGeom>
            <a:avLst/>
            <a:gdLst>
              <a:gd name="connsiteX0" fmla="*/ 0 w 326095"/>
              <a:gd name="connsiteY0" fmla="*/ 0 h 1431851"/>
              <a:gd name="connsiteX1" fmla="*/ 326065 w 326095"/>
              <a:gd name="connsiteY1" fmla="*/ 751368 h 1431851"/>
              <a:gd name="connsiteX2" fmla="*/ 21265 w 326095"/>
              <a:gd name="connsiteY2" fmla="*/ 1431851 h 1431851"/>
              <a:gd name="connsiteX0" fmla="*/ 0 w 326136"/>
              <a:gd name="connsiteY0" fmla="*/ 0 h 1431851"/>
              <a:gd name="connsiteX1" fmla="*/ 326065 w 326136"/>
              <a:gd name="connsiteY1" fmla="*/ 751368 h 1431851"/>
              <a:gd name="connsiteX2" fmla="*/ 21265 w 326136"/>
              <a:gd name="connsiteY2" fmla="*/ 1431851 h 1431851"/>
              <a:gd name="connsiteX0" fmla="*/ 0 w 199457"/>
              <a:gd name="connsiteY0" fmla="*/ 0 h 1431851"/>
              <a:gd name="connsiteX1" fmla="*/ 198686 w 199457"/>
              <a:gd name="connsiteY1" fmla="*/ 664932 h 1431851"/>
              <a:gd name="connsiteX2" fmla="*/ 21265 w 199457"/>
              <a:gd name="connsiteY2" fmla="*/ 1431851 h 143185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99457" h="1431851">
                <a:moveTo>
                  <a:pt x="0" y="0"/>
                </a:moveTo>
                <a:cubicBezTo>
                  <a:pt x="161260" y="256363"/>
                  <a:pt x="195142" y="426290"/>
                  <a:pt x="198686" y="664932"/>
                </a:cubicBezTo>
                <a:cubicBezTo>
                  <a:pt x="202230" y="903574"/>
                  <a:pt x="201049" y="1142551"/>
                  <a:pt x="21265" y="1431851"/>
                </a:cubicBezTo>
              </a:path>
            </a:pathLst>
          </a:custGeom>
          <a:noFill/>
          <a:ln>
            <a:headEnd type="triangl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03" name="TextBox 502">
            <a:extLst>
              <a:ext uri="{FF2B5EF4-FFF2-40B4-BE49-F238E27FC236}">
                <a16:creationId xmlns:a16="http://schemas.microsoft.com/office/drawing/2014/main" id="{230DEFD7-B24A-CD01-A326-764E4CEFD86C}"/>
              </a:ext>
            </a:extLst>
          </p:cNvPr>
          <p:cNvSpPr txBox="1"/>
          <p:nvPr/>
        </p:nvSpPr>
        <p:spPr>
          <a:xfrm>
            <a:off x="5863123" y="114920"/>
            <a:ext cx="177683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Simulated data</a:t>
            </a:r>
          </a:p>
        </p:txBody>
      </p:sp>
      <p:sp>
        <p:nvSpPr>
          <p:cNvPr id="504" name="TextBox 503">
            <a:extLst>
              <a:ext uri="{FF2B5EF4-FFF2-40B4-BE49-F238E27FC236}">
                <a16:creationId xmlns:a16="http://schemas.microsoft.com/office/drawing/2014/main" id="{742E9A7A-252B-B33E-F1E5-0B1311013317}"/>
              </a:ext>
            </a:extLst>
          </p:cNvPr>
          <p:cNvSpPr txBox="1"/>
          <p:nvPr/>
        </p:nvSpPr>
        <p:spPr>
          <a:xfrm>
            <a:off x="7622889" y="4973425"/>
            <a:ext cx="181088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Real world data</a:t>
            </a:r>
          </a:p>
        </p:txBody>
      </p:sp>
      <p:cxnSp>
        <p:nvCxnSpPr>
          <p:cNvPr id="506" name="Straight Connector 505">
            <a:extLst>
              <a:ext uri="{FF2B5EF4-FFF2-40B4-BE49-F238E27FC236}">
                <a16:creationId xmlns:a16="http://schemas.microsoft.com/office/drawing/2014/main" id="{C8929735-51FD-FC6F-403A-EF32804BF09B}"/>
              </a:ext>
            </a:extLst>
          </p:cNvPr>
          <p:cNvCxnSpPr/>
          <p:nvPr/>
        </p:nvCxnSpPr>
        <p:spPr>
          <a:xfrm>
            <a:off x="87536" y="1378595"/>
            <a:ext cx="7472143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7" name="TextBox 506">
            <a:extLst>
              <a:ext uri="{FF2B5EF4-FFF2-40B4-BE49-F238E27FC236}">
                <a16:creationId xmlns:a16="http://schemas.microsoft.com/office/drawing/2014/main" id="{74FC532B-850F-C092-AE2E-5036A9663604}"/>
              </a:ext>
            </a:extLst>
          </p:cNvPr>
          <p:cNvSpPr txBox="1"/>
          <p:nvPr/>
        </p:nvSpPr>
        <p:spPr>
          <a:xfrm>
            <a:off x="2197902" y="5667207"/>
            <a:ext cx="26357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Second thinning process</a:t>
            </a:r>
          </a:p>
        </p:txBody>
      </p:sp>
      <p:cxnSp>
        <p:nvCxnSpPr>
          <p:cNvPr id="508" name="Straight Connector 507">
            <a:extLst>
              <a:ext uri="{FF2B5EF4-FFF2-40B4-BE49-F238E27FC236}">
                <a16:creationId xmlns:a16="http://schemas.microsoft.com/office/drawing/2014/main" id="{36714469-23F7-F0E7-8296-08061B0AF320}"/>
              </a:ext>
            </a:extLst>
          </p:cNvPr>
          <p:cNvCxnSpPr/>
          <p:nvPr/>
        </p:nvCxnSpPr>
        <p:spPr>
          <a:xfrm>
            <a:off x="106772" y="6038047"/>
            <a:ext cx="7472143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8" name="Straight Arrow Connector 327">
            <a:extLst>
              <a:ext uri="{FF2B5EF4-FFF2-40B4-BE49-F238E27FC236}">
                <a16:creationId xmlns:a16="http://schemas.microsoft.com/office/drawing/2014/main" id="{16E997AE-DD3E-0EBB-2ADF-5DD53B98FC54}"/>
              </a:ext>
            </a:extLst>
          </p:cNvPr>
          <p:cNvCxnSpPr>
            <a:cxnSpLocks/>
            <a:stCxn id="218" idx="2"/>
            <a:endCxn id="217" idx="0"/>
          </p:cNvCxnSpPr>
          <p:nvPr/>
        </p:nvCxnSpPr>
        <p:spPr>
          <a:xfrm flipH="1">
            <a:off x="1152401" y="1246281"/>
            <a:ext cx="2951" cy="259798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7118C1FA-2E4E-06DA-41B6-F1F6CEA87530}"/>
                  </a:ext>
                </a:extLst>
              </p:cNvPr>
              <p:cNvSpPr txBox="1"/>
              <p:nvPr/>
            </p:nvSpPr>
            <p:spPr>
              <a:xfrm>
                <a:off x="4641353" y="4522159"/>
                <a:ext cx="1462232" cy="95648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Predicted spatial field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en-US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en-US" i="1" dirty="0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dirty="0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b="0" i="1" dirty="0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sub>
                          </m:sSub>
                        </m:e>
                      </m:acc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7118C1FA-2E4E-06DA-41B6-F1F6CEA8753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41353" y="4522159"/>
                <a:ext cx="1462232" cy="956480"/>
              </a:xfrm>
              <a:prstGeom prst="rect">
                <a:avLst/>
              </a:prstGeom>
              <a:blipFill>
                <a:blip r:embed="rId5"/>
                <a:stretch>
                  <a:fillRect t="-394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DA0CC5A2-E135-5A99-19CA-03BAC624E020}"/>
                  </a:ext>
                </a:extLst>
              </p:cNvPr>
              <p:cNvSpPr txBox="1"/>
              <p:nvPr/>
            </p:nvSpPr>
            <p:spPr>
              <a:xfrm>
                <a:off x="1352619" y="8825389"/>
                <a:ext cx="1295606" cy="92333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Thinning scenario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𝐷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DA0CC5A2-E135-5A99-19CA-03BAC624E02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52619" y="8825389"/>
                <a:ext cx="1295606" cy="923330"/>
              </a:xfrm>
              <a:prstGeom prst="rect">
                <a:avLst/>
              </a:prstGeom>
              <a:blipFill>
                <a:blip r:embed="rId6"/>
                <a:stretch>
                  <a:fillRect t="-411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4AFD910C-7C90-2B2B-B175-C69E9B93E93E}"/>
                  </a:ext>
                </a:extLst>
              </p:cNvPr>
              <p:cNvSpPr txBox="1"/>
              <p:nvPr/>
            </p:nvSpPr>
            <p:spPr>
              <a:xfrm>
                <a:off x="4876097" y="8855340"/>
                <a:ext cx="1462232" cy="95648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Predicted spatial field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en-US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en-US" i="1" dirty="0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dirty="0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b="0" i="1" dirty="0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sub>
                          </m:sSub>
                        </m:e>
                      </m:acc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4AFD910C-7C90-2B2B-B175-C69E9B93E9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76097" y="8855340"/>
                <a:ext cx="1462232" cy="956480"/>
              </a:xfrm>
              <a:prstGeom prst="rect">
                <a:avLst/>
              </a:prstGeom>
              <a:blipFill>
                <a:blip r:embed="rId7"/>
                <a:stretch>
                  <a:fillRect t="-263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B5BA83A4-3882-C1E8-73B7-5566ECC2CCAF}"/>
                  </a:ext>
                </a:extLst>
              </p:cNvPr>
              <p:cNvSpPr txBox="1"/>
              <p:nvPr/>
            </p:nvSpPr>
            <p:spPr>
              <a:xfrm>
                <a:off x="13702605" y="8899825"/>
                <a:ext cx="1295606" cy="92333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Thinning scenario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𝐷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B5BA83A4-3882-C1E8-73B7-5566ECC2CCA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702605" y="8899825"/>
                <a:ext cx="1295606" cy="923330"/>
              </a:xfrm>
              <a:prstGeom prst="rect">
                <a:avLst/>
              </a:prstGeom>
              <a:blipFill>
                <a:blip r:embed="rId8"/>
                <a:stretch>
                  <a:fillRect t="-270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78693248-BC57-6866-36AF-541840B5C631}"/>
                  </a:ext>
                </a:extLst>
              </p:cNvPr>
              <p:cNvSpPr txBox="1"/>
              <p:nvPr/>
            </p:nvSpPr>
            <p:spPr>
              <a:xfrm>
                <a:off x="10046345" y="8900726"/>
                <a:ext cx="1462232" cy="95648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Predicted spatial field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en-US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en-US" i="1" dirty="0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dirty="0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b="0" i="1" dirty="0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sub>
                          </m:sSub>
                        </m:e>
                      </m:acc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78693248-BC57-6866-36AF-541840B5C63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46345" y="8900726"/>
                <a:ext cx="1462232" cy="956480"/>
              </a:xfrm>
              <a:prstGeom prst="rect">
                <a:avLst/>
              </a:prstGeom>
              <a:blipFill>
                <a:blip r:embed="rId9"/>
                <a:stretch>
                  <a:fillRect t="-259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F87EA883-92BE-D888-431D-045846FF3AE1}"/>
                  </a:ext>
                </a:extLst>
              </p:cNvPr>
              <p:cNvSpPr txBox="1"/>
              <p:nvPr/>
            </p:nvSpPr>
            <p:spPr>
              <a:xfrm>
                <a:off x="5046467" y="6448373"/>
                <a:ext cx="1462232" cy="95648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Predicted spatial field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en-US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0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𝑍</m:t>
                          </m:r>
                        </m:e>
                      </m:acc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F87EA883-92BE-D888-431D-045846FF3AE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46467" y="6448373"/>
                <a:ext cx="1462232" cy="956480"/>
              </a:xfrm>
              <a:prstGeom prst="rect">
                <a:avLst/>
              </a:prstGeom>
              <a:blipFill>
                <a:blip r:embed="rId10"/>
                <a:stretch>
                  <a:fillRect t="-259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8840658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f6b6dd5b-f02f-441a-99a0-162ac5060bd2}" enabled="0" method="" siteId="{f6b6dd5b-f02f-441a-99a0-162ac5060bd2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131</TotalTime>
  <Words>196</Words>
  <Application>Microsoft Macintosh PowerPoint</Application>
  <PresentationFormat>Custom</PresentationFormat>
  <Paragraphs>70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Aptos</vt:lpstr>
      <vt:lpstr>Aptos Display</vt:lpstr>
      <vt:lpstr>Arial</vt:lpstr>
      <vt:lpstr>Cambria Math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Gledis Guri</dc:creator>
  <cp:lastModifiedBy>Gledis Guri</cp:lastModifiedBy>
  <cp:revision>1</cp:revision>
  <dcterms:created xsi:type="dcterms:W3CDTF">2025-10-30T17:39:32Z</dcterms:created>
  <dcterms:modified xsi:type="dcterms:W3CDTF">2025-11-11T01:07:00Z</dcterms:modified>
</cp:coreProperties>
</file>