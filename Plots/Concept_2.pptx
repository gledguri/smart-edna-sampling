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</p:sldIdLst>
  <p:sldSz cx="14400213" cy="7920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38DCAA-1F98-DF49-9219-1497DBCAD5E9}" v="1" dt="2026-05-06T17:05:20.3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67"/>
    <p:restoredTop sz="94666"/>
  </p:normalViewPr>
  <p:slideViewPr>
    <p:cSldViewPr snapToGrid="0">
      <p:cViewPr varScale="1">
        <p:scale>
          <a:sx n="172" d="100"/>
          <a:sy n="172" d="100"/>
        </p:scale>
        <p:origin x="187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ledis Guri" userId="83df82f3-47dd-4c7f-8014-681978acda03" providerId="ADAL" clId="{4ACBB8A1-FBE2-5251-858B-E09541376FB7}"/>
    <pc:docChg chg="custSel addSld modSld">
      <pc:chgData name="Gledis Guri" userId="83df82f3-47dd-4c7f-8014-681978acda03" providerId="ADAL" clId="{4ACBB8A1-FBE2-5251-858B-E09541376FB7}" dt="2026-05-06T17:05:20.358" v="2"/>
      <pc:docMkLst>
        <pc:docMk/>
      </pc:docMkLst>
      <pc:sldChg chg="addSp delSp modSp add mod">
        <pc:chgData name="Gledis Guri" userId="83df82f3-47dd-4c7f-8014-681978acda03" providerId="ADAL" clId="{4ACBB8A1-FBE2-5251-858B-E09541376FB7}" dt="2026-05-06T17:05:20.358" v="2"/>
        <pc:sldMkLst>
          <pc:docMk/>
          <pc:sldMk cId="2654580980" sldId="257"/>
        </pc:sldMkLst>
        <pc:spChg chg="add mod">
          <ac:chgData name="Gledis Guri" userId="83df82f3-47dd-4c7f-8014-681978acda03" providerId="ADAL" clId="{4ACBB8A1-FBE2-5251-858B-E09541376FB7}" dt="2026-05-06T17:05:20.358" v="2"/>
          <ac:spMkLst>
            <pc:docMk/>
            <pc:sldMk cId="2654580980" sldId="257"/>
            <ac:spMk id="3" creationId="{0F31BB32-6A54-49D1-4E72-E9259CB7780D}"/>
          </ac:spMkLst>
        </pc:spChg>
        <pc:spChg chg="del">
          <ac:chgData name="Gledis Guri" userId="83df82f3-47dd-4c7f-8014-681978acda03" providerId="ADAL" clId="{4ACBB8A1-FBE2-5251-858B-E09541376FB7}" dt="2026-05-06T17:05:20.131" v="1" actId="478"/>
          <ac:spMkLst>
            <pc:docMk/>
            <pc:sldMk cId="2654580980" sldId="257"/>
            <ac:spMk id="9" creationId="{C625837F-1D4B-3BE2-DAB9-C4AB76B7962E}"/>
          </ac:spMkLst>
        </pc:spChg>
        <pc:spChg chg="del">
          <ac:chgData name="Gledis Guri" userId="83df82f3-47dd-4c7f-8014-681978acda03" providerId="ADAL" clId="{4ACBB8A1-FBE2-5251-858B-E09541376FB7}" dt="2026-05-06T17:05:20.131" v="1" actId="478"/>
          <ac:spMkLst>
            <pc:docMk/>
            <pc:sldMk cId="2654580980" sldId="257"/>
            <ac:spMk id="16" creationId="{880E2F1C-71B3-EC87-CD0A-0CC5A37C9EBA}"/>
          </ac:spMkLst>
        </pc:spChg>
        <pc:spChg chg="del">
          <ac:chgData name="Gledis Guri" userId="83df82f3-47dd-4c7f-8014-681978acda03" providerId="ADAL" clId="{4ACBB8A1-FBE2-5251-858B-E09541376FB7}" dt="2026-05-06T17:05:20.131" v="1" actId="478"/>
          <ac:spMkLst>
            <pc:docMk/>
            <pc:sldMk cId="2654580980" sldId="257"/>
            <ac:spMk id="22" creationId="{58E84568-3D0D-E699-7F9F-1C3955DB495B}"/>
          </ac:spMkLst>
        </pc:spChg>
        <pc:spChg chg="del">
          <ac:chgData name="Gledis Guri" userId="83df82f3-47dd-4c7f-8014-681978acda03" providerId="ADAL" clId="{4ACBB8A1-FBE2-5251-858B-E09541376FB7}" dt="2026-05-06T17:05:20.131" v="1" actId="478"/>
          <ac:spMkLst>
            <pc:docMk/>
            <pc:sldMk cId="2654580980" sldId="257"/>
            <ac:spMk id="25" creationId="{EB06B129-7360-9C72-B653-6CDC13782C65}"/>
          </ac:spMkLst>
        </pc:spChg>
        <pc:spChg chg="del">
          <ac:chgData name="Gledis Guri" userId="83df82f3-47dd-4c7f-8014-681978acda03" providerId="ADAL" clId="{4ACBB8A1-FBE2-5251-858B-E09541376FB7}" dt="2026-05-06T17:05:20.131" v="1" actId="478"/>
          <ac:spMkLst>
            <pc:docMk/>
            <pc:sldMk cId="2654580980" sldId="257"/>
            <ac:spMk id="28" creationId="{871BDC39-0892-0330-D3B8-F876BBDFC753}"/>
          </ac:spMkLst>
        </pc:spChg>
        <pc:spChg chg="del">
          <ac:chgData name="Gledis Guri" userId="83df82f3-47dd-4c7f-8014-681978acda03" providerId="ADAL" clId="{4ACBB8A1-FBE2-5251-858B-E09541376FB7}" dt="2026-05-06T17:05:20.131" v="1" actId="478"/>
          <ac:spMkLst>
            <pc:docMk/>
            <pc:sldMk cId="2654580980" sldId="257"/>
            <ac:spMk id="33" creationId="{1589C463-E544-048C-F63C-FCFD5E42F54D}"/>
          </ac:spMkLst>
        </pc:spChg>
        <pc:spChg chg="del">
          <ac:chgData name="Gledis Guri" userId="83df82f3-47dd-4c7f-8014-681978acda03" providerId="ADAL" clId="{4ACBB8A1-FBE2-5251-858B-E09541376FB7}" dt="2026-05-06T17:05:20.131" v="1" actId="478"/>
          <ac:spMkLst>
            <pc:docMk/>
            <pc:sldMk cId="2654580980" sldId="257"/>
            <ac:spMk id="38" creationId="{E766A5C1-D19C-BAEF-5B48-D4125DEE3190}"/>
          </ac:spMkLst>
        </pc:spChg>
        <pc:spChg chg="del">
          <ac:chgData name="Gledis Guri" userId="83df82f3-47dd-4c7f-8014-681978acda03" providerId="ADAL" clId="{4ACBB8A1-FBE2-5251-858B-E09541376FB7}" dt="2026-05-06T17:05:20.131" v="1" actId="478"/>
          <ac:spMkLst>
            <pc:docMk/>
            <pc:sldMk cId="2654580980" sldId="257"/>
            <ac:spMk id="54" creationId="{EA43D4C9-F429-9EAA-ADC2-B6EABC54E0ED}"/>
          </ac:spMkLst>
        </pc:spChg>
        <pc:spChg chg="del">
          <ac:chgData name="Gledis Guri" userId="83df82f3-47dd-4c7f-8014-681978acda03" providerId="ADAL" clId="{4ACBB8A1-FBE2-5251-858B-E09541376FB7}" dt="2026-05-06T17:05:20.131" v="1" actId="478"/>
          <ac:spMkLst>
            <pc:docMk/>
            <pc:sldMk cId="2654580980" sldId="257"/>
            <ac:spMk id="61" creationId="{CD65AC98-9D4A-A4E6-616C-2A74BC007FAF}"/>
          </ac:spMkLst>
        </pc:spChg>
        <pc:spChg chg="del">
          <ac:chgData name="Gledis Guri" userId="83df82f3-47dd-4c7f-8014-681978acda03" providerId="ADAL" clId="{4ACBB8A1-FBE2-5251-858B-E09541376FB7}" dt="2026-05-06T17:05:20.131" v="1" actId="478"/>
          <ac:spMkLst>
            <pc:docMk/>
            <pc:sldMk cId="2654580980" sldId="257"/>
            <ac:spMk id="65" creationId="{D08B8C3C-F2B4-DFAF-8CA5-B5E02A465CE7}"/>
          </ac:spMkLst>
        </pc:spChg>
        <pc:spChg chg="add mod">
          <ac:chgData name="Gledis Guri" userId="83df82f3-47dd-4c7f-8014-681978acda03" providerId="ADAL" clId="{4ACBB8A1-FBE2-5251-858B-E09541376FB7}" dt="2026-05-06T17:05:20.358" v="2"/>
          <ac:spMkLst>
            <pc:docMk/>
            <pc:sldMk cId="2654580980" sldId="257"/>
            <ac:spMk id="82" creationId="{EDDBCD76-A55B-8F97-93C5-23AB636F2AF3}"/>
          </ac:spMkLst>
        </pc:spChg>
        <pc:spChg chg="add mod">
          <ac:chgData name="Gledis Guri" userId="83df82f3-47dd-4c7f-8014-681978acda03" providerId="ADAL" clId="{4ACBB8A1-FBE2-5251-858B-E09541376FB7}" dt="2026-05-06T17:05:20.358" v="2"/>
          <ac:spMkLst>
            <pc:docMk/>
            <pc:sldMk cId="2654580980" sldId="257"/>
            <ac:spMk id="84" creationId="{A8DED396-FBF3-8CF4-EE88-9DB32A780DB6}"/>
          </ac:spMkLst>
        </pc:spChg>
        <pc:spChg chg="add mod">
          <ac:chgData name="Gledis Guri" userId="83df82f3-47dd-4c7f-8014-681978acda03" providerId="ADAL" clId="{4ACBB8A1-FBE2-5251-858B-E09541376FB7}" dt="2026-05-06T17:05:20.358" v="2"/>
          <ac:spMkLst>
            <pc:docMk/>
            <pc:sldMk cId="2654580980" sldId="257"/>
            <ac:spMk id="85" creationId="{C82E7A7C-4EB6-0100-B826-9C2466858B87}"/>
          </ac:spMkLst>
        </pc:spChg>
        <pc:spChg chg="add mod">
          <ac:chgData name="Gledis Guri" userId="83df82f3-47dd-4c7f-8014-681978acda03" providerId="ADAL" clId="{4ACBB8A1-FBE2-5251-858B-E09541376FB7}" dt="2026-05-06T17:05:20.358" v="2"/>
          <ac:spMkLst>
            <pc:docMk/>
            <pc:sldMk cId="2654580980" sldId="257"/>
            <ac:spMk id="93" creationId="{BE4BBB63-D291-5297-6D47-1A5669F564C0}"/>
          </ac:spMkLst>
        </pc:spChg>
        <pc:spChg chg="add mod">
          <ac:chgData name="Gledis Guri" userId="83df82f3-47dd-4c7f-8014-681978acda03" providerId="ADAL" clId="{4ACBB8A1-FBE2-5251-858B-E09541376FB7}" dt="2026-05-06T17:05:20.358" v="2"/>
          <ac:spMkLst>
            <pc:docMk/>
            <pc:sldMk cId="2654580980" sldId="257"/>
            <ac:spMk id="95" creationId="{048F1626-0699-A63E-1116-2DC5F061DBC2}"/>
          </ac:spMkLst>
        </pc:spChg>
        <pc:spChg chg="add mod">
          <ac:chgData name="Gledis Guri" userId="83df82f3-47dd-4c7f-8014-681978acda03" providerId="ADAL" clId="{4ACBB8A1-FBE2-5251-858B-E09541376FB7}" dt="2026-05-06T17:05:20.358" v="2"/>
          <ac:spMkLst>
            <pc:docMk/>
            <pc:sldMk cId="2654580980" sldId="257"/>
            <ac:spMk id="100" creationId="{82F988E6-4B99-2700-3FEA-38EADFE61BE8}"/>
          </ac:spMkLst>
        </pc:spChg>
        <pc:spChg chg="add mod">
          <ac:chgData name="Gledis Guri" userId="83df82f3-47dd-4c7f-8014-681978acda03" providerId="ADAL" clId="{4ACBB8A1-FBE2-5251-858B-E09541376FB7}" dt="2026-05-06T17:05:20.358" v="2"/>
          <ac:spMkLst>
            <pc:docMk/>
            <pc:sldMk cId="2654580980" sldId="257"/>
            <ac:spMk id="101" creationId="{9D013BE8-A2EF-23F7-DD43-D127D1EA694B}"/>
          </ac:spMkLst>
        </pc:spChg>
        <pc:spChg chg="add mod">
          <ac:chgData name="Gledis Guri" userId="83df82f3-47dd-4c7f-8014-681978acda03" providerId="ADAL" clId="{4ACBB8A1-FBE2-5251-858B-E09541376FB7}" dt="2026-05-06T17:05:20.358" v="2"/>
          <ac:spMkLst>
            <pc:docMk/>
            <pc:sldMk cId="2654580980" sldId="257"/>
            <ac:spMk id="120" creationId="{67B684CC-80EF-6C52-6B79-DB6E294FC486}"/>
          </ac:spMkLst>
        </pc:spChg>
        <pc:spChg chg="add mod">
          <ac:chgData name="Gledis Guri" userId="83df82f3-47dd-4c7f-8014-681978acda03" providerId="ADAL" clId="{4ACBB8A1-FBE2-5251-858B-E09541376FB7}" dt="2026-05-06T17:05:20.358" v="2"/>
          <ac:spMkLst>
            <pc:docMk/>
            <pc:sldMk cId="2654580980" sldId="257"/>
            <ac:spMk id="129" creationId="{3DAF94AB-1E6B-4E86-AE8B-CF9E3BD5E86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296173"/>
            <a:ext cx="10800160" cy="2757347"/>
          </a:xfrm>
        </p:spPr>
        <p:txBody>
          <a:bodyPr anchor="b"/>
          <a:lstStyle>
            <a:lvl1pPr algn="ctr">
              <a:defRPr sz="6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4159854"/>
            <a:ext cx="10800160" cy="1912175"/>
          </a:xfrm>
        </p:spPr>
        <p:txBody>
          <a:bodyPr/>
          <a:lstStyle>
            <a:lvl1pPr marL="0" indent="0" algn="ctr">
              <a:buNone/>
              <a:defRPr sz="2772"/>
            </a:lvl1pPr>
            <a:lvl2pPr marL="528020" indent="0" algn="ctr">
              <a:buNone/>
              <a:defRPr sz="2310"/>
            </a:lvl2pPr>
            <a:lvl3pPr marL="1056041" indent="0" algn="ctr">
              <a:buNone/>
              <a:defRPr sz="2079"/>
            </a:lvl3pPr>
            <a:lvl4pPr marL="1584061" indent="0" algn="ctr">
              <a:buNone/>
              <a:defRPr sz="1848"/>
            </a:lvl4pPr>
            <a:lvl5pPr marL="2112081" indent="0" algn="ctr">
              <a:buNone/>
              <a:defRPr sz="1848"/>
            </a:lvl5pPr>
            <a:lvl6pPr marL="2640101" indent="0" algn="ctr">
              <a:buNone/>
              <a:defRPr sz="1848"/>
            </a:lvl6pPr>
            <a:lvl7pPr marL="3168122" indent="0" algn="ctr">
              <a:buNone/>
              <a:defRPr sz="1848"/>
            </a:lvl7pPr>
            <a:lvl8pPr marL="3696142" indent="0" algn="ctr">
              <a:buNone/>
              <a:defRPr sz="1848"/>
            </a:lvl8pPr>
            <a:lvl9pPr marL="4224162" indent="0" algn="ctr">
              <a:buNone/>
              <a:defRPr sz="184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28E3-6723-D64C-A223-787FDB24070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A2FE2-66B1-F240-9ED8-1260AFCE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65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28E3-6723-D64C-A223-787FDB24070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A2FE2-66B1-F240-9ED8-1260AFCE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67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1974511"/>
            <a:ext cx="12420184" cy="3294515"/>
          </a:xfrm>
        </p:spPr>
        <p:txBody>
          <a:bodyPr anchor="b"/>
          <a:lstStyle>
            <a:lvl1pPr>
              <a:defRPr sz="6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5300193"/>
            <a:ext cx="12420184" cy="1732508"/>
          </a:xfrm>
        </p:spPr>
        <p:txBody>
          <a:bodyPr/>
          <a:lstStyle>
            <a:lvl1pPr marL="0" indent="0">
              <a:buNone/>
              <a:defRPr sz="2772">
                <a:solidFill>
                  <a:schemeClr val="tx1">
                    <a:tint val="82000"/>
                  </a:schemeClr>
                </a:solidFill>
              </a:defRPr>
            </a:lvl1pPr>
            <a:lvl2pPr marL="528020" indent="0">
              <a:buNone/>
              <a:defRPr sz="2310">
                <a:solidFill>
                  <a:schemeClr val="tx1">
                    <a:tint val="82000"/>
                  </a:schemeClr>
                </a:solidFill>
              </a:defRPr>
            </a:lvl2pPr>
            <a:lvl3pPr marL="1056041" indent="0">
              <a:buNone/>
              <a:defRPr sz="2079">
                <a:solidFill>
                  <a:schemeClr val="tx1">
                    <a:tint val="82000"/>
                  </a:schemeClr>
                </a:solidFill>
              </a:defRPr>
            </a:lvl3pPr>
            <a:lvl4pPr marL="1584061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4pPr>
            <a:lvl5pPr marL="2112081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5pPr>
            <a:lvl6pPr marL="2640101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6pPr>
            <a:lvl7pPr marL="3168122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7pPr>
            <a:lvl8pPr marL="3696142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8pPr>
            <a:lvl9pPr marL="4224162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28E3-6723-D64C-A223-787FDB24070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A2FE2-66B1-F240-9ED8-1260AFCE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266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108344"/>
            <a:ext cx="6120091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108344"/>
            <a:ext cx="6120091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28E3-6723-D64C-A223-787FDB24070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A2FE2-66B1-F240-9ED8-1260AFCE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9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421669"/>
            <a:ext cx="12420184" cy="15308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941510"/>
            <a:ext cx="6091965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2893014"/>
            <a:ext cx="6091965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941510"/>
            <a:ext cx="6121966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2893014"/>
            <a:ext cx="6121966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28E3-6723-D64C-A223-787FDB240704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A2FE2-66B1-F240-9ED8-1260AFCE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775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28E3-6723-D64C-A223-787FDB240704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A2FE2-66B1-F240-9ED8-1260AFCE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7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28E3-6723-D64C-A223-787FDB240704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A2FE2-66B1-F240-9ED8-1260AFCE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234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28002"/>
            <a:ext cx="4644443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140340"/>
            <a:ext cx="7290108" cy="5628360"/>
          </a:xfrm>
        </p:spPr>
        <p:txBody>
          <a:bodyPr/>
          <a:lstStyle>
            <a:lvl1pPr>
              <a:defRPr sz="3696"/>
            </a:lvl1pPr>
            <a:lvl2pPr>
              <a:defRPr sz="3234"/>
            </a:lvl2pPr>
            <a:lvl3pPr>
              <a:defRPr sz="2772"/>
            </a:lvl3pPr>
            <a:lvl4pPr>
              <a:defRPr sz="2310"/>
            </a:lvl4pPr>
            <a:lvl5pPr>
              <a:defRPr sz="2310"/>
            </a:lvl5pPr>
            <a:lvl6pPr>
              <a:defRPr sz="2310"/>
            </a:lvl6pPr>
            <a:lvl7pPr>
              <a:defRPr sz="2310"/>
            </a:lvl7pPr>
            <a:lvl8pPr>
              <a:defRPr sz="2310"/>
            </a:lvl8pPr>
            <a:lvl9pPr>
              <a:defRPr sz="23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376011"/>
            <a:ext cx="4644443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28E3-6723-D64C-A223-787FDB24070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A2FE2-66B1-F240-9ED8-1260AFCE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614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28002"/>
            <a:ext cx="4644443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140340"/>
            <a:ext cx="7290108" cy="5628360"/>
          </a:xfrm>
        </p:spPr>
        <p:txBody>
          <a:bodyPr anchor="t"/>
          <a:lstStyle>
            <a:lvl1pPr marL="0" indent="0">
              <a:buNone/>
              <a:defRPr sz="3696"/>
            </a:lvl1pPr>
            <a:lvl2pPr marL="528020" indent="0">
              <a:buNone/>
              <a:defRPr sz="3234"/>
            </a:lvl2pPr>
            <a:lvl3pPr marL="1056041" indent="0">
              <a:buNone/>
              <a:defRPr sz="2772"/>
            </a:lvl3pPr>
            <a:lvl4pPr marL="1584061" indent="0">
              <a:buNone/>
              <a:defRPr sz="2310"/>
            </a:lvl4pPr>
            <a:lvl5pPr marL="2112081" indent="0">
              <a:buNone/>
              <a:defRPr sz="2310"/>
            </a:lvl5pPr>
            <a:lvl6pPr marL="2640101" indent="0">
              <a:buNone/>
              <a:defRPr sz="2310"/>
            </a:lvl6pPr>
            <a:lvl7pPr marL="3168122" indent="0">
              <a:buNone/>
              <a:defRPr sz="2310"/>
            </a:lvl7pPr>
            <a:lvl8pPr marL="3696142" indent="0">
              <a:buNone/>
              <a:defRPr sz="2310"/>
            </a:lvl8pPr>
            <a:lvl9pPr marL="4224162" indent="0">
              <a:buNone/>
              <a:defRPr sz="231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376011"/>
            <a:ext cx="4644443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28E3-6723-D64C-A223-787FDB24070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A2FE2-66B1-F240-9ED8-1260AFCE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467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28E3-6723-D64C-A223-787FDB24070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A2FE2-66B1-F240-9ED8-1260AFCE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03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421669"/>
            <a:ext cx="3105046" cy="67118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421669"/>
            <a:ext cx="9135135" cy="6711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28E3-6723-D64C-A223-787FDB24070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A2FE2-66B1-F240-9ED8-1260AFCE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026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421669"/>
            <a:ext cx="12420184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108344"/>
            <a:ext cx="12420184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7340702"/>
            <a:ext cx="3240048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4028E3-6723-D64C-A223-787FDB24070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7340702"/>
            <a:ext cx="4860072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7340702"/>
            <a:ext cx="3240048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7A2FE2-66B1-F240-9ED8-1260AFCE8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2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56041" rtl="0" eaLnBrk="1" latinLnBrk="0" hangingPunct="1">
        <a:lnSpc>
          <a:spcPct val="90000"/>
        </a:lnSpc>
        <a:spcBef>
          <a:spcPct val="0"/>
        </a:spcBef>
        <a:buNone/>
        <a:defRPr sz="50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4010" indent="-264010" algn="l" defTabSz="1056041" rtl="0" eaLnBrk="1" latinLnBrk="0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sz="3234" kern="1200">
          <a:solidFill>
            <a:schemeClr val="tx1"/>
          </a:solidFill>
          <a:latin typeface="+mn-lt"/>
          <a:ea typeface="+mn-ea"/>
          <a:cs typeface="+mn-cs"/>
        </a:defRPr>
      </a:lvl1pPr>
      <a:lvl2pPr marL="792030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72" kern="1200">
          <a:solidFill>
            <a:schemeClr val="tx1"/>
          </a:solidFill>
          <a:latin typeface="+mn-lt"/>
          <a:ea typeface="+mn-ea"/>
          <a:cs typeface="+mn-cs"/>
        </a:defRPr>
      </a:lvl2pPr>
      <a:lvl3pPr marL="132005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3pPr>
      <a:lvl4pPr marL="184807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37609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90411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43213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96015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48817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1pPr>
      <a:lvl2pPr marL="528020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105604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3pPr>
      <a:lvl4pPr marL="158406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11208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64010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16812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69614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22416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2FA005-8A7D-A249-2DB8-656B09E77FED}"/>
              </a:ext>
            </a:extLst>
          </p:cNvPr>
          <p:cNvSpPr/>
          <p:nvPr/>
        </p:nvSpPr>
        <p:spPr>
          <a:xfrm>
            <a:off x="11337666" y="2748788"/>
            <a:ext cx="2958077" cy="30609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7EDF278-A80C-FDB6-3A38-E0F02C1686F7}"/>
              </a:ext>
            </a:extLst>
          </p:cNvPr>
          <p:cNvSpPr/>
          <p:nvPr/>
        </p:nvSpPr>
        <p:spPr>
          <a:xfrm>
            <a:off x="1295608" y="1111790"/>
            <a:ext cx="4518751" cy="1803633"/>
          </a:xfrm>
          <a:custGeom>
            <a:avLst/>
            <a:gdLst>
              <a:gd name="csX0" fmla="*/ 0 w 3418229"/>
              <a:gd name="csY0" fmla="*/ 799129 h 1364366"/>
              <a:gd name="csX1" fmla="*/ 162773 w 3418229"/>
              <a:gd name="csY1" fmla="*/ 425709 h 1364366"/>
              <a:gd name="csX2" fmla="*/ 402145 w 3418229"/>
              <a:gd name="csY2" fmla="*/ 162400 h 1364366"/>
              <a:gd name="csX3" fmla="*/ 579280 w 3418229"/>
              <a:gd name="csY3" fmla="*/ 1062438 h 1364366"/>
              <a:gd name="csX4" fmla="*/ 742053 w 3418229"/>
              <a:gd name="csY4" fmla="*/ 1220423 h 1364366"/>
              <a:gd name="csX5" fmla="*/ 952700 w 3418229"/>
              <a:gd name="csY5" fmla="*/ 1335322 h 1364366"/>
              <a:gd name="csX6" fmla="*/ 1101110 w 3418229"/>
              <a:gd name="csY6" fmla="*/ 650719 h 1364366"/>
              <a:gd name="csX7" fmla="*/ 1302183 w 3418229"/>
              <a:gd name="csY7" fmla="*/ 727318 h 1364366"/>
              <a:gd name="csX8" fmla="*/ 1397931 w 3418229"/>
              <a:gd name="csY8" fmla="*/ 952327 h 1364366"/>
              <a:gd name="csX9" fmla="*/ 1584641 w 3418229"/>
              <a:gd name="csY9" fmla="*/ 847003 h 1364366"/>
              <a:gd name="csX10" fmla="*/ 1761776 w 3418229"/>
              <a:gd name="csY10" fmla="*/ 267724 h 1364366"/>
              <a:gd name="csX11" fmla="*/ 1958061 w 3418229"/>
              <a:gd name="csY11" fmla="*/ 420922 h 1364366"/>
              <a:gd name="csX12" fmla="*/ 2068172 w 3418229"/>
              <a:gd name="csY12" fmla="*/ 1043288 h 1364366"/>
              <a:gd name="csX13" fmla="*/ 2283607 w 3418229"/>
              <a:gd name="csY13" fmla="*/ 760830 h 1364366"/>
              <a:gd name="csX14" fmla="*/ 2451167 w 3418229"/>
              <a:gd name="csY14" fmla="*/ 1359259 h 1364366"/>
              <a:gd name="csX15" fmla="*/ 2652239 w 3418229"/>
              <a:gd name="csY15" fmla="*/ 440072 h 1364366"/>
              <a:gd name="csX16" fmla="*/ 2795862 w 3418229"/>
              <a:gd name="csY16" fmla="*/ 526245 h 1364366"/>
              <a:gd name="csX17" fmla="*/ 3011297 w 3418229"/>
              <a:gd name="csY17" fmla="*/ 4415 h 1364366"/>
              <a:gd name="csX18" fmla="*/ 3135770 w 3418229"/>
              <a:gd name="csY18" fmla="*/ 866153 h 1364366"/>
              <a:gd name="csX19" fmla="*/ 3284181 w 3418229"/>
              <a:gd name="csY19" fmla="*/ 645931 h 1364366"/>
              <a:gd name="csX20" fmla="*/ 3418229 w 3418229"/>
              <a:gd name="csY20" fmla="*/ 1172549 h 13643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418229" h="1364366">
                <a:moveTo>
                  <a:pt x="0" y="799129"/>
                </a:moveTo>
                <a:cubicBezTo>
                  <a:pt x="47874" y="665479"/>
                  <a:pt x="95749" y="531830"/>
                  <a:pt x="162773" y="425709"/>
                </a:cubicBezTo>
                <a:cubicBezTo>
                  <a:pt x="229797" y="319588"/>
                  <a:pt x="332727" y="56279"/>
                  <a:pt x="402145" y="162400"/>
                </a:cubicBezTo>
                <a:cubicBezTo>
                  <a:pt x="471563" y="268521"/>
                  <a:pt x="522629" y="886101"/>
                  <a:pt x="579280" y="1062438"/>
                </a:cubicBezTo>
                <a:cubicBezTo>
                  <a:pt x="635931" y="1238775"/>
                  <a:pt x="679816" y="1174942"/>
                  <a:pt x="742053" y="1220423"/>
                </a:cubicBezTo>
                <a:cubicBezTo>
                  <a:pt x="804290" y="1265904"/>
                  <a:pt x="892857" y="1430273"/>
                  <a:pt x="952700" y="1335322"/>
                </a:cubicBezTo>
                <a:cubicBezTo>
                  <a:pt x="1012543" y="1240371"/>
                  <a:pt x="1042863" y="752053"/>
                  <a:pt x="1101110" y="650719"/>
                </a:cubicBezTo>
                <a:cubicBezTo>
                  <a:pt x="1159357" y="549385"/>
                  <a:pt x="1252713" y="677050"/>
                  <a:pt x="1302183" y="727318"/>
                </a:cubicBezTo>
                <a:cubicBezTo>
                  <a:pt x="1351653" y="777586"/>
                  <a:pt x="1350855" y="932380"/>
                  <a:pt x="1397931" y="952327"/>
                </a:cubicBezTo>
                <a:cubicBezTo>
                  <a:pt x="1445007" y="972275"/>
                  <a:pt x="1524000" y="961103"/>
                  <a:pt x="1584641" y="847003"/>
                </a:cubicBezTo>
                <a:cubicBezTo>
                  <a:pt x="1645282" y="732903"/>
                  <a:pt x="1699539" y="338738"/>
                  <a:pt x="1761776" y="267724"/>
                </a:cubicBezTo>
                <a:cubicBezTo>
                  <a:pt x="1824013" y="196710"/>
                  <a:pt x="1906995" y="291661"/>
                  <a:pt x="1958061" y="420922"/>
                </a:cubicBezTo>
                <a:cubicBezTo>
                  <a:pt x="2009127" y="550183"/>
                  <a:pt x="2013914" y="986637"/>
                  <a:pt x="2068172" y="1043288"/>
                </a:cubicBezTo>
                <a:cubicBezTo>
                  <a:pt x="2122430" y="1099939"/>
                  <a:pt x="2219775" y="708168"/>
                  <a:pt x="2283607" y="760830"/>
                </a:cubicBezTo>
                <a:cubicBezTo>
                  <a:pt x="2347439" y="813492"/>
                  <a:pt x="2389728" y="1412719"/>
                  <a:pt x="2451167" y="1359259"/>
                </a:cubicBezTo>
                <a:cubicBezTo>
                  <a:pt x="2512606" y="1305799"/>
                  <a:pt x="2594790" y="578908"/>
                  <a:pt x="2652239" y="440072"/>
                </a:cubicBezTo>
                <a:cubicBezTo>
                  <a:pt x="2709688" y="301236"/>
                  <a:pt x="2736019" y="598854"/>
                  <a:pt x="2795862" y="526245"/>
                </a:cubicBezTo>
                <a:cubicBezTo>
                  <a:pt x="2855705" y="453636"/>
                  <a:pt x="2954646" y="-52236"/>
                  <a:pt x="3011297" y="4415"/>
                </a:cubicBezTo>
                <a:cubicBezTo>
                  <a:pt x="3067948" y="61066"/>
                  <a:pt x="3090289" y="759234"/>
                  <a:pt x="3135770" y="866153"/>
                </a:cubicBezTo>
                <a:cubicBezTo>
                  <a:pt x="3181251" y="973072"/>
                  <a:pt x="3237104" y="594865"/>
                  <a:pt x="3284181" y="645931"/>
                </a:cubicBezTo>
                <a:cubicBezTo>
                  <a:pt x="3331258" y="696997"/>
                  <a:pt x="3350407" y="1083184"/>
                  <a:pt x="3418229" y="117254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1EB31C5A-0A96-E03F-E58D-3CBACC53F657}"/>
              </a:ext>
            </a:extLst>
          </p:cNvPr>
          <p:cNvSpPr/>
          <p:nvPr/>
        </p:nvSpPr>
        <p:spPr>
          <a:xfrm>
            <a:off x="6444941" y="1712822"/>
            <a:ext cx="4449134" cy="1149017"/>
          </a:xfrm>
          <a:custGeom>
            <a:avLst/>
            <a:gdLst>
              <a:gd name="csX0" fmla="*/ 0 w 3365567"/>
              <a:gd name="csY0" fmla="*/ 869179 h 869179"/>
              <a:gd name="csX1" fmla="*/ 1034086 w 3365567"/>
              <a:gd name="csY1" fmla="*/ 2653 h 869179"/>
              <a:gd name="csX2" fmla="*/ 2207008 w 3365567"/>
              <a:gd name="csY2" fmla="*/ 586720 h 869179"/>
              <a:gd name="csX3" fmla="*/ 3365567 w 3365567"/>
              <a:gd name="csY3" fmla="*/ 222875 h 8691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65567" h="869179">
                <a:moveTo>
                  <a:pt x="0" y="869179"/>
                </a:moveTo>
                <a:cubicBezTo>
                  <a:pt x="333125" y="459454"/>
                  <a:pt x="666251" y="49729"/>
                  <a:pt x="1034086" y="2653"/>
                </a:cubicBezTo>
                <a:cubicBezTo>
                  <a:pt x="1401921" y="-44423"/>
                  <a:pt x="1818428" y="550016"/>
                  <a:pt x="2207008" y="586720"/>
                </a:cubicBezTo>
                <a:cubicBezTo>
                  <a:pt x="2595588" y="623424"/>
                  <a:pt x="3131781" y="261972"/>
                  <a:pt x="3365567" y="22287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7CEDC83-2AFA-1DF6-405C-2E0D66AC3840}"/>
              </a:ext>
            </a:extLst>
          </p:cNvPr>
          <p:cNvSpPr/>
          <p:nvPr/>
        </p:nvSpPr>
        <p:spPr>
          <a:xfrm>
            <a:off x="1353709" y="3391343"/>
            <a:ext cx="4518457" cy="1059225"/>
          </a:xfrm>
          <a:custGeom>
            <a:avLst/>
            <a:gdLst>
              <a:gd name="csX0" fmla="*/ 0 w 3418229"/>
              <a:gd name="csY0" fmla="*/ 799129 h 1364366"/>
              <a:gd name="csX1" fmla="*/ 162773 w 3418229"/>
              <a:gd name="csY1" fmla="*/ 425709 h 1364366"/>
              <a:gd name="csX2" fmla="*/ 402145 w 3418229"/>
              <a:gd name="csY2" fmla="*/ 162400 h 1364366"/>
              <a:gd name="csX3" fmla="*/ 579280 w 3418229"/>
              <a:gd name="csY3" fmla="*/ 1062438 h 1364366"/>
              <a:gd name="csX4" fmla="*/ 742053 w 3418229"/>
              <a:gd name="csY4" fmla="*/ 1220423 h 1364366"/>
              <a:gd name="csX5" fmla="*/ 952700 w 3418229"/>
              <a:gd name="csY5" fmla="*/ 1335322 h 1364366"/>
              <a:gd name="csX6" fmla="*/ 1101110 w 3418229"/>
              <a:gd name="csY6" fmla="*/ 650719 h 1364366"/>
              <a:gd name="csX7" fmla="*/ 1302183 w 3418229"/>
              <a:gd name="csY7" fmla="*/ 727318 h 1364366"/>
              <a:gd name="csX8" fmla="*/ 1397931 w 3418229"/>
              <a:gd name="csY8" fmla="*/ 952327 h 1364366"/>
              <a:gd name="csX9" fmla="*/ 1584641 w 3418229"/>
              <a:gd name="csY9" fmla="*/ 847003 h 1364366"/>
              <a:gd name="csX10" fmla="*/ 1761776 w 3418229"/>
              <a:gd name="csY10" fmla="*/ 267724 h 1364366"/>
              <a:gd name="csX11" fmla="*/ 1958061 w 3418229"/>
              <a:gd name="csY11" fmla="*/ 420922 h 1364366"/>
              <a:gd name="csX12" fmla="*/ 2068172 w 3418229"/>
              <a:gd name="csY12" fmla="*/ 1043288 h 1364366"/>
              <a:gd name="csX13" fmla="*/ 2283607 w 3418229"/>
              <a:gd name="csY13" fmla="*/ 760830 h 1364366"/>
              <a:gd name="csX14" fmla="*/ 2451167 w 3418229"/>
              <a:gd name="csY14" fmla="*/ 1359259 h 1364366"/>
              <a:gd name="csX15" fmla="*/ 2652239 w 3418229"/>
              <a:gd name="csY15" fmla="*/ 440072 h 1364366"/>
              <a:gd name="csX16" fmla="*/ 2795862 w 3418229"/>
              <a:gd name="csY16" fmla="*/ 526245 h 1364366"/>
              <a:gd name="csX17" fmla="*/ 3011297 w 3418229"/>
              <a:gd name="csY17" fmla="*/ 4415 h 1364366"/>
              <a:gd name="csX18" fmla="*/ 3135770 w 3418229"/>
              <a:gd name="csY18" fmla="*/ 866153 h 1364366"/>
              <a:gd name="csX19" fmla="*/ 3284181 w 3418229"/>
              <a:gd name="csY19" fmla="*/ 645931 h 1364366"/>
              <a:gd name="csX20" fmla="*/ 3418229 w 3418229"/>
              <a:gd name="csY20" fmla="*/ 1172549 h 1364366"/>
              <a:gd name="csX0" fmla="*/ 0 w 3418229"/>
              <a:gd name="csY0" fmla="*/ 799129 h 1366008"/>
              <a:gd name="csX1" fmla="*/ 162773 w 3418229"/>
              <a:gd name="csY1" fmla="*/ 425709 h 1366008"/>
              <a:gd name="csX2" fmla="*/ 402145 w 3418229"/>
              <a:gd name="csY2" fmla="*/ 162400 h 1366008"/>
              <a:gd name="csX3" fmla="*/ 579280 w 3418229"/>
              <a:gd name="csY3" fmla="*/ 1062438 h 1366008"/>
              <a:gd name="csX4" fmla="*/ 729323 w 3418229"/>
              <a:gd name="csY4" fmla="*/ 1228910 h 1366008"/>
              <a:gd name="csX5" fmla="*/ 952700 w 3418229"/>
              <a:gd name="csY5" fmla="*/ 1335322 h 1366008"/>
              <a:gd name="csX6" fmla="*/ 1101110 w 3418229"/>
              <a:gd name="csY6" fmla="*/ 650719 h 1366008"/>
              <a:gd name="csX7" fmla="*/ 1302183 w 3418229"/>
              <a:gd name="csY7" fmla="*/ 727318 h 1366008"/>
              <a:gd name="csX8" fmla="*/ 1397931 w 3418229"/>
              <a:gd name="csY8" fmla="*/ 952327 h 1366008"/>
              <a:gd name="csX9" fmla="*/ 1584641 w 3418229"/>
              <a:gd name="csY9" fmla="*/ 847003 h 1366008"/>
              <a:gd name="csX10" fmla="*/ 1761776 w 3418229"/>
              <a:gd name="csY10" fmla="*/ 267724 h 1366008"/>
              <a:gd name="csX11" fmla="*/ 1958061 w 3418229"/>
              <a:gd name="csY11" fmla="*/ 420922 h 1366008"/>
              <a:gd name="csX12" fmla="*/ 2068172 w 3418229"/>
              <a:gd name="csY12" fmla="*/ 1043288 h 1366008"/>
              <a:gd name="csX13" fmla="*/ 2283607 w 3418229"/>
              <a:gd name="csY13" fmla="*/ 760830 h 1366008"/>
              <a:gd name="csX14" fmla="*/ 2451167 w 3418229"/>
              <a:gd name="csY14" fmla="*/ 1359259 h 1366008"/>
              <a:gd name="csX15" fmla="*/ 2652239 w 3418229"/>
              <a:gd name="csY15" fmla="*/ 440072 h 1366008"/>
              <a:gd name="csX16" fmla="*/ 2795862 w 3418229"/>
              <a:gd name="csY16" fmla="*/ 526245 h 1366008"/>
              <a:gd name="csX17" fmla="*/ 3011297 w 3418229"/>
              <a:gd name="csY17" fmla="*/ 4415 h 1366008"/>
              <a:gd name="csX18" fmla="*/ 3135770 w 3418229"/>
              <a:gd name="csY18" fmla="*/ 866153 h 1366008"/>
              <a:gd name="csX19" fmla="*/ 3284181 w 3418229"/>
              <a:gd name="csY19" fmla="*/ 645931 h 1366008"/>
              <a:gd name="csX20" fmla="*/ 3418229 w 3418229"/>
              <a:gd name="csY20" fmla="*/ 1172549 h 1366008"/>
              <a:gd name="csX0" fmla="*/ 0 w 3418229"/>
              <a:gd name="csY0" fmla="*/ 799129 h 1362630"/>
              <a:gd name="csX1" fmla="*/ 162773 w 3418229"/>
              <a:gd name="csY1" fmla="*/ 425709 h 1362630"/>
              <a:gd name="csX2" fmla="*/ 402145 w 3418229"/>
              <a:gd name="csY2" fmla="*/ 162400 h 1362630"/>
              <a:gd name="csX3" fmla="*/ 579280 w 3418229"/>
              <a:gd name="csY3" fmla="*/ 1062438 h 1362630"/>
              <a:gd name="csX4" fmla="*/ 952700 w 3418229"/>
              <a:gd name="csY4" fmla="*/ 1335322 h 1362630"/>
              <a:gd name="csX5" fmla="*/ 1101110 w 3418229"/>
              <a:gd name="csY5" fmla="*/ 650719 h 1362630"/>
              <a:gd name="csX6" fmla="*/ 1302183 w 3418229"/>
              <a:gd name="csY6" fmla="*/ 727318 h 1362630"/>
              <a:gd name="csX7" fmla="*/ 1397931 w 3418229"/>
              <a:gd name="csY7" fmla="*/ 952327 h 1362630"/>
              <a:gd name="csX8" fmla="*/ 1584641 w 3418229"/>
              <a:gd name="csY8" fmla="*/ 847003 h 1362630"/>
              <a:gd name="csX9" fmla="*/ 1761776 w 3418229"/>
              <a:gd name="csY9" fmla="*/ 267724 h 1362630"/>
              <a:gd name="csX10" fmla="*/ 1958061 w 3418229"/>
              <a:gd name="csY10" fmla="*/ 420922 h 1362630"/>
              <a:gd name="csX11" fmla="*/ 2068172 w 3418229"/>
              <a:gd name="csY11" fmla="*/ 1043288 h 1362630"/>
              <a:gd name="csX12" fmla="*/ 2283607 w 3418229"/>
              <a:gd name="csY12" fmla="*/ 760830 h 1362630"/>
              <a:gd name="csX13" fmla="*/ 2451167 w 3418229"/>
              <a:gd name="csY13" fmla="*/ 1359259 h 1362630"/>
              <a:gd name="csX14" fmla="*/ 2652239 w 3418229"/>
              <a:gd name="csY14" fmla="*/ 440072 h 1362630"/>
              <a:gd name="csX15" fmla="*/ 2795862 w 3418229"/>
              <a:gd name="csY15" fmla="*/ 526245 h 1362630"/>
              <a:gd name="csX16" fmla="*/ 3011297 w 3418229"/>
              <a:gd name="csY16" fmla="*/ 4415 h 1362630"/>
              <a:gd name="csX17" fmla="*/ 3135770 w 3418229"/>
              <a:gd name="csY17" fmla="*/ 866153 h 1362630"/>
              <a:gd name="csX18" fmla="*/ 3284181 w 3418229"/>
              <a:gd name="csY18" fmla="*/ 645931 h 1362630"/>
              <a:gd name="csX19" fmla="*/ 3418229 w 3418229"/>
              <a:gd name="csY19" fmla="*/ 1172549 h 1362630"/>
              <a:gd name="csX0" fmla="*/ 0 w 3418229"/>
              <a:gd name="csY0" fmla="*/ 799129 h 1362630"/>
              <a:gd name="csX1" fmla="*/ 162773 w 3418229"/>
              <a:gd name="csY1" fmla="*/ 425709 h 1362630"/>
              <a:gd name="csX2" fmla="*/ 402145 w 3418229"/>
              <a:gd name="csY2" fmla="*/ 162400 h 1362630"/>
              <a:gd name="csX3" fmla="*/ 952700 w 3418229"/>
              <a:gd name="csY3" fmla="*/ 1335322 h 1362630"/>
              <a:gd name="csX4" fmla="*/ 1101110 w 3418229"/>
              <a:gd name="csY4" fmla="*/ 650719 h 1362630"/>
              <a:gd name="csX5" fmla="*/ 1302183 w 3418229"/>
              <a:gd name="csY5" fmla="*/ 727318 h 1362630"/>
              <a:gd name="csX6" fmla="*/ 1397931 w 3418229"/>
              <a:gd name="csY6" fmla="*/ 952327 h 1362630"/>
              <a:gd name="csX7" fmla="*/ 1584641 w 3418229"/>
              <a:gd name="csY7" fmla="*/ 847003 h 1362630"/>
              <a:gd name="csX8" fmla="*/ 1761776 w 3418229"/>
              <a:gd name="csY8" fmla="*/ 267724 h 1362630"/>
              <a:gd name="csX9" fmla="*/ 1958061 w 3418229"/>
              <a:gd name="csY9" fmla="*/ 420922 h 1362630"/>
              <a:gd name="csX10" fmla="*/ 2068172 w 3418229"/>
              <a:gd name="csY10" fmla="*/ 1043288 h 1362630"/>
              <a:gd name="csX11" fmla="*/ 2283607 w 3418229"/>
              <a:gd name="csY11" fmla="*/ 760830 h 1362630"/>
              <a:gd name="csX12" fmla="*/ 2451167 w 3418229"/>
              <a:gd name="csY12" fmla="*/ 1359259 h 1362630"/>
              <a:gd name="csX13" fmla="*/ 2652239 w 3418229"/>
              <a:gd name="csY13" fmla="*/ 440072 h 1362630"/>
              <a:gd name="csX14" fmla="*/ 2795862 w 3418229"/>
              <a:gd name="csY14" fmla="*/ 526245 h 1362630"/>
              <a:gd name="csX15" fmla="*/ 3011297 w 3418229"/>
              <a:gd name="csY15" fmla="*/ 4415 h 1362630"/>
              <a:gd name="csX16" fmla="*/ 3135770 w 3418229"/>
              <a:gd name="csY16" fmla="*/ 866153 h 1362630"/>
              <a:gd name="csX17" fmla="*/ 3284181 w 3418229"/>
              <a:gd name="csY17" fmla="*/ 645931 h 1362630"/>
              <a:gd name="csX18" fmla="*/ 3418229 w 3418229"/>
              <a:gd name="csY18" fmla="*/ 1172549 h 1362630"/>
              <a:gd name="csX0" fmla="*/ 0 w 3418229"/>
              <a:gd name="csY0" fmla="*/ 799129 h 1362630"/>
              <a:gd name="csX1" fmla="*/ 162773 w 3418229"/>
              <a:gd name="csY1" fmla="*/ 425709 h 1362630"/>
              <a:gd name="csX2" fmla="*/ 402145 w 3418229"/>
              <a:gd name="csY2" fmla="*/ 162400 h 1362630"/>
              <a:gd name="csX3" fmla="*/ 1101110 w 3418229"/>
              <a:gd name="csY3" fmla="*/ 650719 h 1362630"/>
              <a:gd name="csX4" fmla="*/ 1302183 w 3418229"/>
              <a:gd name="csY4" fmla="*/ 727318 h 1362630"/>
              <a:gd name="csX5" fmla="*/ 1397931 w 3418229"/>
              <a:gd name="csY5" fmla="*/ 952327 h 1362630"/>
              <a:gd name="csX6" fmla="*/ 1584641 w 3418229"/>
              <a:gd name="csY6" fmla="*/ 847003 h 1362630"/>
              <a:gd name="csX7" fmla="*/ 1761776 w 3418229"/>
              <a:gd name="csY7" fmla="*/ 267724 h 1362630"/>
              <a:gd name="csX8" fmla="*/ 1958061 w 3418229"/>
              <a:gd name="csY8" fmla="*/ 420922 h 1362630"/>
              <a:gd name="csX9" fmla="*/ 2068172 w 3418229"/>
              <a:gd name="csY9" fmla="*/ 1043288 h 1362630"/>
              <a:gd name="csX10" fmla="*/ 2283607 w 3418229"/>
              <a:gd name="csY10" fmla="*/ 760830 h 1362630"/>
              <a:gd name="csX11" fmla="*/ 2451167 w 3418229"/>
              <a:gd name="csY11" fmla="*/ 1359259 h 1362630"/>
              <a:gd name="csX12" fmla="*/ 2652239 w 3418229"/>
              <a:gd name="csY12" fmla="*/ 440072 h 1362630"/>
              <a:gd name="csX13" fmla="*/ 2795862 w 3418229"/>
              <a:gd name="csY13" fmla="*/ 526245 h 1362630"/>
              <a:gd name="csX14" fmla="*/ 3011297 w 3418229"/>
              <a:gd name="csY14" fmla="*/ 4415 h 1362630"/>
              <a:gd name="csX15" fmla="*/ 3135770 w 3418229"/>
              <a:gd name="csY15" fmla="*/ 866153 h 1362630"/>
              <a:gd name="csX16" fmla="*/ 3284181 w 3418229"/>
              <a:gd name="csY16" fmla="*/ 645931 h 1362630"/>
              <a:gd name="csX17" fmla="*/ 3418229 w 3418229"/>
              <a:gd name="csY17" fmla="*/ 1172549 h 1362630"/>
              <a:gd name="csX0" fmla="*/ 0 w 3418229"/>
              <a:gd name="csY0" fmla="*/ 799129 h 1362630"/>
              <a:gd name="csX1" fmla="*/ 162773 w 3418229"/>
              <a:gd name="csY1" fmla="*/ 425709 h 1362630"/>
              <a:gd name="csX2" fmla="*/ 402145 w 3418229"/>
              <a:gd name="csY2" fmla="*/ 162400 h 1362630"/>
              <a:gd name="csX3" fmla="*/ 1101110 w 3418229"/>
              <a:gd name="csY3" fmla="*/ 650719 h 1362630"/>
              <a:gd name="csX4" fmla="*/ 1302183 w 3418229"/>
              <a:gd name="csY4" fmla="*/ 727318 h 1362630"/>
              <a:gd name="csX5" fmla="*/ 1397931 w 3418229"/>
              <a:gd name="csY5" fmla="*/ 952327 h 1362630"/>
              <a:gd name="csX6" fmla="*/ 1761776 w 3418229"/>
              <a:gd name="csY6" fmla="*/ 267724 h 1362630"/>
              <a:gd name="csX7" fmla="*/ 1958061 w 3418229"/>
              <a:gd name="csY7" fmla="*/ 420922 h 1362630"/>
              <a:gd name="csX8" fmla="*/ 2068172 w 3418229"/>
              <a:gd name="csY8" fmla="*/ 1043288 h 1362630"/>
              <a:gd name="csX9" fmla="*/ 2283607 w 3418229"/>
              <a:gd name="csY9" fmla="*/ 760830 h 1362630"/>
              <a:gd name="csX10" fmla="*/ 2451167 w 3418229"/>
              <a:gd name="csY10" fmla="*/ 1359259 h 1362630"/>
              <a:gd name="csX11" fmla="*/ 2652239 w 3418229"/>
              <a:gd name="csY11" fmla="*/ 440072 h 1362630"/>
              <a:gd name="csX12" fmla="*/ 2795862 w 3418229"/>
              <a:gd name="csY12" fmla="*/ 526245 h 1362630"/>
              <a:gd name="csX13" fmla="*/ 3011297 w 3418229"/>
              <a:gd name="csY13" fmla="*/ 4415 h 1362630"/>
              <a:gd name="csX14" fmla="*/ 3135770 w 3418229"/>
              <a:gd name="csY14" fmla="*/ 866153 h 1362630"/>
              <a:gd name="csX15" fmla="*/ 3284181 w 3418229"/>
              <a:gd name="csY15" fmla="*/ 645931 h 1362630"/>
              <a:gd name="csX16" fmla="*/ 3418229 w 3418229"/>
              <a:gd name="csY16" fmla="*/ 1172549 h 1362630"/>
              <a:gd name="csX0" fmla="*/ 0 w 3418229"/>
              <a:gd name="csY0" fmla="*/ 799129 h 1362630"/>
              <a:gd name="csX1" fmla="*/ 162773 w 3418229"/>
              <a:gd name="csY1" fmla="*/ 425709 h 1362630"/>
              <a:gd name="csX2" fmla="*/ 402145 w 3418229"/>
              <a:gd name="csY2" fmla="*/ 162400 h 1362630"/>
              <a:gd name="csX3" fmla="*/ 1101110 w 3418229"/>
              <a:gd name="csY3" fmla="*/ 650719 h 1362630"/>
              <a:gd name="csX4" fmla="*/ 1397931 w 3418229"/>
              <a:gd name="csY4" fmla="*/ 952327 h 1362630"/>
              <a:gd name="csX5" fmla="*/ 1761776 w 3418229"/>
              <a:gd name="csY5" fmla="*/ 267724 h 1362630"/>
              <a:gd name="csX6" fmla="*/ 1958061 w 3418229"/>
              <a:gd name="csY6" fmla="*/ 420922 h 1362630"/>
              <a:gd name="csX7" fmla="*/ 2068172 w 3418229"/>
              <a:gd name="csY7" fmla="*/ 1043288 h 1362630"/>
              <a:gd name="csX8" fmla="*/ 2283607 w 3418229"/>
              <a:gd name="csY8" fmla="*/ 760830 h 1362630"/>
              <a:gd name="csX9" fmla="*/ 2451167 w 3418229"/>
              <a:gd name="csY9" fmla="*/ 1359259 h 1362630"/>
              <a:gd name="csX10" fmla="*/ 2652239 w 3418229"/>
              <a:gd name="csY10" fmla="*/ 440072 h 1362630"/>
              <a:gd name="csX11" fmla="*/ 2795862 w 3418229"/>
              <a:gd name="csY11" fmla="*/ 526245 h 1362630"/>
              <a:gd name="csX12" fmla="*/ 3011297 w 3418229"/>
              <a:gd name="csY12" fmla="*/ 4415 h 1362630"/>
              <a:gd name="csX13" fmla="*/ 3135770 w 3418229"/>
              <a:gd name="csY13" fmla="*/ 866153 h 1362630"/>
              <a:gd name="csX14" fmla="*/ 3284181 w 3418229"/>
              <a:gd name="csY14" fmla="*/ 645931 h 1362630"/>
              <a:gd name="csX15" fmla="*/ 3418229 w 3418229"/>
              <a:gd name="csY15" fmla="*/ 1172549 h 1362630"/>
              <a:gd name="csX0" fmla="*/ 0 w 3418229"/>
              <a:gd name="csY0" fmla="*/ 799129 h 1362630"/>
              <a:gd name="csX1" fmla="*/ 162773 w 3418229"/>
              <a:gd name="csY1" fmla="*/ 425709 h 1362630"/>
              <a:gd name="csX2" fmla="*/ 402145 w 3418229"/>
              <a:gd name="csY2" fmla="*/ 162400 h 1362630"/>
              <a:gd name="csX3" fmla="*/ 1101110 w 3418229"/>
              <a:gd name="csY3" fmla="*/ 650719 h 1362630"/>
              <a:gd name="csX4" fmla="*/ 1761776 w 3418229"/>
              <a:gd name="csY4" fmla="*/ 267724 h 1362630"/>
              <a:gd name="csX5" fmla="*/ 1958061 w 3418229"/>
              <a:gd name="csY5" fmla="*/ 420922 h 1362630"/>
              <a:gd name="csX6" fmla="*/ 2068172 w 3418229"/>
              <a:gd name="csY6" fmla="*/ 1043288 h 1362630"/>
              <a:gd name="csX7" fmla="*/ 2283607 w 3418229"/>
              <a:gd name="csY7" fmla="*/ 760830 h 1362630"/>
              <a:gd name="csX8" fmla="*/ 2451167 w 3418229"/>
              <a:gd name="csY8" fmla="*/ 1359259 h 1362630"/>
              <a:gd name="csX9" fmla="*/ 2652239 w 3418229"/>
              <a:gd name="csY9" fmla="*/ 440072 h 1362630"/>
              <a:gd name="csX10" fmla="*/ 2795862 w 3418229"/>
              <a:gd name="csY10" fmla="*/ 526245 h 1362630"/>
              <a:gd name="csX11" fmla="*/ 3011297 w 3418229"/>
              <a:gd name="csY11" fmla="*/ 4415 h 1362630"/>
              <a:gd name="csX12" fmla="*/ 3135770 w 3418229"/>
              <a:gd name="csY12" fmla="*/ 866153 h 1362630"/>
              <a:gd name="csX13" fmla="*/ 3284181 w 3418229"/>
              <a:gd name="csY13" fmla="*/ 645931 h 1362630"/>
              <a:gd name="csX14" fmla="*/ 3418229 w 3418229"/>
              <a:gd name="csY14" fmla="*/ 1172549 h 1362630"/>
              <a:gd name="csX0" fmla="*/ 0 w 3418229"/>
              <a:gd name="csY0" fmla="*/ 799129 h 1362630"/>
              <a:gd name="csX1" fmla="*/ 162773 w 3418229"/>
              <a:gd name="csY1" fmla="*/ 425709 h 1362630"/>
              <a:gd name="csX2" fmla="*/ 402145 w 3418229"/>
              <a:gd name="csY2" fmla="*/ 162400 h 1362630"/>
              <a:gd name="csX3" fmla="*/ 1101110 w 3418229"/>
              <a:gd name="csY3" fmla="*/ 650719 h 1362630"/>
              <a:gd name="csX4" fmla="*/ 1761776 w 3418229"/>
              <a:gd name="csY4" fmla="*/ 267724 h 1362630"/>
              <a:gd name="csX5" fmla="*/ 2068172 w 3418229"/>
              <a:gd name="csY5" fmla="*/ 1043288 h 1362630"/>
              <a:gd name="csX6" fmla="*/ 2283607 w 3418229"/>
              <a:gd name="csY6" fmla="*/ 760830 h 1362630"/>
              <a:gd name="csX7" fmla="*/ 2451167 w 3418229"/>
              <a:gd name="csY7" fmla="*/ 1359259 h 1362630"/>
              <a:gd name="csX8" fmla="*/ 2652239 w 3418229"/>
              <a:gd name="csY8" fmla="*/ 440072 h 1362630"/>
              <a:gd name="csX9" fmla="*/ 2795862 w 3418229"/>
              <a:gd name="csY9" fmla="*/ 526245 h 1362630"/>
              <a:gd name="csX10" fmla="*/ 3011297 w 3418229"/>
              <a:gd name="csY10" fmla="*/ 4415 h 1362630"/>
              <a:gd name="csX11" fmla="*/ 3135770 w 3418229"/>
              <a:gd name="csY11" fmla="*/ 866153 h 1362630"/>
              <a:gd name="csX12" fmla="*/ 3284181 w 3418229"/>
              <a:gd name="csY12" fmla="*/ 645931 h 1362630"/>
              <a:gd name="csX13" fmla="*/ 3418229 w 3418229"/>
              <a:gd name="csY13" fmla="*/ 1172549 h 1362630"/>
              <a:gd name="csX0" fmla="*/ 0 w 3418229"/>
              <a:gd name="csY0" fmla="*/ 799129 h 1362630"/>
              <a:gd name="csX1" fmla="*/ 162773 w 3418229"/>
              <a:gd name="csY1" fmla="*/ 425709 h 1362630"/>
              <a:gd name="csX2" fmla="*/ 402145 w 3418229"/>
              <a:gd name="csY2" fmla="*/ 162400 h 1362630"/>
              <a:gd name="csX3" fmla="*/ 1101110 w 3418229"/>
              <a:gd name="csY3" fmla="*/ 650719 h 1362630"/>
              <a:gd name="csX4" fmla="*/ 1867865 w 3418229"/>
              <a:gd name="csY4" fmla="*/ 250750 h 1362630"/>
              <a:gd name="csX5" fmla="*/ 2068172 w 3418229"/>
              <a:gd name="csY5" fmla="*/ 1043288 h 1362630"/>
              <a:gd name="csX6" fmla="*/ 2283607 w 3418229"/>
              <a:gd name="csY6" fmla="*/ 760830 h 1362630"/>
              <a:gd name="csX7" fmla="*/ 2451167 w 3418229"/>
              <a:gd name="csY7" fmla="*/ 1359259 h 1362630"/>
              <a:gd name="csX8" fmla="*/ 2652239 w 3418229"/>
              <a:gd name="csY8" fmla="*/ 440072 h 1362630"/>
              <a:gd name="csX9" fmla="*/ 2795862 w 3418229"/>
              <a:gd name="csY9" fmla="*/ 526245 h 1362630"/>
              <a:gd name="csX10" fmla="*/ 3011297 w 3418229"/>
              <a:gd name="csY10" fmla="*/ 4415 h 1362630"/>
              <a:gd name="csX11" fmla="*/ 3135770 w 3418229"/>
              <a:gd name="csY11" fmla="*/ 866153 h 1362630"/>
              <a:gd name="csX12" fmla="*/ 3284181 w 3418229"/>
              <a:gd name="csY12" fmla="*/ 645931 h 1362630"/>
              <a:gd name="csX13" fmla="*/ 3418229 w 3418229"/>
              <a:gd name="csY13" fmla="*/ 1172549 h 1362630"/>
              <a:gd name="csX0" fmla="*/ 0 w 3418229"/>
              <a:gd name="csY0" fmla="*/ 799129 h 1363492"/>
              <a:gd name="csX1" fmla="*/ 162773 w 3418229"/>
              <a:gd name="csY1" fmla="*/ 425709 h 1363492"/>
              <a:gd name="csX2" fmla="*/ 402145 w 3418229"/>
              <a:gd name="csY2" fmla="*/ 162400 h 1363492"/>
              <a:gd name="csX3" fmla="*/ 1101110 w 3418229"/>
              <a:gd name="csY3" fmla="*/ 650719 h 1363492"/>
              <a:gd name="csX4" fmla="*/ 1867865 w 3418229"/>
              <a:gd name="csY4" fmla="*/ 250750 h 1363492"/>
              <a:gd name="csX5" fmla="*/ 2283607 w 3418229"/>
              <a:gd name="csY5" fmla="*/ 760830 h 1363492"/>
              <a:gd name="csX6" fmla="*/ 2451167 w 3418229"/>
              <a:gd name="csY6" fmla="*/ 1359259 h 1363492"/>
              <a:gd name="csX7" fmla="*/ 2652239 w 3418229"/>
              <a:gd name="csY7" fmla="*/ 440072 h 1363492"/>
              <a:gd name="csX8" fmla="*/ 2795862 w 3418229"/>
              <a:gd name="csY8" fmla="*/ 526245 h 1363492"/>
              <a:gd name="csX9" fmla="*/ 3011297 w 3418229"/>
              <a:gd name="csY9" fmla="*/ 4415 h 1363492"/>
              <a:gd name="csX10" fmla="*/ 3135770 w 3418229"/>
              <a:gd name="csY10" fmla="*/ 866153 h 1363492"/>
              <a:gd name="csX11" fmla="*/ 3284181 w 3418229"/>
              <a:gd name="csY11" fmla="*/ 645931 h 1363492"/>
              <a:gd name="csX12" fmla="*/ 3418229 w 3418229"/>
              <a:gd name="csY12" fmla="*/ 1172549 h 1363492"/>
              <a:gd name="csX0" fmla="*/ 0 w 3418229"/>
              <a:gd name="csY0" fmla="*/ 799129 h 1360154"/>
              <a:gd name="csX1" fmla="*/ 162773 w 3418229"/>
              <a:gd name="csY1" fmla="*/ 425709 h 1360154"/>
              <a:gd name="csX2" fmla="*/ 402145 w 3418229"/>
              <a:gd name="csY2" fmla="*/ 162400 h 1360154"/>
              <a:gd name="csX3" fmla="*/ 1101110 w 3418229"/>
              <a:gd name="csY3" fmla="*/ 650719 h 1360154"/>
              <a:gd name="csX4" fmla="*/ 1867865 w 3418229"/>
              <a:gd name="csY4" fmla="*/ 250750 h 1360154"/>
              <a:gd name="csX5" fmla="*/ 2451167 w 3418229"/>
              <a:gd name="csY5" fmla="*/ 1359259 h 1360154"/>
              <a:gd name="csX6" fmla="*/ 2652239 w 3418229"/>
              <a:gd name="csY6" fmla="*/ 440072 h 1360154"/>
              <a:gd name="csX7" fmla="*/ 2795862 w 3418229"/>
              <a:gd name="csY7" fmla="*/ 526245 h 1360154"/>
              <a:gd name="csX8" fmla="*/ 3011297 w 3418229"/>
              <a:gd name="csY8" fmla="*/ 4415 h 1360154"/>
              <a:gd name="csX9" fmla="*/ 3135770 w 3418229"/>
              <a:gd name="csY9" fmla="*/ 866153 h 1360154"/>
              <a:gd name="csX10" fmla="*/ 3284181 w 3418229"/>
              <a:gd name="csY10" fmla="*/ 645931 h 1360154"/>
              <a:gd name="csX11" fmla="*/ 3418229 w 3418229"/>
              <a:gd name="csY11" fmla="*/ 1172549 h 1360154"/>
              <a:gd name="csX0" fmla="*/ 0 w 3418229"/>
              <a:gd name="csY0" fmla="*/ 799129 h 1172549"/>
              <a:gd name="csX1" fmla="*/ 162773 w 3418229"/>
              <a:gd name="csY1" fmla="*/ 425709 h 1172549"/>
              <a:gd name="csX2" fmla="*/ 402145 w 3418229"/>
              <a:gd name="csY2" fmla="*/ 162400 h 1172549"/>
              <a:gd name="csX3" fmla="*/ 1101110 w 3418229"/>
              <a:gd name="csY3" fmla="*/ 650719 h 1172549"/>
              <a:gd name="csX4" fmla="*/ 1867865 w 3418229"/>
              <a:gd name="csY4" fmla="*/ 250750 h 1172549"/>
              <a:gd name="csX5" fmla="*/ 2652239 w 3418229"/>
              <a:gd name="csY5" fmla="*/ 440072 h 1172549"/>
              <a:gd name="csX6" fmla="*/ 2795862 w 3418229"/>
              <a:gd name="csY6" fmla="*/ 526245 h 1172549"/>
              <a:gd name="csX7" fmla="*/ 3011297 w 3418229"/>
              <a:gd name="csY7" fmla="*/ 4415 h 1172549"/>
              <a:gd name="csX8" fmla="*/ 3135770 w 3418229"/>
              <a:gd name="csY8" fmla="*/ 866153 h 1172549"/>
              <a:gd name="csX9" fmla="*/ 3284181 w 3418229"/>
              <a:gd name="csY9" fmla="*/ 645931 h 1172549"/>
              <a:gd name="csX10" fmla="*/ 3418229 w 3418229"/>
              <a:gd name="csY10" fmla="*/ 1172549 h 1172549"/>
              <a:gd name="csX0" fmla="*/ 0 w 3418229"/>
              <a:gd name="csY0" fmla="*/ 799316 h 1172736"/>
              <a:gd name="csX1" fmla="*/ 162773 w 3418229"/>
              <a:gd name="csY1" fmla="*/ 425896 h 1172736"/>
              <a:gd name="csX2" fmla="*/ 402145 w 3418229"/>
              <a:gd name="csY2" fmla="*/ 162587 h 1172736"/>
              <a:gd name="csX3" fmla="*/ 1101110 w 3418229"/>
              <a:gd name="csY3" fmla="*/ 650906 h 1172736"/>
              <a:gd name="csX4" fmla="*/ 1867865 w 3418229"/>
              <a:gd name="csY4" fmla="*/ 250937 h 1172736"/>
              <a:gd name="csX5" fmla="*/ 2609803 w 3418229"/>
              <a:gd name="csY5" fmla="*/ 576053 h 1172736"/>
              <a:gd name="csX6" fmla="*/ 2795862 w 3418229"/>
              <a:gd name="csY6" fmla="*/ 526432 h 1172736"/>
              <a:gd name="csX7" fmla="*/ 3011297 w 3418229"/>
              <a:gd name="csY7" fmla="*/ 4602 h 1172736"/>
              <a:gd name="csX8" fmla="*/ 3135770 w 3418229"/>
              <a:gd name="csY8" fmla="*/ 866340 h 1172736"/>
              <a:gd name="csX9" fmla="*/ 3284181 w 3418229"/>
              <a:gd name="csY9" fmla="*/ 646118 h 1172736"/>
              <a:gd name="csX10" fmla="*/ 3418229 w 3418229"/>
              <a:gd name="csY10" fmla="*/ 1172736 h 1172736"/>
              <a:gd name="csX0" fmla="*/ 0 w 3418229"/>
              <a:gd name="csY0" fmla="*/ 797584 h 1171004"/>
              <a:gd name="csX1" fmla="*/ 162773 w 3418229"/>
              <a:gd name="csY1" fmla="*/ 424164 h 1171004"/>
              <a:gd name="csX2" fmla="*/ 402145 w 3418229"/>
              <a:gd name="csY2" fmla="*/ 160855 h 1171004"/>
              <a:gd name="csX3" fmla="*/ 1101110 w 3418229"/>
              <a:gd name="csY3" fmla="*/ 649174 h 1171004"/>
              <a:gd name="csX4" fmla="*/ 1867865 w 3418229"/>
              <a:gd name="csY4" fmla="*/ 249205 h 1171004"/>
              <a:gd name="csX5" fmla="*/ 2609803 w 3418229"/>
              <a:gd name="csY5" fmla="*/ 574321 h 1171004"/>
              <a:gd name="csX6" fmla="*/ 3011297 w 3418229"/>
              <a:gd name="csY6" fmla="*/ 2870 h 1171004"/>
              <a:gd name="csX7" fmla="*/ 3135770 w 3418229"/>
              <a:gd name="csY7" fmla="*/ 864608 h 1171004"/>
              <a:gd name="csX8" fmla="*/ 3284181 w 3418229"/>
              <a:gd name="csY8" fmla="*/ 644386 h 1171004"/>
              <a:gd name="csX9" fmla="*/ 3418229 w 3418229"/>
              <a:gd name="csY9" fmla="*/ 1171004 h 1171004"/>
              <a:gd name="csX0" fmla="*/ 0 w 3418229"/>
              <a:gd name="csY0" fmla="*/ 641457 h 1014877"/>
              <a:gd name="csX1" fmla="*/ 162773 w 3418229"/>
              <a:gd name="csY1" fmla="*/ 268037 h 1014877"/>
              <a:gd name="csX2" fmla="*/ 402145 w 3418229"/>
              <a:gd name="csY2" fmla="*/ 4728 h 1014877"/>
              <a:gd name="csX3" fmla="*/ 1101110 w 3418229"/>
              <a:gd name="csY3" fmla="*/ 493047 h 1014877"/>
              <a:gd name="csX4" fmla="*/ 1867865 w 3418229"/>
              <a:gd name="csY4" fmla="*/ 93078 h 1014877"/>
              <a:gd name="csX5" fmla="*/ 2609803 w 3418229"/>
              <a:gd name="csY5" fmla="*/ 418194 h 1014877"/>
              <a:gd name="csX6" fmla="*/ 3135770 w 3418229"/>
              <a:gd name="csY6" fmla="*/ 708481 h 1014877"/>
              <a:gd name="csX7" fmla="*/ 3284181 w 3418229"/>
              <a:gd name="csY7" fmla="*/ 488259 h 1014877"/>
              <a:gd name="csX8" fmla="*/ 3418229 w 3418229"/>
              <a:gd name="csY8" fmla="*/ 1014877 h 1014877"/>
              <a:gd name="csX0" fmla="*/ 0 w 3418229"/>
              <a:gd name="csY0" fmla="*/ 641457 h 1014877"/>
              <a:gd name="csX1" fmla="*/ 162773 w 3418229"/>
              <a:gd name="csY1" fmla="*/ 268037 h 1014877"/>
              <a:gd name="csX2" fmla="*/ 402145 w 3418229"/>
              <a:gd name="csY2" fmla="*/ 4728 h 1014877"/>
              <a:gd name="csX3" fmla="*/ 1101110 w 3418229"/>
              <a:gd name="csY3" fmla="*/ 493047 h 1014877"/>
              <a:gd name="csX4" fmla="*/ 1867865 w 3418229"/>
              <a:gd name="csY4" fmla="*/ 93078 h 1014877"/>
              <a:gd name="csX5" fmla="*/ 2609803 w 3418229"/>
              <a:gd name="csY5" fmla="*/ 418194 h 1014877"/>
              <a:gd name="csX6" fmla="*/ 3284181 w 3418229"/>
              <a:gd name="csY6" fmla="*/ 488259 h 1014877"/>
              <a:gd name="csX7" fmla="*/ 3418229 w 3418229"/>
              <a:gd name="csY7" fmla="*/ 1014877 h 1014877"/>
              <a:gd name="csX0" fmla="*/ 0 w 3418229"/>
              <a:gd name="csY0" fmla="*/ 641457 h 1014877"/>
              <a:gd name="csX1" fmla="*/ 162773 w 3418229"/>
              <a:gd name="csY1" fmla="*/ 268037 h 1014877"/>
              <a:gd name="csX2" fmla="*/ 402145 w 3418229"/>
              <a:gd name="csY2" fmla="*/ 4728 h 1014877"/>
              <a:gd name="csX3" fmla="*/ 1101110 w 3418229"/>
              <a:gd name="csY3" fmla="*/ 493047 h 1014877"/>
              <a:gd name="csX4" fmla="*/ 1867865 w 3418229"/>
              <a:gd name="csY4" fmla="*/ 93078 h 1014877"/>
              <a:gd name="csX5" fmla="*/ 2609803 w 3418229"/>
              <a:gd name="csY5" fmla="*/ 418194 h 1014877"/>
              <a:gd name="csX6" fmla="*/ 3418229 w 3418229"/>
              <a:gd name="csY6" fmla="*/ 1014877 h 1014877"/>
              <a:gd name="csX0" fmla="*/ 0 w 3371550"/>
              <a:gd name="csY0" fmla="*/ 641457 h 777237"/>
              <a:gd name="csX1" fmla="*/ 162773 w 3371550"/>
              <a:gd name="csY1" fmla="*/ 268037 h 777237"/>
              <a:gd name="csX2" fmla="*/ 402145 w 3371550"/>
              <a:gd name="csY2" fmla="*/ 4728 h 777237"/>
              <a:gd name="csX3" fmla="*/ 1101110 w 3371550"/>
              <a:gd name="csY3" fmla="*/ 493047 h 777237"/>
              <a:gd name="csX4" fmla="*/ 1867865 w 3371550"/>
              <a:gd name="csY4" fmla="*/ 93078 h 777237"/>
              <a:gd name="csX5" fmla="*/ 2609803 w 3371550"/>
              <a:gd name="csY5" fmla="*/ 418194 h 777237"/>
              <a:gd name="csX6" fmla="*/ 3371550 w 3371550"/>
              <a:gd name="csY6" fmla="*/ 777237 h 777237"/>
              <a:gd name="csX0" fmla="*/ 0 w 3208777"/>
              <a:gd name="csY0" fmla="*/ 268037 h 777237"/>
              <a:gd name="csX1" fmla="*/ 239372 w 3208777"/>
              <a:gd name="csY1" fmla="*/ 4728 h 777237"/>
              <a:gd name="csX2" fmla="*/ 938337 w 3208777"/>
              <a:gd name="csY2" fmla="*/ 493047 h 777237"/>
              <a:gd name="csX3" fmla="*/ 1705092 w 3208777"/>
              <a:gd name="csY3" fmla="*/ 93078 h 777237"/>
              <a:gd name="csX4" fmla="*/ 2447030 w 3208777"/>
              <a:gd name="csY4" fmla="*/ 418194 h 777237"/>
              <a:gd name="csX5" fmla="*/ 3208777 w 3208777"/>
              <a:gd name="csY5" fmla="*/ 777237 h 777237"/>
              <a:gd name="csX0" fmla="*/ 0 w 3327597"/>
              <a:gd name="csY0" fmla="*/ 391254 h 773146"/>
              <a:gd name="csX1" fmla="*/ 358192 w 3327597"/>
              <a:gd name="csY1" fmla="*/ 637 h 773146"/>
              <a:gd name="csX2" fmla="*/ 1057157 w 3327597"/>
              <a:gd name="csY2" fmla="*/ 488956 h 773146"/>
              <a:gd name="csX3" fmla="*/ 1823912 w 3327597"/>
              <a:gd name="csY3" fmla="*/ 88987 h 773146"/>
              <a:gd name="csX4" fmla="*/ 2565850 w 3327597"/>
              <a:gd name="csY4" fmla="*/ 414103 h 773146"/>
              <a:gd name="csX5" fmla="*/ 3327597 w 3327597"/>
              <a:gd name="csY5" fmla="*/ 773146 h 773146"/>
              <a:gd name="csX0" fmla="*/ 0 w 3327597"/>
              <a:gd name="csY0" fmla="*/ 391229 h 773121"/>
              <a:gd name="csX1" fmla="*/ 358192 w 3327597"/>
              <a:gd name="csY1" fmla="*/ 612 h 773121"/>
              <a:gd name="csX2" fmla="*/ 1057157 w 3327597"/>
              <a:gd name="csY2" fmla="*/ 488931 h 773121"/>
              <a:gd name="csX3" fmla="*/ 1823912 w 3327597"/>
              <a:gd name="csY3" fmla="*/ 88962 h 773121"/>
              <a:gd name="csX4" fmla="*/ 2565850 w 3327597"/>
              <a:gd name="csY4" fmla="*/ 414078 h 773121"/>
              <a:gd name="csX5" fmla="*/ 3327597 w 3327597"/>
              <a:gd name="csY5" fmla="*/ 773121 h 773121"/>
              <a:gd name="csX0" fmla="*/ 0 w 3327597"/>
              <a:gd name="csY0" fmla="*/ 416646 h 798538"/>
              <a:gd name="csX1" fmla="*/ 315756 w 3327597"/>
              <a:gd name="csY1" fmla="*/ 567 h 798538"/>
              <a:gd name="csX2" fmla="*/ 1057157 w 3327597"/>
              <a:gd name="csY2" fmla="*/ 514348 h 798538"/>
              <a:gd name="csX3" fmla="*/ 1823912 w 3327597"/>
              <a:gd name="csY3" fmla="*/ 114379 h 798538"/>
              <a:gd name="csX4" fmla="*/ 2565850 w 3327597"/>
              <a:gd name="csY4" fmla="*/ 439495 h 798538"/>
              <a:gd name="csX5" fmla="*/ 3327597 w 3327597"/>
              <a:gd name="csY5" fmla="*/ 798538 h 798538"/>
              <a:gd name="csX0" fmla="*/ 0 w 3327597"/>
              <a:gd name="csY0" fmla="*/ 419516 h 801408"/>
              <a:gd name="csX1" fmla="*/ 315756 w 3327597"/>
              <a:gd name="csY1" fmla="*/ 3437 h 801408"/>
              <a:gd name="csX2" fmla="*/ 1057157 w 3327597"/>
              <a:gd name="csY2" fmla="*/ 517218 h 801408"/>
              <a:gd name="csX3" fmla="*/ 1823912 w 3327597"/>
              <a:gd name="csY3" fmla="*/ 117249 h 801408"/>
              <a:gd name="csX4" fmla="*/ 2565850 w 3327597"/>
              <a:gd name="csY4" fmla="*/ 442365 h 801408"/>
              <a:gd name="csX5" fmla="*/ 3327597 w 3327597"/>
              <a:gd name="csY5" fmla="*/ 801408 h 801408"/>
              <a:gd name="csX0" fmla="*/ 0 w 3327597"/>
              <a:gd name="csY0" fmla="*/ 419516 h 801408"/>
              <a:gd name="csX1" fmla="*/ 315756 w 3327597"/>
              <a:gd name="csY1" fmla="*/ 3437 h 801408"/>
              <a:gd name="csX2" fmla="*/ 1057157 w 3327597"/>
              <a:gd name="csY2" fmla="*/ 517218 h 801408"/>
              <a:gd name="csX3" fmla="*/ 1823912 w 3327597"/>
              <a:gd name="csY3" fmla="*/ 117249 h 801408"/>
              <a:gd name="csX4" fmla="*/ 2565850 w 3327597"/>
              <a:gd name="csY4" fmla="*/ 442365 h 801408"/>
              <a:gd name="csX5" fmla="*/ 3168087 w 3327597"/>
              <a:gd name="csY5" fmla="*/ 710803 h 801408"/>
              <a:gd name="csX6" fmla="*/ 3327597 w 3327597"/>
              <a:gd name="csY6" fmla="*/ 801408 h 801408"/>
              <a:gd name="csX0" fmla="*/ 0 w 3446856"/>
              <a:gd name="csY0" fmla="*/ 419516 h 815719"/>
              <a:gd name="csX1" fmla="*/ 315756 w 3446856"/>
              <a:gd name="csY1" fmla="*/ 3437 h 815719"/>
              <a:gd name="csX2" fmla="*/ 1057157 w 3446856"/>
              <a:gd name="csY2" fmla="*/ 517218 h 815719"/>
              <a:gd name="csX3" fmla="*/ 1823912 w 3446856"/>
              <a:gd name="csY3" fmla="*/ 117249 h 815719"/>
              <a:gd name="csX4" fmla="*/ 2565850 w 3446856"/>
              <a:gd name="csY4" fmla="*/ 442365 h 815719"/>
              <a:gd name="csX5" fmla="*/ 3168087 w 3446856"/>
              <a:gd name="csY5" fmla="*/ 710803 h 815719"/>
              <a:gd name="csX6" fmla="*/ 3446856 w 3446856"/>
              <a:gd name="csY6" fmla="*/ 815719 h 815719"/>
              <a:gd name="csX0" fmla="*/ 0 w 3461167"/>
              <a:gd name="csY0" fmla="*/ 419516 h 732759"/>
              <a:gd name="csX1" fmla="*/ 315756 w 3461167"/>
              <a:gd name="csY1" fmla="*/ 3437 h 732759"/>
              <a:gd name="csX2" fmla="*/ 1057157 w 3461167"/>
              <a:gd name="csY2" fmla="*/ 517218 h 732759"/>
              <a:gd name="csX3" fmla="*/ 1823912 w 3461167"/>
              <a:gd name="csY3" fmla="*/ 117249 h 732759"/>
              <a:gd name="csX4" fmla="*/ 2565850 w 3461167"/>
              <a:gd name="csY4" fmla="*/ 442365 h 732759"/>
              <a:gd name="csX5" fmla="*/ 3168087 w 3461167"/>
              <a:gd name="csY5" fmla="*/ 710803 h 732759"/>
              <a:gd name="csX6" fmla="*/ 3461167 w 3461167"/>
              <a:gd name="csY6" fmla="*/ 701230 h 732759"/>
              <a:gd name="csX0" fmla="*/ 0 w 3461167"/>
              <a:gd name="csY0" fmla="*/ 419516 h 796192"/>
              <a:gd name="csX1" fmla="*/ 315756 w 3461167"/>
              <a:gd name="csY1" fmla="*/ 3437 h 796192"/>
              <a:gd name="csX2" fmla="*/ 1057157 w 3461167"/>
              <a:gd name="csY2" fmla="*/ 517218 h 796192"/>
              <a:gd name="csX3" fmla="*/ 1823912 w 3461167"/>
              <a:gd name="csY3" fmla="*/ 117249 h 796192"/>
              <a:gd name="csX4" fmla="*/ 2565850 w 3461167"/>
              <a:gd name="csY4" fmla="*/ 442365 h 796192"/>
              <a:gd name="csX5" fmla="*/ 3287346 w 3461167"/>
              <a:gd name="csY5" fmla="*/ 782358 h 796192"/>
              <a:gd name="csX6" fmla="*/ 3461167 w 3461167"/>
              <a:gd name="csY6" fmla="*/ 701230 h 796192"/>
              <a:gd name="csX0" fmla="*/ 0 w 3461167"/>
              <a:gd name="csY0" fmla="*/ 419516 h 782373"/>
              <a:gd name="csX1" fmla="*/ 315756 w 3461167"/>
              <a:gd name="csY1" fmla="*/ 3437 h 782373"/>
              <a:gd name="csX2" fmla="*/ 1057157 w 3461167"/>
              <a:gd name="csY2" fmla="*/ 517218 h 782373"/>
              <a:gd name="csX3" fmla="*/ 1823912 w 3461167"/>
              <a:gd name="csY3" fmla="*/ 117249 h 782373"/>
              <a:gd name="csX4" fmla="*/ 2565850 w 3461167"/>
              <a:gd name="csY4" fmla="*/ 442365 h 782373"/>
              <a:gd name="csX5" fmla="*/ 3287346 w 3461167"/>
              <a:gd name="csY5" fmla="*/ 782358 h 782373"/>
              <a:gd name="csX6" fmla="*/ 3461167 w 3461167"/>
              <a:gd name="csY6" fmla="*/ 701230 h 782373"/>
              <a:gd name="csX0" fmla="*/ 0 w 3504100"/>
              <a:gd name="csY0" fmla="*/ 419516 h 790285"/>
              <a:gd name="csX1" fmla="*/ 315756 w 3504100"/>
              <a:gd name="csY1" fmla="*/ 3437 h 790285"/>
              <a:gd name="csX2" fmla="*/ 1057157 w 3504100"/>
              <a:gd name="csY2" fmla="*/ 517218 h 790285"/>
              <a:gd name="csX3" fmla="*/ 1823912 w 3504100"/>
              <a:gd name="csY3" fmla="*/ 117249 h 790285"/>
              <a:gd name="csX4" fmla="*/ 2565850 w 3504100"/>
              <a:gd name="csY4" fmla="*/ 442365 h 790285"/>
              <a:gd name="csX5" fmla="*/ 3287346 w 3504100"/>
              <a:gd name="csY5" fmla="*/ 782358 h 790285"/>
              <a:gd name="csX6" fmla="*/ 3504100 w 3504100"/>
              <a:gd name="csY6" fmla="*/ 696460 h 790285"/>
              <a:gd name="csX0" fmla="*/ 0 w 3504100"/>
              <a:gd name="csY0" fmla="*/ 419516 h 789838"/>
              <a:gd name="csX1" fmla="*/ 315756 w 3504100"/>
              <a:gd name="csY1" fmla="*/ 3437 h 789838"/>
              <a:gd name="csX2" fmla="*/ 1057157 w 3504100"/>
              <a:gd name="csY2" fmla="*/ 517218 h 789838"/>
              <a:gd name="csX3" fmla="*/ 1823912 w 3504100"/>
              <a:gd name="csY3" fmla="*/ 117249 h 789838"/>
              <a:gd name="csX4" fmla="*/ 2565850 w 3504100"/>
              <a:gd name="csY4" fmla="*/ 442365 h 789838"/>
              <a:gd name="csX5" fmla="*/ 3287346 w 3504100"/>
              <a:gd name="csY5" fmla="*/ 782358 h 789838"/>
              <a:gd name="csX6" fmla="*/ 3504100 w 3504100"/>
              <a:gd name="csY6" fmla="*/ 691690 h 789838"/>
              <a:gd name="csX0" fmla="*/ 0 w 3504100"/>
              <a:gd name="csY0" fmla="*/ 419516 h 790963"/>
              <a:gd name="csX1" fmla="*/ 315756 w 3504100"/>
              <a:gd name="csY1" fmla="*/ 3437 h 790963"/>
              <a:gd name="csX2" fmla="*/ 1057157 w 3504100"/>
              <a:gd name="csY2" fmla="*/ 517218 h 790963"/>
              <a:gd name="csX3" fmla="*/ 1823912 w 3504100"/>
              <a:gd name="csY3" fmla="*/ 117249 h 790963"/>
              <a:gd name="csX4" fmla="*/ 2565850 w 3504100"/>
              <a:gd name="csY4" fmla="*/ 442365 h 790963"/>
              <a:gd name="csX5" fmla="*/ 3287346 w 3504100"/>
              <a:gd name="csY5" fmla="*/ 782358 h 790963"/>
              <a:gd name="csX6" fmla="*/ 3504100 w 3504100"/>
              <a:gd name="csY6" fmla="*/ 691690 h 790963"/>
              <a:gd name="csX0" fmla="*/ 0 w 3470845"/>
              <a:gd name="csY0" fmla="*/ 419516 h 801563"/>
              <a:gd name="csX1" fmla="*/ 315756 w 3470845"/>
              <a:gd name="csY1" fmla="*/ 3437 h 801563"/>
              <a:gd name="csX2" fmla="*/ 1057157 w 3470845"/>
              <a:gd name="csY2" fmla="*/ 517218 h 801563"/>
              <a:gd name="csX3" fmla="*/ 1823912 w 3470845"/>
              <a:gd name="csY3" fmla="*/ 117249 h 801563"/>
              <a:gd name="csX4" fmla="*/ 2565850 w 3470845"/>
              <a:gd name="csY4" fmla="*/ 442365 h 801563"/>
              <a:gd name="csX5" fmla="*/ 3287346 w 3470845"/>
              <a:gd name="csY5" fmla="*/ 782358 h 801563"/>
              <a:gd name="csX6" fmla="*/ 3470845 w 3470845"/>
              <a:gd name="csY6" fmla="*/ 754875 h 801563"/>
              <a:gd name="csX0" fmla="*/ 0 w 3427614"/>
              <a:gd name="csY0" fmla="*/ 419516 h 798545"/>
              <a:gd name="csX1" fmla="*/ 315756 w 3427614"/>
              <a:gd name="csY1" fmla="*/ 3437 h 798545"/>
              <a:gd name="csX2" fmla="*/ 1057157 w 3427614"/>
              <a:gd name="csY2" fmla="*/ 517218 h 798545"/>
              <a:gd name="csX3" fmla="*/ 1823912 w 3427614"/>
              <a:gd name="csY3" fmla="*/ 117249 h 798545"/>
              <a:gd name="csX4" fmla="*/ 2565850 w 3427614"/>
              <a:gd name="csY4" fmla="*/ 442365 h 798545"/>
              <a:gd name="csX5" fmla="*/ 3287346 w 3427614"/>
              <a:gd name="csY5" fmla="*/ 782358 h 798545"/>
              <a:gd name="csX6" fmla="*/ 3427614 w 3427614"/>
              <a:gd name="csY6" fmla="*/ 741573 h 798545"/>
              <a:gd name="csX0" fmla="*/ 0 w 3427614"/>
              <a:gd name="csY0" fmla="*/ 419516 h 805135"/>
              <a:gd name="csX1" fmla="*/ 315756 w 3427614"/>
              <a:gd name="csY1" fmla="*/ 3437 h 805135"/>
              <a:gd name="csX2" fmla="*/ 1057157 w 3427614"/>
              <a:gd name="csY2" fmla="*/ 517218 h 805135"/>
              <a:gd name="csX3" fmla="*/ 1823912 w 3427614"/>
              <a:gd name="csY3" fmla="*/ 117249 h 805135"/>
              <a:gd name="csX4" fmla="*/ 2565850 w 3427614"/>
              <a:gd name="csY4" fmla="*/ 442365 h 805135"/>
              <a:gd name="csX5" fmla="*/ 3287346 w 3427614"/>
              <a:gd name="csY5" fmla="*/ 782358 h 805135"/>
              <a:gd name="csX6" fmla="*/ 3427614 w 3427614"/>
              <a:gd name="csY6" fmla="*/ 741573 h 805135"/>
              <a:gd name="csX0" fmla="*/ 0 w 3427614"/>
              <a:gd name="csY0" fmla="*/ 419516 h 805853"/>
              <a:gd name="csX1" fmla="*/ 315756 w 3427614"/>
              <a:gd name="csY1" fmla="*/ 3437 h 805853"/>
              <a:gd name="csX2" fmla="*/ 1057157 w 3427614"/>
              <a:gd name="csY2" fmla="*/ 517218 h 805853"/>
              <a:gd name="csX3" fmla="*/ 1823912 w 3427614"/>
              <a:gd name="csY3" fmla="*/ 117249 h 805853"/>
              <a:gd name="csX4" fmla="*/ 2565850 w 3427614"/>
              <a:gd name="csY4" fmla="*/ 442365 h 805853"/>
              <a:gd name="csX5" fmla="*/ 3287346 w 3427614"/>
              <a:gd name="csY5" fmla="*/ 782358 h 805853"/>
              <a:gd name="csX6" fmla="*/ 3427614 w 3427614"/>
              <a:gd name="csY6" fmla="*/ 741573 h 805853"/>
              <a:gd name="csX0" fmla="*/ 0 w 3427614"/>
              <a:gd name="csY0" fmla="*/ 419516 h 813197"/>
              <a:gd name="csX1" fmla="*/ 315756 w 3427614"/>
              <a:gd name="csY1" fmla="*/ 3437 h 813197"/>
              <a:gd name="csX2" fmla="*/ 1057157 w 3427614"/>
              <a:gd name="csY2" fmla="*/ 517218 h 813197"/>
              <a:gd name="csX3" fmla="*/ 1823912 w 3427614"/>
              <a:gd name="csY3" fmla="*/ 117249 h 813197"/>
              <a:gd name="csX4" fmla="*/ 2565850 w 3427614"/>
              <a:gd name="csY4" fmla="*/ 442365 h 813197"/>
              <a:gd name="csX5" fmla="*/ 3306560 w 3427614"/>
              <a:gd name="csY5" fmla="*/ 791965 h 813197"/>
              <a:gd name="csX6" fmla="*/ 3427614 w 3427614"/>
              <a:gd name="csY6" fmla="*/ 741573 h 813197"/>
              <a:gd name="csX0" fmla="*/ 0 w 3425212"/>
              <a:gd name="csY0" fmla="*/ 419516 h 822410"/>
              <a:gd name="csX1" fmla="*/ 315756 w 3425212"/>
              <a:gd name="csY1" fmla="*/ 3437 h 822410"/>
              <a:gd name="csX2" fmla="*/ 1057157 w 3425212"/>
              <a:gd name="csY2" fmla="*/ 517218 h 822410"/>
              <a:gd name="csX3" fmla="*/ 1823912 w 3425212"/>
              <a:gd name="csY3" fmla="*/ 117249 h 822410"/>
              <a:gd name="csX4" fmla="*/ 2565850 w 3425212"/>
              <a:gd name="csY4" fmla="*/ 442365 h 822410"/>
              <a:gd name="csX5" fmla="*/ 3306560 w 3425212"/>
              <a:gd name="csY5" fmla="*/ 791965 h 822410"/>
              <a:gd name="csX6" fmla="*/ 3425212 w 3425212"/>
              <a:gd name="csY6" fmla="*/ 767992 h 822410"/>
              <a:gd name="csX0" fmla="*/ 0 w 3425212"/>
              <a:gd name="csY0" fmla="*/ 419516 h 809578"/>
              <a:gd name="csX1" fmla="*/ 315756 w 3425212"/>
              <a:gd name="csY1" fmla="*/ 3437 h 809578"/>
              <a:gd name="csX2" fmla="*/ 1057157 w 3425212"/>
              <a:gd name="csY2" fmla="*/ 517218 h 809578"/>
              <a:gd name="csX3" fmla="*/ 1823912 w 3425212"/>
              <a:gd name="csY3" fmla="*/ 117249 h 809578"/>
              <a:gd name="csX4" fmla="*/ 2565850 w 3425212"/>
              <a:gd name="csY4" fmla="*/ 442365 h 809578"/>
              <a:gd name="csX5" fmla="*/ 3306560 w 3425212"/>
              <a:gd name="csY5" fmla="*/ 791965 h 809578"/>
              <a:gd name="csX6" fmla="*/ 3425212 w 3425212"/>
              <a:gd name="csY6" fmla="*/ 767992 h 809578"/>
              <a:gd name="csX0" fmla="*/ 0 w 3415605"/>
              <a:gd name="csY0" fmla="*/ 419516 h 828627"/>
              <a:gd name="csX1" fmla="*/ 315756 w 3415605"/>
              <a:gd name="csY1" fmla="*/ 3437 h 828627"/>
              <a:gd name="csX2" fmla="*/ 1057157 w 3415605"/>
              <a:gd name="csY2" fmla="*/ 517218 h 828627"/>
              <a:gd name="csX3" fmla="*/ 1823912 w 3415605"/>
              <a:gd name="csY3" fmla="*/ 117249 h 828627"/>
              <a:gd name="csX4" fmla="*/ 2565850 w 3415605"/>
              <a:gd name="csY4" fmla="*/ 442365 h 828627"/>
              <a:gd name="csX5" fmla="*/ 3306560 w 3415605"/>
              <a:gd name="csY5" fmla="*/ 791965 h 828627"/>
              <a:gd name="csX6" fmla="*/ 3415605 w 3415605"/>
              <a:gd name="csY6" fmla="*/ 825634 h 828627"/>
              <a:gd name="csX0" fmla="*/ 0 w 3418007"/>
              <a:gd name="csY0" fmla="*/ 419516 h 814183"/>
              <a:gd name="csX1" fmla="*/ 315756 w 3418007"/>
              <a:gd name="csY1" fmla="*/ 3437 h 814183"/>
              <a:gd name="csX2" fmla="*/ 1057157 w 3418007"/>
              <a:gd name="csY2" fmla="*/ 517218 h 814183"/>
              <a:gd name="csX3" fmla="*/ 1823912 w 3418007"/>
              <a:gd name="csY3" fmla="*/ 117249 h 814183"/>
              <a:gd name="csX4" fmla="*/ 2565850 w 3418007"/>
              <a:gd name="csY4" fmla="*/ 442365 h 814183"/>
              <a:gd name="csX5" fmla="*/ 3306560 w 3418007"/>
              <a:gd name="csY5" fmla="*/ 791965 h 814183"/>
              <a:gd name="csX6" fmla="*/ 3418007 w 3418007"/>
              <a:gd name="csY6" fmla="*/ 787206 h 814183"/>
              <a:gd name="csX0" fmla="*/ 0 w 3418007"/>
              <a:gd name="csY0" fmla="*/ 419516 h 822941"/>
              <a:gd name="csX1" fmla="*/ 315756 w 3418007"/>
              <a:gd name="csY1" fmla="*/ 3437 h 822941"/>
              <a:gd name="csX2" fmla="*/ 1057157 w 3418007"/>
              <a:gd name="csY2" fmla="*/ 517218 h 822941"/>
              <a:gd name="csX3" fmla="*/ 1823912 w 3418007"/>
              <a:gd name="csY3" fmla="*/ 117249 h 822941"/>
              <a:gd name="csX4" fmla="*/ 2565850 w 3418007"/>
              <a:gd name="csY4" fmla="*/ 442365 h 822941"/>
              <a:gd name="csX5" fmla="*/ 3306560 w 3418007"/>
              <a:gd name="csY5" fmla="*/ 791965 h 822941"/>
              <a:gd name="csX6" fmla="*/ 3418007 w 3418007"/>
              <a:gd name="csY6" fmla="*/ 787206 h 822941"/>
              <a:gd name="csX0" fmla="*/ 0 w 3418007"/>
              <a:gd name="csY0" fmla="*/ 419516 h 801256"/>
              <a:gd name="csX1" fmla="*/ 315756 w 3418007"/>
              <a:gd name="csY1" fmla="*/ 3437 h 801256"/>
              <a:gd name="csX2" fmla="*/ 1057157 w 3418007"/>
              <a:gd name="csY2" fmla="*/ 517218 h 801256"/>
              <a:gd name="csX3" fmla="*/ 1823912 w 3418007"/>
              <a:gd name="csY3" fmla="*/ 117249 h 801256"/>
              <a:gd name="csX4" fmla="*/ 2565850 w 3418007"/>
              <a:gd name="csY4" fmla="*/ 442365 h 801256"/>
              <a:gd name="csX5" fmla="*/ 3306560 w 3418007"/>
              <a:gd name="csY5" fmla="*/ 791965 h 801256"/>
              <a:gd name="csX6" fmla="*/ 3418007 w 3418007"/>
              <a:gd name="csY6" fmla="*/ 787206 h 8012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418007" h="801256">
                <a:moveTo>
                  <a:pt x="0" y="419516"/>
                </a:moveTo>
                <a:cubicBezTo>
                  <a:pt x="143409" y="326125"/>
                  <a:pt x="139563" y="55050"/>
                  <a:pt x="315756" y="3437"/>
                </a:cubicBezTo>
                <a:cubicBezTo>
                  <a:pt x="491949" y="-48176"/>
                  <a:pt x="805798" y="498249"/>
                  <a:pt x="1057157" y="517218"/>
                </a:cubicBezTo>
                <a:cubicBezTo>
                  <a:pt x="1308516" y="536187"/>
                  <a:pt x="1572463" y="129724"/>
                  <a:pt x="1823912" y="117249"/>
                </a:cubicBezTo>
                <a:cubicBezTo>
                  <a:pt x="2075361" y="104774"/>
                  <a:pt x="2318742" y="329912"/>
                  <a:pt x="2565850" y="442365"/>
                </a:cubicBezTo>
                <a:cubicBezTo>
                  <a:pt x="2812958" y="554818"/>
                  <a:pt x="3248595" y="789732"/>
                  <a:pt x="3306560" y="791965"/>
                </a:cubicBezTo>
                <a:cubicBezTo>
                  <a:pt x="3364525" y="794198"/>
                  <a:pt x="3390365" y="814359"/>
                  <a:pt x="3418007" y="787206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AE45502-FB41-CBAC-BEF9-DFA36126FD9B}"/>
              </a:ext>
            </a:extLst>
          </p:cNvPr>
          <p:cNvSpPr/>
          <p:nvPr/>
        </p:nvSpPr>
        <p:spPr>
          <a:xfrm>
            <a:off x="4689350" y="3938526"/>
            <a:ext cx="106875" cy="106875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C7509D2-56B2-A057-BCFA-DFD0A5E3D4D1}"/>
              </a:ext>
            </a:extLst>
          </p:cNvPr>
          <p:cNvSpPr/>
          <p:nvPr/>
        </p:nvSpPr>
        <p:spPr>
          <a:xfrm>
            <a:off x="5684353" y="4393920"/>
            <a:ext cx="106875" cy="106875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17C209-16A0-5234-421B-8D341134679C}"/>
              </a:ext>
            </a:extLst>
          </p:cNvPr>
          <p:cNvSpPr/>
          <p:nvPr/>
        </p:nvSpPr>
        <p:spPr>
          <a:xfrm>
            <a:off x="3704567" y="3508955"/>
            <a:ext cx="106875" cy="106875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F2AD7F3-E72A-1524-9912-AEBA29C5F5CE}"/>
              </a:ext>
            </a:extLst>
          </p:cNvPr>
          <p:cNvSpPr/>
          <p:nvPr/>
        </p:nvSpPr>
        <p:spPr>
          <a:xfrm>
            <a:off x="2709564" y="4017172"/>
            <a:ext cx="106875" cy="106875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BD1FA7C-05ED-0D9C-F143-E963D5898C77}"/>
              </a:ext>
            </a:extLst>
          </p:cNvPr>
          <p:cNvSpPr/>
          <p:nvPr/>
        </p:nvSpPr>
        <p:spPr>
          <a:xfrm>
            <a:off x="1724781" y="3347998"/>
            <a:ext cx="106875" cy="106875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B29D220-53F1-6000-D6F4-F15F8734A3B9}"/>
              </a:ext>
            </a:extLst>
          </p:cNvPr>
          <p:cNvSpPr/>
          <p:nvPr/>
        </p:nvSpPr>
        <p:spPr>
          <a:xfrm>
            <a:off x="6494425" y="3724269"/>
            <a:ext cx="4437914" cy="919436"/>
          </a:xfrm>
          <a:custGeom>
            <a:avLst/>
            <a:gdLst>
              <a:gd name="csX0" fmla="*/ 0 w 3365567"/>
              <a:gd name="csY0" fmla="*/ 869179 h 869179"/>
              <a:gd name="csX1" fmla="*/ 1034086 w 3365567"/>
              <a:gd name="csY1" fmla="*/ 2653 h 869179"/>
              <a:gd name="csX2" fmla="*/ 2207008 w 3365567"/>
              <a:gd name="csY2" fmla="*/ 586720 h 869179"/>
              <a:gd name="csX3" fmla="*/ 3365567 w 3365567"/>
              <a:gd name="csY3" fmla="*/ 222875 h 869179"/>
              <a:gd name="csX0" fmla="*/ 0 w 3361323"/>
              <a:gd name="csY0" fmla="*/ 761524 h 761524"/>
              <a:gd name="csX1" fmla="*/ 1029842 w 3361323"/>
              <a:gd name="csY1" fmla="*/ 1087 h 761524"/>
              <a:gd name="csX2" fmla="*/ 2202764 w 3361323"/>
              <a:gd name="csY2" fmla="*/ 585154 h 761524"/>
              <a:gd name="csX3" fmla="*/ 3361323 w 3361323"/>
              <a:gd name="csY3" fmla="*/ 221309 h 761524"/>
              <a:gd name="csX0" fmla="*/ 0 w 3361323"/>
              <a:gd name="csY0" fmla="*/ 760440 h 760440"/>
              <a:gd name="csX1" fmla="*/ 248088 w 3361323"/>
              <a:gd name="csY1" fmla="*/ 576598 h 760440"/>
              <a:gd name="csX2" fmla="*/ 1029842 w 3361323"/>
              <a:gd name="csY2" fmla="*/ 3 h 760440"/>
              <a:gd name="csX3" fmla="*/ 2202764 w 3361323"/>
              <a:gd name="csY3" fmla="*/ 584070 h 760440"/>
              <a:gd name="csX4" fmla="*/ 3361323 w 3361323"/>
              <a:gd name="csY4" fmla="*/ 220225 h 760440"/>
              <a:gd name="csX0" fmla="*/ 0 w 3357079"/>
              <a:gd name="csY0" fmla="*/ 675568 h 675568"/>
              <a:gd name="csX1" fmla="*/ 243844 w 3357079"/>
              <a:gd name="csY1" fmla="*/ 576598 h 675568"/>
              <a:gd name="csX2" fmla="*/ 1025598 w 3357079"/>
              <a:gd name="csY2" fmla="*/ 3 h 675568"/>
              <a:gd name="csX3" fmla="*/ 2198520 w 3357079"/>
              <a:gd name="csY3" fmla="*/ 584070 h 675568"/>
              <a:gd name="csX4" fmla="*/ 3357079 w 3357079"/>
              <a:gd name="csY4" fmla="*/ 220225 h 675568"/>
              <a:gd name="csX0" fmla="*/ 0 w 3357079"/>
              <a:gd name="csY0" fmla="*/ 675568 h 675568"/>
              <a:gd name="csX1" fmla="*/ 243844 w 3357079"/>
              <a:gd name="csY1" fmla="*/ 576598 h 675568"/>
              <a:gd name="csX2" fmla="*/ 1025598 w 3357079"/>
              <a:gd name="csY2" fmla="*/ 3 h 675568"/>
              <a:gd name="csX3" fmla="*/ 2198520 w 3357079"/>
              <a:gd name="csY3" fmla="*/ 584070 h 675568"/>
              <a:gd name="csX4" fmla="*/ 3357079 w 3357079"/>
              <a:gd name="csY4" fmla="*/ 220225 h 675568"/>
              <a:gd name="csX0" fmla="*/ 0 w 3357079"/>
              <a:gd name="csY0" fmla="*/ 692541 h 692541"/>
              <a:gd name="csX1" fmla="*/ 243844 w 3357079"/>
              <a:gd name="csY1" fmla="*/ 593571 h 692541"/>
              <a:gd name="csX2" fmla="*/ 991649 w 3357079"/>
              <a:gd name="csY2" fmla="*/ 2 h 692541"/>
              <a:gd name="csX3" fmla="*/ 2198520 w 3357079"/>
              <a:gd name="csY3" fmla="*/ 601043 h 692541"/>
              <a:gd name="csX4" fmla="*/ 3357079 w 3357079"/>
              <a:gd name="csY4" fmla="*/ 237198 h 692541"/>
              <a:gd name="csX0" fmla="*/ 0 w 3357079"/>
              <a:gd name="csY0" fmla="*/ 695359 h 695359"/>
              <a:gd name="csX1" fmla="*/ 243844 w 3357079"/>
              <a:gd name="csY1" fmla="*/ 596389 h 695359"/>
              <a:gd name="csX2" fmla="*/ 991649 w 3357079"/>
              <a:gd name="csY2" fmla="*/ 2820 h 695359"/>
              <a:gd name="csX3" fmla="*/ 1752945 w 3357079"/>
              <a:gd name="csY3" fmla="*/ 366221 h 695359"/>
              <a:gd name="csX4" fmla="*/ 3357079 w 3357079"/>
              <a:gd name="csY4" fmla="*/ 240016 h 695359"/>
              <a:gd name="csX0" fmla="*/ 0 w 3357079"/>
              <a:gd name="csY0" fmla="*/ 695511 h 695511"/>
              <a:gd name="csX1" fmla="*/ 243844 w 3357079"/>
              <a:gd name="csY1" fmla="*/ 596541 h 695511"/>
              <a:gd name="csX2" fmla="*/ 991649 w 3357079"/>
              <a:gd name="csY2" fmla="*/ 2972 h 695511"/>
              <a:gd name="csX3" fmla="*/ 1752945 w 3357079"/>
              <a:gd name="csY3" fmla="*/ 366373 h 695511"/>
              <a:gd name="csX4" fmla="*/ 2492936 w 3357079"/>
              <a:gd name="csY4" fmla="*/ 571080 h 695511"/>
              <a:gd name="csX5" fmla="*/ 3357079 w 3357079"/>
              <a:gd name="csY5" fmla="*/ 240168 h 695511"/>
              <a:gd name="csX0" fmla="*/ 0 w 3246746"/>
              <a:gd name="csY0" fmla="*/ 695511 h 695511"/>
              <a:gd name="csX1" fmla="*/ 243844 w 3246746"/>
              <a:gd name="csY1" fmla="*/ 596541 h 695511"/>
              <a:gd name="csX2" fmla="*/ 991649 w 3246746"/>
              <a:gd name="csY2" fmla="*/ 2972 h 695511"/>
              <a:gd name="csX3" fmla="*/ 1752945 w 3246746"/>
              <a:gd name="csY3" fmla="*/ 366373 h 695511"/>
              <a:gd name="csX4" fmla="*/ 2492936 w 3246746"/>
              <a:gd name="csY4" fmla="*/ 571080 h 695511"/>
              <a:gd name="csX5" fmla="*/ 3246746 w 3246746"/>
              <a:gd name="csY5" fmla="*/ 269873 h 695511"/>
              <a:gd name="csX0" fmla="*/ 0 w 3357079"/>
              <a:gd name="csY0" fmla="*/ 695511 h 695511"/>
              <a:gd name="csX1" fmla="*/ 243844 w 3357079"/>
              <a:gd name="csY1" fmla="*/ 596541 h 695511"/>
              <a:gd name="csX2" fmla="*/ 991649 w 3357079"/>
              <a:gd name="csY2" fmla="*/ 2972 h 695511"/>
              <a:gd name="csX3" fmla="*/ 1752945 w 3357079"/>
              <a:gd name="csY3" fmla="*/ 366373 h 695511"/>
              <a:gd name="csX4" fmla="*/ 2492936 w 3357079"/>
              <a:gd name="csY4" fmla="*/ 571080 h 695511"/>
              <a:gd name="csX5" fmla="*/ 3357079 w 3357079"/>
              <a:gd name="csY5" fmla="*/ 316553 h 695511"/>
              <a:gd name="csX0" fmla="*/ 0 w 3357079"/>
              <a:gd name="csY0" fmla="*/ 695511 h 695511"/>
              <a:gd name="csX1" fmla="*/ 243844 w 3357079"/>
              <a:gd name="csY1" fmla="*/ 596541 h 695511"/>
              <a:gd name="csX2" fmla="*/ 991649 w 3357079"/>
              <a:gd name="csY2" fmla="*/ 2972 h 695511"/>
              <a:gd name="csX3" fmla="*/ 1752945 w 3357079"/>
              <a:gd name="csY3" fmla="*/ 366373 h 695511"/>
              <a:gd name="csX4" fmla="*/ 2492936 w 3357079"/>
              <a:gd name="csY4" fmla="*/ 571080 h 695511"/>
              <a:gd name="csX5" fmla="*/ 3227073 w 3357079"/>
              <a:gd name="csY5" fmla="*/ 282517 h 695511"/>
              <a:gd name="csX6" fmla="*/ 3357079 w 3357079"/>
              <a:gd name="csY6" fmla="*/ 316553 h 695511"/>
              <a:gd name="csX0" fmla="*/ 0 w 3357079"/>
              <a:gd name="csY0" fmla="*/ 695511 h 695511"/>
              <a:gd name="csX1" fmla="*/ 243844 w 3357079"/>
              <a:gd name="csY1" fmla="*/ 596541 h 695511"/>
              <a:gd name="csX2" fmla="*/ 991649 w 3357079"/>
              <a:gd name="csY2" fmla="*/ 2972 h 695511"/>
              <a:gd name="csX3" fmla="*/ 1752945 w 3357079"/>
              <a:gd name="csY3" fmla="*/ 366373 h 695511"/>
              <a:gd name="csX4" fmla="*/ 2492936 w 3357079"/>
              <a:gd name="csY4" fmla="*/ 571080 h 695511"/>
              <a:gd name="csX5" fmla="*/ 3227073 w 3357079"/>
              <a:gd name="csY5" fmla="*/ 282517 h 695511"/>
              <a:gd name="csX6" fmla="*/ 3357079 w 3357079"/>
              <a:gd name="csY6" fmla="*/ 303823 h 695511"/>
              <a:gd name="csX0" fmla="*/ 0 w 3357079"/>
              <a:gd name="csY0" fmla="*/ 695511 h 695511"/>
              <a:gd name="csX1" fmla="*/ 243844 w 3357079"/>
              <a:gd name="csY1" fmla="*/ 596541 h 695511"/>
              <a:gd name="csX2" fmla="*/ 991649 w 3357079"/>
              <a:gd name="csY2" fmla="*/ 2972 h 695511"/>
              <a:gd name="csX3" fmla="*/ 1752945 w 3357079"/>
              <a:gd name="csY3" fmla="*/ 366373 h 695511"/>
              <a:gd name="csX4" fmla="*/ 2492936 w 3357079"/>
              <a:gd name="csY4" fmla="*/ 571080 h 695511"/>
              <a:gd name="csX5" fmla="*/ 3227073 w 3357079"/>
              <a:gd name="csY5" fmla="*/ 282517 h 695511"/>
              <a:gd name="csX6" fmla="*/ 3357079 w 3357079"/>
              <a:gd name="csY6" fmla="*/ 303823 h 695511"/>
              <a:gd name="csX0" fmla="*/ 0 w 3357079"/>
              <a:gd name="csY0" fmla="*/ 695511 h 695511"/>
              <a:gd name="csX1" fmla="*/ 243844 w 3357079"/>
              <a:gd name="csY1" fmla="*/ 596541 h 695511"/>
              <a:gd name="csX2" fmla="*/ 991649 w 3357079"/>
              <a:gd name="csY2" fmla="*/ 2972 h 695511"/>
              <a:gd name="csX3" fmla="*/ 1752945 w 3357079"/>
              <a:gd name="csY3" fmla="*/ 366373 h 695511"/>
              <a:gd name="csX4" fmla="*/ 2492936 w 3357079"/>
              <a:gd name="csY4" fmla="*/ 571080 h 695511"/>
              <a:gd name="csX5" fmla="*/ 3227073 w 3357079"/>
              <a:gd name="csY5" fmla="*/ 282517 h 695511"/>
              <a:gd name="csX6" fmla="*/ 3357079 w 3357079"/>
              <a:gd name="csY6" fmla="*/ 303823 h 695511"/>
              <a:gd name="csX0" fmla="*/ 0 w 3357079"/>
              <a:gd name="csY0" fmla="*/ 695511 h 701352"/>
              <a:gd name="csX1" fmla="*/ 243844 w 3357079"/>
              <a:gd name="csY1" fmla="*/ 596541 h 701352"/>
              <a:gd name="csX2" fmla="*/ 991649 w 3357079"/>
              <a:gd name="csY2" fmla="*/ 2972 h 701352"/>
              <a:gd name="csX3" fmla="*/ 1752945 w 3357079"/>
              <a:gd name="csY3" fmla="*/ 366373 h 701352"/>
              <a:gd name="csX4" fmla="*/ 2492936 w 3357079"/>
              <a:gd name="csY4" fmla="*/ 571080 h 701352"/>
              <a:gd name="csX5" fmla="*/ 3227073 w 3357079"/>
              <a:gd name="csY5" fmla="*/ 282517 h 701352"/>
              <a:gd name="csX6" fmla="*/ 3357079 w 3357079"/>
              <a:gd name="csY6" fmla="*/ 303823 h 701352"/>
              <a:gd name="csX0" fmla="*/ 0 w 3357079"/>
              <a:gd name="csY0" fmla="*/ 695511 h 695511"/>
              <a:gd name="csX1" fmla="*/ 243844 w 3357079"/>
              <a:gd name="csY1" fmla="*/ 596541 h 695511"/>
              <a:gd name="csX2" fmla="*/ 991649 w 3357079"/>
              <a:gd name="csY2" fmla="*/ 2972 h 695511"/>
              <a:gd name="csX3" fmla="*/ 1752945 w 3357079"/>
              <a:gd name="csY3" fmla="*/ 366373 h 695511"/>
              <a:gd name="csX4" fmla="*/ 2492936 w 3357079"/>
              <a:gd name="csY4" fmla="*/ 571080 h 695511"/>
              <a:gd name="csX5" fmla="*/ 3227073 w 3357079"/>
              <a:gd name="csY5" fmla="*/ 282517 h 695511"/>
              <a:gd name="csX6" fmla="*/ 3357079 w 3357079"/>
              <a:gd name="csY6" fmla="*/ 303823 h 695511"/>
              <a:gd name="csX0" fmla="*/ 0 w 3357079"/>
              <a:gd name="csY0" fmla="*/ 695511 h 695511"/>
              <a:gd name="csX1" fmla="*/ 243844 w 3357079"/>
              <a:gd name="csY1" fmla="*/ 596541 h 695511"/>
              <a:gd name="csX2" fmla="*/ 991649 w 3357079"/>
              <a:gd name="csY2" fmla="*/ 2972 h 695511"/>
              <a:gd name="csX3" fmla="*/ 1752945 w 3357079"/>
              <a:gd name="csY3" fmla="*/ 366373 h 695511"/>
              <a:gd name="csX4" fmla="*/ 2492936 w 3357079"/>
              <a:gd name="csY4" fmla="*/ 571080 h 695511"/>
              <a:gd name="csX5" fmla="*/ 3227073 w 3357079"/>
              <a:gd name="csY5" fmla="*/ 282517 h 695511"/>
              <a:gd name="csX6" fmla="*/ 3357079 w 3357079"/>
              <a:gd name="csY6" fmla="*/ 303823 h 6955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357079" h="695511">
                <a:moveTo>
                  <a:pt x="0" y="695511"/>
                </a:moveTo>
                <a:cubicBezTo>
                  <a:pt x="74170" y="677667"/>
                  <a:pt x="147859" y="651229"/>
                  <a:pt x="243844" y="596541"/>
                </a:cubicBezTo>
                <a:cubicBezTo>
                  <a:pt x="415484" y="469802"/>
                  <a:pt x="740132" y="41333"/>
                  <a:pt x="991649" y="2972"/>
                </a:cubicBezTo>
                <a:cubicBezTo>
                  <a:pt x="1243166" y="-35389"/>
                  <a:pt x="1510511" y="309173"/>
                  <a:pt x="1752945" y="366373"/>
                </a:cubicBezTo>
                <a:cubicBezTo>
                  <a:pt x="1995379" y="423573"/>
                  <a:pt x="2268466" y="565253"/>
                  <a:pt x="2492936" y="571080"/>
                </a:cubicBezTo>
                <a:cubicBezTo>
                  <a:pt x="2717406" y="576907"/>
                  <a:pt x="3083049" y="324938"/>
                  <a:pt x="3227073" y="282517"/>
                </a:cubicBezTo>
                <a:cubicBezTo>
                  <a:pt x="3294241" y="276987"/>
                  <a:pt x="3271758" y="275519"/>
                  <a:pt x="3357079" y="303823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224C169-8163-244B-DFDD-80EDB064C706}"/>
              </a:ext>
            </a:extLst>
          </p:cNvPr>
          <p:cNvSpPr/>
          <p:nvPr/>
        </p:nvSpPr>
        <p:spPr>
          <a:xfrm>
            <a:off x="9733847" y="4419768"/>
            <a:ext cx="106875" cy="106875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4BEAB33-02EF-D712-D96C-6581D6353C75}"/>
              </a:ext>
            </a:extLst>
          </p:cNvPr>
          <p:cNvSpPr/>
          <p:nvPr/>
        </p:nvSpPr>
        <p:spPr>
          <a:xfrm>
            <a:off x="10728850" y="4031099"/>
            <a:ext cx="106875" cy="106875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304ECC6-73FA-68FA-194F-9AED1C9E24B8}"/>
              </a:ext>
            </a:extLst>
          </p:cNvPr>
          <p:cNvSpPr/>
          <p:nvPr/>
        </p:nvSpPr>
        <p:spPr>
          <a:xfrm>
            <a:off x="8749064" y="4163124"/>
            <a:ext cx="106875" cy="106875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B65D566-EC50-00F1-3949-6E892716F945}"/>
              </a:ext>
            </a:extLst>
          </p:cNvPr>
          <p:cNvSpPr/>
          <p:nvPr/>
        </p:nvSpPr>
        <p:spPr>
          <a:xfrm>
            <a:off x="7754061" y="3693698"/>
            <a:ext cx="106875" cy="106875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901BD1F-8EF4-B7CE-7B08-B996B3795786}"/>
              </a:ext>
            </a:extLst>
          </p:cNvPr>
          <p:cNvSpPr/>
          <p:nvPr/>
        </p:nvSpPr>
        <p:spPr>
          <a:xfrm>
            <a:off x="6769278" y="4436221"/>
            <a:ext cx="106875" cy="106875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0ADF4FF-7FC8-A7EF-0704-4E3AC13D67C0}"/>
              </a:ext>
            </a:extLst>
          </p:cNvPr>
          <p:cNvSpPr/>
          <p:nvPr/>
        </p:nvSpPr>
        <p:spPr>
          <a:xfrm>
            <a:off x="1248310" y="5460990"/>
            <a:ext cx="4566046" cy="1619330"/>
          </a:xfrm>
          <a:custGeom>
            <a:avLst/>
            <a:gdLst>
              <a:gd name="csX0" fmla="*/ 0 w 3418229"/>
              <a:gd name="csY0" fmla="*/ 799129 h 1364366"/>
              <a:gd name="csX1" fmla="*/ 162773 w 3418229"/>
              <a:gd name="csY1" fmla="*/ 425709 h 1364366"/>
              <a:gd name="csX2" fmla="*/ 402145 w 3418229"/>
              <a:gd name="csY2" fmla="*/ 162400 h 1364366"/>
              <a:gd name="csX3" fmla="*/ 579280 w 3418229"/>
              <a:gd name="csY3" fmla="*/ 1062438 h 1364366"/>
              <a:gd name="csX4" fmla="*/ 742053 w 3418229"/>
              <a:gd name="csY4" fmla="*/ 1220423 h 1364366"/>
              <a:gd name="csX5" fmla="*/ 952700 w 3418229"/>
              <a:gd name="csY5" fmla="*/ 1335322 h 1364366"/>
              <a:gd name="csX6" fmla="*/ 1101110 w 3418229"/>
              <a:gd name="csY6" fmla="*/ 650719 h 1364366"/>
              <a:gd name="csX7" fmla="*/ 1302183 w 3418229"/>
              <a:gd name="csY7" fmla="*/ 727318 h 1364366"/>
              <a:gd name="csX8" fmla="*/ 1397931 w 3418229"/>
              <a:gd name="csY8" fmla="*/ 952327 h 1364366"/>
              <a:gd name="csX9" fmla="*/ 1584641 w 3418229"/>
              <a:gd name="csY9" fmla="*/ 847003 h 1364366"/>
              <a:gd name="csX10" fmla="*/ 1761776 w 3418229"/>
              <a:gd name="csY10" fmla="*/ 267724 h 1364366"/>
              <a:gd name="csX11" fmla="*/ 1958061 w 3418229"/>
              <a:gd name="csY11" fmla="*/ 420922 h 1364366"/>
              <a:gd name="csX12" fmla="*/ 2068172 w 3418229"/>
              <a:gd name="csY12" fmla="*/ 1043288 h 1364366"/>
              <a:gd name="csX13" fmla="*/ 2283607 w 3418229"/>
              <a:gd name="csY13" fmla="*/ 760830 h 1364366"/>
              <a:gd name="csX14" fmla="*/ 2451167 w 3418229"/>
              <a:gd name="csY14" fmla="*/ 1359259 h 1364366"/>
              <a:gd name="csX15" fmla="*/ 2652239 w 3418229"/>
              <a:gd name="csY15" fmla="*/ 440072 h 1364366"/>
              <a:gd name="csX16" fmla="*/ 2795862 w 3418229"/>
              <a:gd name="csY16" fmla="*/ 526245 h 1364366"/>
              <a:gd name="csX17" fmla="*/ 3011297 w 3418229"/>
              <a:gd name="csY17" fmla="*/ 4415 h 1364366"/>
              <a:gd name="csX18" fmla="*/ 3135770 w 3418229"/>
              <a:gd name="csY18" fmla="*/ 866153 h 1364366"/>
              <a:gd name="csX19" fmla="*/ 3284181 w 3418229"/>
              <a:gd name="csY19" fmla="*/ 645931 h 1364366"/>
              <a:gd name="csX20" fmla="*/ 3418229 w 3418229"/>
              <a:gd name="csY20" fmla="*/ 1172549 h 1364366"/>
              <a:gd name="csX0" fmla="*/ 0 w 3418229"/>
              <a:gd name="csY0" fmla="*/ 799129 h 1364366"/>
              <a:gd name="csX1" fmla="*/ 402145 w 3418229"/>
              <a:gd name="csY1" fmla="*/ 162400 h 1364366"/>
              <a:gd name="csX2" fmla="*/ 579280 w 3418229"/>
              <a:gd name="csY2" fmla="*/ 1062438 h 1364366"/>
              <a:gd name="csX3" fmla="*/ 742053 w 3418229"/>
              <a:gd name="csY3" fmla="*/ 1220423 h 1364366"/>
              <a:gd name="csX4" fmla="*/ 952700 w 3418229"/>
              <a:gd name="csY4" fmla="*/ 1335322 h 1364366"/>
              <a:gd name="csX5" fmla="*/ 1101110 w 3418229"/>
              <a:gd name="csY5" fmla="*/ 650719 h 1364366"/>
              <a:gd name="csX6" fmla="*/ 1302183 w 3418229"/>
              <a:gd name="csY6" fmla="*/ 727318 h 1364366"/>
              <a:gd name="csX7" fmla="*/ 1397931 w 3418229"/>
              <a:gd name="csY7" fmla="*/ 952327 h 1364366"/>
              <a:gd name="csX8" fmla="*/ 1584641 w 3418229"/>
              <a:gd name="csY8" fmla="*/ 847003 h 1364366"/>
              <a:gd name="csX9" fmla="*/ 1761776 w 3418229"/>
              <a:gd name="csY9" fmla="*/ 267724 h 1364366"/>
              <a:gd name="csX10" fmla="*/ 1958061 w 3418229"/>
              <a:gd name="csY10" fmla="*/ 420922 h 1364366"/>
              <a:gd name="csX11" fmla="*/ 2068172 w 3418229"/>
              <a:gd name="csY11" fmla="*/ 1043288 h 1364366"/>
              <a:gd name="csX12" fmla="*/ 2283607 w 3418229"/>
              <a:gd name="csY12" fmla="*/ 760830 h 1364366"/>
              <a:gd name="csX13" fmla="*/ 2451167 w 3418229"/>
              <a:gd name="csY13" fmla="*/ 1359259 h 1364366"/>
              <a:gd name="csX14" fmla="*/ 2652239 w 3418229"/>
              <a:gd name="csY14" fmla="*/ 440072 h 1364366"/>
              <a:gd name="csX15" fmla="*/ 2795862 w 3418229"/>
              <a:gd name="csY15" fmla="*/ 526245 h 1364366"/>
              <a:gd name="csX16" fmla="*/ 3011297 w 3418229"/>
              <a:gd name="csY16" fmla="*/ 4415 h 1364366"/>
              <a:gd name="csX17" fmla="*/ 3135770 w 3418229"/>
              <a:gd name="csY17" fmla="*/ 866153 h 1364366"/>
              <a:gd name="csX18" fmla="*/ 3284181 w 3418229"/>
              <a:gd name="csY18" fmla="*/ 645931 h 1364366"/>
              <a:gd name="csX19" fmla="*/ 3418229 w 3418229"/>
              <a:gd name="csY19" fmla="*/ 1172549 h 1364366"/>
              <a:gd name="csX0" fmla="*/ 0 w 3418229"/>
              <a:gd name="csY0" fmla="*/ 799129 h 1392283"/>
              <a:gd name="csX1" fmla="*/ 402145 w 3418229"/>
              <a:gd name="csY1" fmla="*/ 162400 h 1392283"/>
              <a:gd name="csX2" fmla="*/ 742053 w 3418229"/>
              <a:gd name="csY2" fmla="*/ 1220423 h 1392283"/>
              <a:gd name="csX3" fmla="*/ 952700 w 3418229"/>
              <a:gd name="csY3" fmla="*/ 1335322 h 1392283"/>
              <a:gd name="csX4" fmla="*/ 1101110 w 3418229"/>
              <a:gd name="csY4" fmla="*/ 650719 h 1392283"/>
              <a:gd name="csX5" fmla="*/ 1302183 w 3418229"/>
              <a:gd name="csY5" fmla="*/ 727318 h 1392283"/>
              <a:gd name="csX6" fmla="*/ 1397931 w 3418229"/>
              <a:gd name="csY6" fmla="*/ 952327 h 1392283"/>
              <a:gd name="csX7" fmla="*/ 1584641 w 3418229"/>
              <a:gd name="csY7" fmla="*/ 847003 h 1392283"/>
              <a:gd name="csX8" fmla="*/ 1761776 w 3418229"/>
              <a:gd name="csY8" fmla="*/ 267724 h 1392283"/>
              <a:gd name="csX9" fmla="*/ 1958061 w 3418229"/>
              <a:gd name="csY9" fmla="*/ 420922 h 1392283"/>
              <a:gd name="csX10" fmla="*/ 2068172 w 3418229"/>
              <a:gd name="csY10" fmla="*/ 1043288 h 1392283"/>
              <a:gd name="csX11" fmla="*/ 2283607 w 3418229"/>
              <a:gd name="csY11" fmla="*/ 760830 h 1392283"/>
              <a:gd name="csX12" fmla="*/ 2451167 w 3418229"/>
              <a:gd name="csY12" fmla="*/ 1359259 h 1392283"/>
              <a:gd name="csX13" fmla="*/ 2652239 w 3418229"/>
              <a:gd name="csY13" fmla="*/ 440072 h 1392283"/>
              <a:gd name="csX14" fmla="*/ 2795862 w 3418229"/>
              <a:gd name="csY14" fmla="*/ 526245 h 1392283"/>
              <a:gd name="csX15" fmla="*/ 3011297 w 3418229"/>
              <a:gd name="csY15" fmla="*/ 4415 h 1392283"/>
              <a:gd name="csX16" fmla="*/ 3135770 w 3418229"/>
              <a:gd name="csY16" fmla="*/ 866153 h 1392283"/>
              <a:gd name="csX17" fmla="*/ 3284181 w 3418229"/>
              <a:gd name="csY17" fmla="*/ 645931 h 1392283"/>
              <a:gd name="csX18" fmla="*/ 3418229 w 3418229"/>
              <a:gd name="csY18" fmla="*/ 1172549 h 1392283"/>
              <a:gd name="csX0" fmla="*/ 0 w 3418229"/>
              <a:gd name="csY0" fmla="*/ 799129 h 1392283"/>
              <a:gd name="csX1" fmla="*/ 402145 w 3418229"/>
              <a:gd name="csY1" fmla="*/ 162400 h 1392283"/>
              <a:gd name="csX2" fmla="*/ 742053 w 3418229"/>
              <a:gd name="csY2" fmla="*/ 1220423 h 1392283"/>
              <a:gd name="csX3" fmla="*/ 952700 w 3418229"/>
              <a:gd name="csY3" fmla="*/ 1335322 h 1392283"/>
              <a:gd name="csX4" fmla="*/ 1101110 w 3418229"/>
              <a:gd name="csY4" fmla="*/ 650719 h 1392283"/>
              <a:gd name="csX5" fmla="*/ 1397931 w 3418229"/>
              <a:gd name="csY5" fmla="*/ 952327 h 1392283"/>
              <a:gd name="csX6" fmla="*/ 1584641 w 3418229"/>
              <a:gd name="csY6" fmla="*/ 847003 h 1392283"/>
              <a:gd name="csX7" fmla="*/ 1761776 w 3418229"/>
              <a:gd name="csY7" fmla="*/ 267724 h 1392283"/>
              <a:gd name="csX8" fmla="*/ 1958061 w 3418229"/>
              <a:gd name="csY8" fmla="*/ 420922 h 1392283"/>
              <a:gd name="csX9" fmla="*/ 2068172 w 3418229"/>
              <a:gd name="csY9" fmla="*/ 1043288 h 1392283"/>
              <a:gd name="csX10" fmla="*/ 2283607 w 3418229"/>
              <a:gd name="csY10" fmla="*/ 760830 h 1392283"/>
              <a:gd name="csX11" fmla="*/ 2451167 w 3418229"/>
              <a:gd name="csY11" fmla="*/ 1359259 h 1392283"/>
              <a:gd name="csX12" fmla="*/ 2652239 w 3418229"/>
              <a:gd name="csY12" fmla="*/ 440072 h 1392283"/>
              <a:gd name="csX13" fmla="*/ 2795862 w 3418229"/>
              <a:gd name="csY13" fmla="*/ 526245 h 1392283"/>
              <a:gd name="csX14" fmla="*/ 3011297 w 3418229"/>
              <a:gd name="csY14" fmla="*/ 4415 h 1392283"/>
              <a:gd name="csX15" fmla="*/ 3135770 w 3418229"/>
              <a:gd name="csY15" fmla="*/ 866153 h 1392283"/>
              <a:gd name="csX16" fmla="*/ 3284181 w 3418229"/>
              <a:gd name="csY16" fmla="*/ 645931 h 1392283"/>
              <a:gd name="csX17" fmla="*/ 3418229 w 3418229"/>
              <a:gd name="csY17" fmla="*/ 1172549 h 1392283"/>
              <a:gd name="csX0" fmla="*/ 0 w 3418229"/>
              <a:gd name="csY0" fmla="*/ 799129 h 1362630"/>
              <a:gd name="csX1" fmla="*/ 402145 w 3418229"/>
              <a:gd name="csY1" fmla="*/ 162400 h 1362630"/>
              <a:gd name="csX2" fmla="*/ 742053 w 3418229"/>
              <a:gd name="csY2" fmla="*/ 1220423 h 1362630"/>
              <a:gd name="csX3" fmla="*/ 1101110 w 3418229"/>
              <a:gd name="csY3" fmla="*/ 650719 h 1362630"/>
              <a:gd name="csX4" fmla="*/ 1397931 w 3418229"/>
              <a:gd name="csY4" fmla="*/ 952327 h 1362630"/>
              <a:gd name="csX5" fmla="*/ 1584641 w 3418229"/>
              <a:gd name="csY5" fmla="*/ 847003 h 1362630"/>
              <a:gd name="csX6" fmla="*/ 1761776 w 3418229"/>
              <a:gd name="csY6" fmla="*/ 267724 h 1362630"/>
              <a:gd name="csX7" fmla="*/ 1958061 w 3418229"/>
              <a:gd name="csY7" fmla="*/ 420922 h 1362630"/>
              <a:gd name="csX8" fmla="*/ 2068172 w 3418229"/>
              <a:gd name="csY8" fmla="*/ 1043288 h 1362630"/>
              <a:gd name="csX9" fmla="*/ 2283607 w 3418229"/>
              <a:gd name="csY9" fmla="*/ 760830 h 1362630"/>
              <a:gd name="csX10" fmla="*/ 2451167 w 3418229"/>
              <a:gd name="csY10" fmla="*/ 1359259 h 1362630"/>
              <a:gd name="csX11" fmla="*/ 2652239 w 3418229"/>
              <a:gd name="csY11" fmla="*/ 440072 h 1362630"/>
              <a:gd name="csX12" fmla="*/ 2795862 w 3418229"/>
              <a:gd name="csY12" fmla="*/ 526245 h 1362630"/>
              <a:gd name="csX13" fmla="*/ 3011297 w 3418229"/>
              <a:gd name="csY13" fmla="*/ 4415 h 1362630"/>
              <a:gd name="csX14" fmla="*/ 3135770 w 3418229"/>
              <a:gd name="csY14" fmla="*/ 866153 h 1362630"/>
              <a:gd name="csX15" fmla="*/ 3284181 w 3418229"/>
              <a:gd name="csY15" fmla="*/ 645931 h 1362630"/>
              <a:gd name="csX16" fmla="*/ 3418229 w 3418229"/>
              <a:gd name="csY16" fmla="*/ 1172549 h 1362630"/>
              <a:gd name="csX0" fmla="*/ 0 w 3418229"/>
              <a:gd name="csY0" fmla="*/ 799129 h 1362630"/>
              <a:gd name="csX1" fmla="*/ 402145 w 3418229"/>
              <a:gd name="csY1" fmla="*/ 162400 h 1362630"/>
              <a:gd name="csX2" fmla="*/ 742053 w 3418229"/>
              <a:gd name="csY2" fmla="*/ 1220423 h 1362630"/>
              <a:gd name="csX3" fmla="*/ 1101110 w 3418229"/>
              <a:gd name="csY3" fmla="*/ 650719 h 1362630"/>
              <a:gd name="csX4" fmla="*/ 1397931 w 3418229"/>
              <a:gd name="csY4" fmla="*/ 952327 h 1362630"/>
              <a:gd name="csX5" fmla="*/ 1584641 w 3418229"/>
              <a:gd name="csY5" fmla="*/ 847003 h 1362630"/>
              <a:gd name="csX6" fmla="*/ 1841282 w 3418229"/>
              <a:gd name="csY6" fmla="*/ 271699 h 1362630"/>
              <a:gd name="csX7" fmla="*/ 1958061 w 3418229"/>
              <a:gd name="csY7" fmla="*/ 420922 h 1362630"/>
              <a:gd name="csX8" fmla="*/ 2068172 w 3418229"/>
              <a:gd name="csY8" fmla="*/ 1043288 h 1362630"/>
              <a:gd name="csX9" fmla="*/ 2283607 w 3418229"/>
              <a:gd name="csY9" fmla="*/ 760830 h 1362630"/>
              <a:gd name="csX10" fmla="*/ 2451167 w 3418229"/>
              <a:gd name="csY10" fmla="*/ 1359259 h 1362630"/>
              <a:gd name="csX11" fmla="*/ 2652239 w 3418229"/>
              <a:gd name="csY11" fmla="*/ 440072 h 1362630"/>
              <a:gd name="csX12" fmla="*/ 2795862 w 3418229"/>
              <a:gd name="csY12" fmla="*/ 526245 h 1362630"/>
              <a:gd name="csX13" fmla="*/ 3011297 w 3418229"/>
              <a:gd name="csY13" fmla="*/ 4415 h 1362630"/>
              <a:gd name="csX14" fmla="*/ 3135770 w 3418229"/>
              <a:gd name="csY14" fmla="*/ 866153 h 1362630"/>
              <a:gd name="csX15" fmla="*/ 3284181 w 3418229"/>
              <a:gd name="csY15" fmla="*/ 645931 h 1362630"/>
              <a:gd name="csX16" fmla="*/ 3418229 w 3418229"/>
              <a:gd name="csY16" fmla="*/ 1172549 h 1362630"/>
              <a:gd name="csX0" fmla="*/ 0 w 3418229"/>
              <a:gd name="csY0" fmla="*/ 799129 h 1362630"/>
              <a:gd name="csX1" fmla="*/ 402145 w 3418229"/>
              <a:gd name="csY1" fmla="*/ 162400 h 1362630"/>
              <a:gd name="csX2" fmla="*/ 742053 w 3418229"/>
              <a:gd name="csY2" fmla="*/ 1220423 h 1362630"/>
              <a:gd name="csX3" fmla="*/ 1101110 w 3418229"/>
              <a:gd name="csY3" fmla="*/ 650719 h 1362630"/>
              <a:gd name="csX4" fmla="*/ 1397931 w 3418229"/>
              <a:gd name="csY4" fmla="*/ 952327 h 1362630"/>
              <a:gd name="csX5" fmla="*/ 1841282 w 3418229"/>
              <a:gd name="csY5" fmla="*/ 271699 h 1362630"/>
              <a:gd name="csX6" fmla="*/ 1958061 w 3418229"/>
              <a:gd name="csY6" fmla="*/ 420922 h 1362630"/>
              <a:gd name="csX7" fmla="*/ 2068172 w 3418229"/>
              <a:gd name="csY7" fmla="*/ 1043288 h 1362630"/>
              <a:gd name="csX8" fmla="*/ 2283607 w 3418229"/>
              <a:gd name="csY8" fmla="*/ 760830 h 1362630"/>
              <a:gd name="csX9" fmla="*/ 2451167 w 3418229"/>
              <a:gd name="csY9" fmla="*/ 1359259 h 1362630"/>
              <a:gd name="csX10" fmla="*/ 2652239 w 3418229"/>
              <a:gd name="csY10" fmla="*/ 440072 h 1362630"/>
              <a:gd name="csX11" fmla="*/ 2795862 w 3418229"/>
              <a:gd name="csY11" fmla="*/ 526245 h 1362630"/>
              <a:gd name="csX12" fmla="*/ 3011297 w 3418229"/>
              <a:gd name="csY12" fmla="*/ 4415 h 1362630"/>
              <a:gd name="csX13" fmla="*/ 3135770 w 3418229"/>
              <a:gd name="csY13" fmla="*/ 866153 h 1362630"/>
              <a:gd name="csX14" fmla="*/ 3284181 w 3418229"/>
              <a:gd name="csY14" fmla="*/ 645931 h 1362630"/>
              <a:gd name="csX15" fmla="*/ 3418229 w 3418229"/>
              <a:gd name="csY15" fmla="*/ 1172549 h 1362630"/>
              <a:gd name="csX0" fmla="*/ 0 w 3418229"/>
              <a:gd name="csY0" fmla="*/ 799129 h 1362630"/>
              <a:gd name="csX1" fmla="*/ 402145 w 3418229"/>
              <a:gd name="csY1" fmla="*/ 162400 h 1362630"/>
              <a:gd name="csX2" fmla="*/ 742053 w 3418229"/>
              <a:gd name="csY2" fmla="*/ 1220423 h 1362630"/>
              <a:gd name="csX3" fmla="*/ 1101110 w 3418229"/>
              <a:gd name="csY3" fmla="*/ 650719 h 1362630"/>
              <a:gd name="csX4" fmla="*/ 1485387 w 3418229"/>
              <a:gd name="csY4" fmla="*/ 944377 h 1362630"/>
              <a:gd name="csX5" fmla="*/ 1841282 w 3418229"/>
              <a:gd name="csY5" fmla="*/ 271699 h 1362630"/>
              <a:gd name="csX6" fmla="*/ 1958061 w 3418229"/>
              <a:gd name="csY6" fmla="*/ 420922 h 1362630"/>
              <a:gd name="csX7" fmla="*/ 2068172 w 3418229"/>
              <a:gd name="csY7" fmla="*/ 1043288 h 1362630"/>
              <a:gd name="csX8" fmla="*/ 2283607 w 3418229"/>
              <a:gd name="csY8" fmla="*/ 760830 h 1362630"/>
              <a:gd name="csX9" fmla="*/ 2451167 w 3418229"/>
              <a:gd name="csY9" fmla="*/ 1359259 h 1362630"/>
              <a:gd name="csX10" fmla="*/ 2652239 w 3418229"/>
              <a:gd name="csY10" fmla="*/ 440072 h 1362630"/>
              <a:gd name="csX11" fmla="*/ 2795862 w 3418229"/>
              <a:gd name="csY11" fmla="*/ 526245 h 1362630"/>
              <a:gd name="csX12" fmla="*/ 3011297 w 3418229"/>
              <a:gd name="csY12" fmla="*/ 4415 h 1362630"/>
              <a:gd name="csX13" fmla="*/ 3135770 w 3418229"/>
              <a:gd name="csY13" fmla="*/ 866153 h 1362630"/>
              <a:gd name="csX14" fmla="*/ 3284181 w 3418229"/>
              <a:gd name="csY14" fmla="*/ 645931 h 1362630"/>
              <a:gd name="csX15" fmla="*/ 3418229 w 3418229"/>
              <a:gd name="csY15" fmla="*/ 1172549 h 1362630"/>
              <a:gd name="csX0" fmla="*/ 0 w 3418229"/>
              <a:gd name="csY0" fmla="*/ 799129 h 1362630"/>
              <a:gd name="csX1" fmla="*/ 402145 w 3418229"/>
              <a:gd name="csY1" fmla="*/ 162400 h 1362630"/>
              <a:gd name="csX2" fmla="*/ 742053 w 3418229"/>
              <a:gd name="csY2" fmla="*/ 1220423 h 1362630"/>
              <a:gd name="csX3" fmla="*/ 1101110 w 3418229"/>
              <a:gd name="csY3" fmla="*/ 650719 h 1362630"/>
              <a:gd name="csX4" fmla="*/ 1485387 w 3418229"/>
              <a:gd name="csY4" fmla="*/ 944377 h 1362630"/>
              <a:gd name="csX5" fmla="*/ 1841282 w 3418229"/>
              <a:gd name="csY5" fmla="*/ 271699 h 1362630"/>
              <a:gd name="csX6" fmla="*/ 2068172 w 3418229"/>
              <a:gd name="csY6" fmla="*/ 1043288 h 1362630"/>
              <a:gd name="csX7" fmla="*/ 2283607 w 3418229"/>
              <a:gd name="csY7" fmla="*/ 760830 h 1362630"/>
              <a:gd name="csX8" fmla="*/ 2451167 w 3418229"/>
              <a:gd name="csY8" fmla="*/ 1359259 h 1362630"/>
              <a:gd name="csX9" fmla="*/ 2652239 w 3418229"/>
              <a:gd name="csY9" fmla="*/ 440072 h 1362630"/>
              <a:gd name="csX10" fmla="*/ 2795862 w 3418229"/>
              <a:gd name="csY10" fmla="*/ 526245 h 1362630"/>
              <a:gd name="csX11" fmla="*/ 3011297 w 3418229"/>
              <a:gd name="csY11" fmla="*/ 4415 h 1362630"/>
              <a:gd name="csX12" fmla="*/ 3135770 w 3418229"/>
              <a:gd name="csY12" fmla="*/ 866153 h 1362630"/>
              <a:gd name="csX13" fmla="*/ 3284181 w 3418229"/>
              <a:gd name="csY13" fmla="*/ 645931 h 1362630"/>
              <a:gd name="csX14" fmla="*/ 3418229 w 3418229"/>
              <a:gd name="csY14" fmla="*/ 1172549 h 1362630"/>
              <a:gd name="csX0" fmla="*/ 0 w 3418229"/>
              <a:gd name="csY0" fmla="*/ 799129 h 1363463"/>
              <a:gd name="csX1" fmla="*/ 402145 w 3418229"/>
              <a:gd name="csY1" fmla="*/ 162400 h 1363463"/>
              <a:gd name="csX2" fmla="*/ 742053 w 3418229"/>
              <a:gd name="csY2" fmla="*/ 1220423 h 1363463"/>
              <a:gd name="csX3" fmla="*/ 1101110 w 3418229"/>
              <a:gd name="csY3" fmla="*/ 650719 h 1363463"/>
              <a:gd name="csX4" fmla="*/ 1485387 w 3418229"/>
              <a:gd name="csY4" fmla="*/ 944377 h 1363463"/>
              <a:gd name="csX5" fmla="*/ 1841282 w 3418229"/>
              <a:gd name="csY5" fmla="*/ 271699 h 1363463"/>
              <a:gd name="csX6" fmla="*/ 2283607 w 3418229"/>
              <a:gd name="csY6" fmla="*/ 760830 h 1363463"/>
              <a:gd name="csX7" fmla="*/ 2451167 w 3418229"/>
              <a:gd name="csY7" fmla="*/ 1359259 h 1363463"/>
              <a:gd name="csX8" fmla="*/ 2652239 w 3418229"/>
              <a:gd name="csY8" fmla="*/ 440072 h 1363463"/>
              <a:gd name="csX9" fmla="*/ 2795862 w 3418229"/>
              <a:gd name="csY9" fmla="*/ 526245 h 1363463"/>
              <a:gd name="csX10" fmla="*/ 3011297 w 3418229"/>
              <a:gd name="csY10" fmla="*/ 4415 h 1363463"/>
              <a:gd name="csX11" fmla="*/ 3135770 w 3418229"/>
              <a:gd name="csY11" fmla="*/ 866153 h 1363463"/>
              <a:gd name="csX12" fmla="*/ 3284181 w 3418229"/>
              <a:gd name="csY12" fmla="*/ 645931 h 1363463"/>
              <a:gd name="csX13" fmla="*/ 3418229 w 3418229"/>
              <a:gd name="csY13" fmla="*/ 1172549 h 1363463"/>
              <a:gd name="csX0" fmla="*/ 0 w 3418229"/>
              <a:gd name="csY0" fmla="*/ 799129 h 1365037"/>
              <a:gd name="csX1" fmla="*/ 402145 w 3418229"/>
              <a:gd name="csY1" fmla="*/ 162400 h 1365037"/>
              <a:gd name="csX2" fmla="*/ 742053 w 3418229"/>
              <a:gd name="csY2" fmla="*/ 1220423 h 1365037"/>
              <a:gd name="csX3" fmla="*/ 1101110 w 3418229"/>
              <a:gd name="csY3" fmla="*/ 650719 h 1365037"/>
              <a:gd name="csX4" fmla="*/ 1485387 w 3418229"/>
              <a:gd name="csY4" fmla="*/ 944377 h 1365037"/>
              <a:gd name="csX5" fmla="*/ 1841282 w 3418229"/>
              <a:gd name="csY5" fmla="*/ 271699 h 1365037"/>
              <a:gd name="csX6" fmla="*/ 2235904 w 3418229"/>
              <a:gd name="csY6" fmla="*/ 804558 h 1365037"/>
              <a:gd name="csX7" fmla="*/ 2451167 w 3418229"/>
              <a:gd name="csY7" fmla="*/ 1359259 h 1365037"/>
              <a:gd name="csX8" fmla="*/ 2652239 w 3418229"/>
              <a:gd name="csY8" fmla="*/ 440072 h 1365037"/>
              <a:gd name="csX9" fmla="*/ 2795862 w 3418229"/>
              <a:gd name="csY9" fmla="*/ 526245 h 1365037"/>
              <a:gd name="csX10" fmla="*/ 3011297 w 3418229"/>
              <a:gd name="csY10" fmla="*/ 4415 h 1365037"/>
              <a:gd name="csX11" fmla="*/ 3135770 w 3418229"/>
              <a:gd name="csY11" fmla="*/ 866153 h 1365037"/>
              <a:gd name="csX12" fmla="*/ 3284181 w 3418229"/>
              <a:gd name="csY12" fmla="*/ 645931 h 1365037"/>
              <a:gd name="csX13" fmla="*/ 3418229 w 3418229"/>
              <a:gd name="csY13" fmla="*/ 1172549 h 1365037"/>
              <a:gd name="csX0" fmla="*/ 0 w 3418229"/>
              <a:gd name="csY0" fmla="*/ 799129 h 1227942"/>
              <a:gd name="csX1" fmla="*/ 402145 w 3418229"/>
              <a:gd name="csY1" fmla="*/ 162400 h 1227942"/>
              <a:gd name="csX2" fmla="*/ 742053 w 3418229"/>
              <a:gd name="csY2" fmla="*/ 1220423 h 1227942"/>
              <a:gd name="csX3" fmla="*/ 1101110 w 3418229"/>
              <a:gd name="csY3" fmla="*/ 650719 h 1227942"/>
              <a:gd name="csX4" fmla="*/ 1485387 w 3418229"/>
              <a:gd name="csY4" fmla="*/ 944377 h 1227942"/>
              <a:gd name="csX5" fmla="*/ 1841282 w 3418229"/>
              <a:gd name="csY5" fmla="*/ 271699 h 1227942"/>
              <a:gd name="csX6" fmla="*/ 2235904 w 3418229"/>
              <a:gd name="csY6" fmla="*/ 804558 h 1227942"/>
              <a:gd name="csX7" fmla="*/ 2652239 w 3418229"/>
              <a:gd name="csY7" fmla="*/ 440072 h 1227942"/>
              <a:gd name="csX8" fmla="*/ 2795862 w 3418229"/>
              <a:gd name="csY8" fmla="*/ 526245 h 1227942"/>
              <a:gd name="csX9" fmla="*/ 3011297 w 3418229"/>
              <a:gd name="csY9" fmla="*/ 4415 h 1227942"/>
              <a:gd name="csX10" fmla="*/ 3135770 w 3418229"/>
              <a:gd name="csY10" fmla="*/ 866153 h 1227942"/>
              <a:gd name="csX11" fmla="*/ 3284181 w 3418229"/>
              <a:gd name="csY11" fmla="*/ 645931 h 1227942"/>
              <a:gd name="csX12" fmla="*/ 3418229 w 3418229"/>
              <a:gd name="csY12" fmla="*/ 1172549 h 1227942"/>
              <a:gd name="csX0" fmla="*/ 0 w 3418229"/>
              <a:gd name="csY0" fmla="*/ 799378 h 1228191"/>
              <a:gd name="csX1" fmla="*/ 402145 w 3418229"/>
              <a:gd name="csY1" fmla="*/ 162649 h 1228191"/>
              <a:gd name="csX2" fmla="*/ 742053 w 3418229"/>
              <a:gd name="csY2" fmla="*/ 1220672 h 1228191"/>
              <a:gd name="csX3" fmla="*/ 1101110 w 3418229"/>
              <a:gd name="csY3" fmla="*/ 650968 h 1228191"/>
              <a:gd name="csX4" fmla="*/ 1485387 w 3418229"/>
              <a:gd name="csY4" fmla="*/ 944626 h 1228191"/>
              <a:gd name="csX5" fmla="*/ 1841282 w 3418229"/>
              <a:gd name="csY5" fmla="*/ 271948 h 1228191"/>
              <a:gd name="csX6" fmla="*/ 2235904 w 3418229"/>
              <a:gd name="csY6" fmla="*/ 804807 h 1228191"/>
              <a:gd name="csX7" fmla="*/ 2600560 w 3418229"/>
              <a:gd name="csY7" fmla="*/ 619210 h 1228191"/>
              <a:gd name="csX8" fmla="*/ 2795862 w 3418229"/>
              <a:gd name="csY8" fmla="*/ 526494 h 1228191"/>
              <a:gd name="csX9" fmla="*/ 3011297 w 3418229"/>
              <a:gd name="csY9" fmla="*/ 4664 h 1228191"/>
              <a:gd name="csX10" fmla="*/ 3135770 w 3418229"/>
              <a:gd name="csY10" fmla="*/ 866402 h 1228191"/>
              <a:gd name="csX11" fmla="*/ 3284181 w 3418229"/>
              <a:gd name="csY11" fmla="*/ 646180 h 1228191"/>
              <a:gd name="csX12" fmla="*/ 3418229 w 3418229"/>
              <a:gd name="csY12" fmla="*/ 1172798 h 1228191"/>
              <a:gd name="csX0" fmla="*/ 0 w 3418229"/>
              <a:gd name="csY0" fmla="*/ 797022 h 1225835"/>
              <a:gd name="csX1" fmla="*/ 402145 w 3418229"/>
              <a:gd name="csY1" fmla="*/ 160293 h 1225835"/>
              <a:gd name="csX2" fmla="*/ 742053 w 3418229"/>
              <a:gd name="csY2" fmla="*/ 1218316 h 1225835"/>
              <a:gd name="csX3" fmla="*/ 1101110 w 3418229"/>
              <a:gd name="csY3" fmla="*/ 648612 h 1225835"/>
              <a:gd name="csX4" fmla="*/ 1485387 w 3418229"/>
              <a:gd name="csY4" fmla="*/ 942270 h 1225835"/>
              <a:gd name="csX5" fmla="*/ 1841282 w 3418229"/>
              <a:gd name="csY5" fmla="*/ 269592 h 1225835"/>
              <a:gd name="csX6" fmla="*/ 2235904 w 3418229"/>
              <a:gd name="csY6" fmla="*/ 802451 h 1225835"/>
              <a:gd name="csX7" fmla="*/ 2600560 w 3418229"/>
              <a:gd name="csY7" fmla="*/ 616854 h 1225835"/>
              <a:gd name="csX8" fmla="*/ 3011297 w 3418229"/>
              <a:gd name="csY8" fmla="*/ 2308 h 1225835"/>
              <a:gd name="csX9" fmla="*/ 3135770 w 3418229"/>
              <a:gd name="csY9" fmla="*/ 864046 h 1225835"/>
              <a:gd name="csX10" fmla="*/ 3284181 w 3418229"/>
              <a:gd name="csY10" fmla="*/ 643824 h 1225835"/>
              <a:gd name="csX11" fmla="*/ 3418229 w 3418229"/>
              <a:gd name="csY11" fmla="*/ 1170442 h 1225835"/>
              <a:gd name="csX0" fmla="*/ 0 w 3418229"/>
              <a:gd name="csY0" fmla="*/ 794745 h 1223558"/>
              <a:gd name="csX1" fmla="*/ 402145 w 3418229"/>
              <a:gd name="csY1" fmla="*/ 158016 h 1223558"/>
              <a:gd name="csX2" fmla="*/ 742053 w 3418229"/>
              <a:gd name="csY2" fmla="*/ 1216039 h 1223558"/>
              <a:gd name="csX3" fmla="*/ 1101110 w 3418229"/>
              <a:gd name="csY3" fmla="*/ 646335 h 1223558"/>
              <a:gd name="csX4" fmla="*/ 1485387 w 3418229"/>
              <a:gd name="csY4" fmla="*/ 939993 h 1223558"/>
              <a:gd name="csX5" fmla="*/ 1841282 w 3418229"/>
              <a:gd name="csY5" fmla="*/ 267315 h 1223558"/>
              <a:gd name="csX6" fmla="*/ 2235904 w 3418229"/>
              <a:gd name="csY6" fmla="*/ 800174 h 1223558"/>
              <a:gd name="csX7" fmla="*/ 2600560 w 3418229"/>
              <a:gd name="csY7" fmla="*/ 614577 h 1223558"/>
              <a:gd name="csX8" fmla="*/ 3011297 w 3418229"/>
              <a:gd name="csY8" fmla="*/ 31 h 1223558"/>
              <a:gd name="csX9" fmla="*/ 3284181 w 3418229"/>
              <a:gd name="csY9" fmla="*/ 641547 h 1223558"/>
              <a:gd name="csX10" fmla="*/ 3418229 w 3418229"/>
              <a:gd name="csY10" fmla="*/ 1168165 h 1223558"/>
              <a:gd name="csX0" fmla="*/ 0 w 3418229"/>
              <a:gd name="csY0" fmla="*/ 797134 h 1225947"/>
              <a:gd name="csX1" fmla="*/ 402145 w 3418229"/>
              <a:gd name="csY1" fmla="*/ 160405 h 1225947"/>
              <a:gd name="csX2" fmla="*/ 742053 w 3418229"/>
              <a:gd name="csY2" fmla="*/ 1218428 h 1225947"/>
              <a:gd name="csX3" fmla="*/ 1101110 w 3418229"/>
              <a:gd name="csY3" fmla="*/ 648724 h 1225947"/>
              <a:gd name="csX4" fmla="*/ 1485387 w 3418229"/>
              <a:gd name="csY4" fmla="*/ 942382 h 1225947"/>
              <a:gd name="csX5" fmla="*/ 1841282 w 3418229"/>
              <a:gd name="csY5" fmla="*/ 269704 h 1225947"/>
              <a:gd name="csX6" fmla="*/ 2235904 w 3418229"/>
              <a:gd name="csY6" fmla="*/ 802563 h 1225947"/>
              <a:gd name="csX7" fmla="*/ 2600560 w 3418229"/>
              <a:gd name="csY7" fmla="*/ 616966 h 1225947"/>
              <a:gd name="csX8" fmla="*/ 3011297 w 3418229"/>
              <a:gd name="csY8" fmla="*/ 2420 h 1225947"/>
              <a:gd name="csX9" fmla="*/ 3343811 w 3418229"/>
              <a:gd name="csY9" fmla="*/ 870528 h 1225947"/>
              <a:gd name="csX10" fmla="*/ 3418229 w 3418229"/>
              <a:gd name="csY10" fmla="*/ 1170554 h 1225947"/>
              <a:gd name="csX0" fmla="*/ 0 w 3406303"/>
              <a:gd name="csY0" fmla="*/ 622220 h 1225947"/>
              <a:gd name="csX1" fmla="*/ 390219 w 3406303"/>
              <a:gd name="csY1" fmla="*/ 160405 h 1225947"/>
              <a:gd name="csX2" fmla="*/ 730127 w 3406303"/>
              <a:gd name="csY2" fmla="*/ 1218428 h 1225947"/>
              <a:gd name="csX3" fmla="*/ 1089184 w 3406303"/>
              <a:gd name="csY3" fmla="*/ 648724 h 1225947"/>
              <a:gd name="csX4" fmla="*/ 1473461 w 3406303"/>
              <a:gd name="csY4" fmla="*/ 942382 h 1225947"/>
              <a:gd name="csX5" fmla="*/ 1829356 w 3406303"/>
              <a:gd name="csY5" fmla="*/ 269704 h 1225947"/>
              <a:gd name="csX6" fmla="*/ 2223978 w 3406303"/>
              <a:gd name="csY6" fmla="*/ 802563 h 1225947"/>
              <a:gd name="csX7" fmla="*/ 2588634 w 3406303"/>
              <a:gd name="csY7" fmla="*/ 616966 h 1225947"/>
              <a:gd name="csX8" fmla="*/ 2999371 w 3406303"/>
              <a:gd name="csY8" fmla="*/ 2420 h 1225947"/>
              <a:gd name="csX9" fmla="*/ 3331885 w 3406303"/>
              <a:gd name="csY9" fmla="*/ 870528 h 1225947"/>
              <a:gd name="csX10" fmla="*/ 3406303 w 3406303"/>
              <a:gd name="csY10" fmla="*/ 1170554 h 1225947"/>
              <a:gd name="csX0" fmla="*/ 0 w 3406303"/>
              <a:gd name="csY0" fmla="*/ 622220 h 1225947"/>
              <a:gd name="csX1" fmla="*/ 390219 w 3406303"/>
              <a:gd name="csY1" fmla="*/ 160405 h 1225947"/>
              <a:gd name="csX2" fmla="*/ 730127 w 3406303"/>
              <a:gd name="csY2" fmla="*/ 1218428 h 1225947"/>
              <a:gd name="csX3" fmla="*/ 1089184 w 3406303"/>
              <a:gd name="csY3" fmla="*/ 648724 h 1225947"/>
              <a:gd name="csX4" fmla="*/ 1473461 w 3406303"/>
              <a:gd name="csY4" fmla="*/ 942382 h 1225947"/>
              <a:gd name="csX5" fmla="*/ 1829356 w 3406303"/>
              <a:gd name="csY5" fmla="*/ 269704 h 1225947"/>
              <a:gd name="csX6" fmla="*/ 2223978 w 3406303"/>
              <a:gd name="csY6" fmla="*/ 802563 h 1225947"/>
              <a:gd name="csX7" fmla="*/ 2588634 w 3406303"/>
              <a:gd name="csY7" fmla="*/ 616966 h 1225947"/>
              <a:gd name="csX8" fmla="*/ 2999371 w 3406303"/>
              <a:gd name="csY8" fmla="*/ 2420 h 1225947"/>
              <a:gd name="csX9" fmla="*/ 3331885 w 3406303"/>
              <a:gd name="csY9" fmla="*/ 870528 h 1225947"/>
              <a:gd name="csX10" fmla="*/ 3406303 w 3406303"/>
              <a:gd name="csY10" fmla="*/ 1170554 h 1225947"/>
              <a:gd name="csX0" fmla="*/ 0 w 3406303"/>
              <a:gd name="csY0" fmla="*/ 622220 h 1225947"/>
              <a:gd name="csX1" fmla="*/ 346491 w 3406303"/>
              <a:gd name="csY1" fmla="*/ 160405 h 1225947"/>
              <a:gd name="csX2" fmla="*/ 730127 w 3406303"/>
              <a:gd name="csY2" fmla="*/ 1218428 h 1225947"/>
              <a:gd name="csX3" fmla="*/ 1089184 w 3406303"/>
              <a:gd name="csY3" fmla="*/ 648724 h 1225947"/>
              <a:gd name="csX4" fmla="*/ 1473461 w 3406303"/>
              <a:gd name="csY4" fmla="*/ 942382 h 1225947"/>
              <a:gd name="csX5" fmla="*/ 1829356 w 3406303"/>
              <a:gd name="csY5" fmla="*/ 269704 h 1225947"/>
              <a:gd name="csX6" fmla="*/ 2223978 w 3406303"/>
              <a:gd name="csY6" fmla="*/ 802563 h 1225947"/>
              <a:gd name="csX7" fmla="*/ 2588634 w 3406303"/>
              <a:gd name="csY7" fmla="*/ 616966 h 1225947"/>
              <a:gd name="csX8" fmla="*/ 2999371 w 3406303"/>
              <a:gd name="csY8" fmla="*/ 2420 h 1225947"/>
              <a:gd name="csX9" fmla="*/ 3331885 w 3406303"/>
              <a:gd name="csY9" fmla="*/ 870528 h 1225947"/>
              <a:gd name="csX10" fmla="*/ 3406303 w 3406303"/>
              <a:gd name="csY10" fmla="*/ 1170554 h 1225947"/>
              <a:gd name="csX0" fmla="*/ 0 w 3406303"/>
              <a:gd name="csY0" fmla="*/ 622220 h 1225947"/>
              <a:gd name="csX1" fmla="*/ 346491 w 3406303"/>
              <a:gd name="csY1" fmla="*/ 160405 h 1225947"/>
              <a:gd name="csX2" fmla="*/ 730127 w 3406303"/>
              <a:gd name="csY2" fmla="*/ 1218428 h 1225947"/>
              <a:gd name="csX3" fmla="*/ 1089184 w 3406303"/>
              <a:gd name="csY3" fmla="*/ 648724 h 1225947"/>
              <a:gd name="csX4" fmla="*/ 1473461 w 3406303"/>
              <a:gd name="csY4" fmla="*/ 942382 h 1225947"/>
              <a:gd name="csX5" fmla="*/ 1829356 w 3406303"/>
              <a:gd name="csY5" fmla="*/ 269704 h 1225947"/>
              <a:gd name="csX6" fmla="*/ 2223978 w 3406303"/>
              <a:gd name="csY6" fmla="*/ 802563 h 1225947"/>
              <a:gd name="csX7" fmla="*/ 2588634 w 3406303"/>
              <a:gd name="csY7" fmla="*/ 616966 h 1225947"/>
              <a:gd name="csX8" fmla="*/ 2999371 w 3406303"/>
              <a:gd name="csY8" fmla="*/ 2420 h 1225947"/>
              <a:gd name="csX9" fmla="*/ 3331885 w 3406303"/>
              <a:gd name="csY9" fmla="*/ 870528 h 1225947"/>
              <a:gd name="csX10" fmla="*/ 3406303 w 3406303"/>
              <a:gd name="csY10" fmla="*/ 1170554 h 1225947"/>
              <a:gd name="csX0" fmla="*/ 0 w 3406303"/>
              <a:gd name="csY0" fmla="*/ 622220 h 1218431"/>
              <a:gd name="csX1" fmla="*/ 346491 w 3406303"/>
              <a:gd name="csY1" fmla="*/ 160405 h 1218431"/>
              <a:gd name="csX2" fmla="*/ 730127 w 3406303"/>
              <a:gd name="csY2" fmla="*/ 1218428 h 1218431"/>
              <a:gd name="csX3" fmla="*/ 1089184 w 3406303"/>
              <a:gd name="csY3" fmla="*/ 648724 h 1218431"/>
              <a:gd name="csX4" fmla="*/ 1473461 w 3406303"/>
              <a:gd name="csY4" fmla="*/ 942382 h 1218431"/>
              <a:gd name="csX5" fmla="*/ 1829356 w 3406303"/>
              <a:gd name="csY5" fmla="*/ 269704 h 1218431"/>
              <a:gd name="csX6" fmla="*/ 2223978 w 3406303"/>
              <a:gd name="csY6" fmla="*/ 802563 h 1218431"/>
              <a:gd name="csX7" fmla="*/ 2588634 w 3406303"/>
              <a:gd name="csY7" fmla="*/ 616966 h 1218431"/>
              <a:gd name="csX8" fmla="*/ 2999371 w 3406303"/>
              <a:gd name="csY8" fmla="*/ 2420 h 1218431"/>
              <a:gd name="csX9" fmla="*/ 3331885 w 3406303"/>
              <a:gd name="csY9" fmla="*/ 870528 h 1218431"/>
              <a:gd name="csX10" fmla="*/ 3406303 w 3406303"/>
              <a:gd name="csY10" fmla="*/ 1170554 h 1218431"/>
              <a:gd name="csX0" fmla="*/ 0 w 3406303"/>
              <a:gd name="csY0" fmla="*/ 622220 h 1224919"/>
              <a:gd name="csX1" fmla="*/ 346491 w 3406303"/>
              <a:gd name="csY1" fmla="*/ 160405 h 1224919"/>
              <a:gd name="csX2" fmla="*/ 730127 w 3406303"/>
              <a:gd name="csY2" fmla="*/ 1218428 h 1224919"/>
              <a:gd name="csX3" fmla="*/ 1097134 w 3406303"/>
              <a:gd name="csY3" fmla="*/ 620897 h 1224919"/>
              <a:gd name="csX4" fmla="*/ 1473461 w 3406303"/>
              <a:gd name="csY4" fmla="*/ 942382 h 1224919"/>
              <a:gd name="csX5" fmla="*/ 1829356 w 3406303"/>
              <a:gd name="csY5" fmla="*/ 269704 h 1224919"/>
              <a:gd name="csX6" fmla="*/ 2223978 w 3406303"/>
              <a:gd name="csY6" fmla="*/ 802563 h 1224919"/>
              <a:gd name="csX7" fmla="*/ 2588634 w 3406303"/>
              <a:gd name="csY7" fmla="*/ 616966 h 1224919"/>
              <a:gd name="csX8" fmla="*/ 2999371 w 3406303"/>
              <a:gd name="csY8" fmla="*/ 2420 h 1224919"/>
              <a:gd name="csX9" fmla="*/ 3331885 w 3406303"/>
              <a:gd name="csY9" fmla="*/ 870528 h 1224919"/>
              <a:gd name="csX10" fmla="*/ 3406303 w 3406303"/>
              <a:gd name="csY10" fmla="*/ 1170554 h 1224919"/>
              <a:gd name="csX0" fmla="*/ 0 w 3406303"/>
              <a:gd name="csY0" fmla="*/ 622220 h 1224501"/>
              <a:gd name="csX1" fmla="*/ 346491 w 3406303"/>
              <a:gd name="csY1" fmla="*/ 160405 h 1224501"/>
              <a:gd name="csX2" fmla="*/ 730127 w 3406303"/>
              <a:gd name="csY2" fmla="*/ 1218428 h 1224501"/>
              <a:gd name="csX3" fmla="*/ 1097134 w 3406303"/>
              <a:gd name="csY3" fmla="*/ 620897 h 1224501"/>
              <a:gd name="csX4" fmla="*/ 1473461 w 3406303"/>
              <a:gd name="csY4" fmla="*/ 942382 h 1224501"/>
              <a:gd name="csX5" fmla="*/ 1829356 w 3406303"/>
              <a:gd name="csY5" fmla="*/ 269704 h 1224501"/>
              <a:gd name="csX6" fmla="*/ 2223978 w 3406303"/>
              <a:gd name="csY6" fmla="*/ 802563 h 1224501"/>
              <a:gd name="csX7" fmla="*/ 2588634 w 3406303"/>
              <a:gd name="csY7" fmla="*/ 616966 h 1224501"/>
              <a:gd name="csX8" fmla="*/ 2999371 w 3406303"/>
              <a:gd name="csY8" fmla="*/ 2420 h 1224501"/>
              <a:gd name="csX9" fmla="*/ 3331885 w 3406303"/>
              <a:gd name="csY9" fmla="*/ 870528 h 1224501"/>
              <a:gd name="csX10" fmla="*/ 3406303 w 3406303"/>
              <a:gd name="csY10" fmla="*/ 1170554 h 1224501"/>
              <a:gd name="csX0" fmla="*/ 0 w 3406303"/>
              <a:gd name="csY0" fmla="*/ 622220 h 1224950"/>
              <a:gd name="csX1" fmla="*/ 346491 w 3406303"/>
              <a:gd name="csY1" fmla="*/ 160405 h 1224950"/>
              <a:gd name="csX2" fmla="*/ 730127 w 3406303"/>
              <a:gd name="csY2" fmla="*/ 1218428 h 1224950"/>
              <a:gd name="csX3" fmla="*/ 1097134 w 3406303"/>
              <a:gd name="csY3" fmla="*/ 620897 h 1224950"/>
              <a:gd name="csX4" fmla="*/ 1453585 w 3406303"/>
              <a:gd name="csY4" fmla="*/ 922505 h 1224950"/>
              <a:gd name="csX5" fmla="*/ 1829356 w 3406303"/>
              <a:gd name="csY5" fmla="*/ 269704 h 1224950"/>
              <a:gd name="csX6" fmla="*/ 2223978 w 3406303"/>
              <a:gd name="csY6" fmla="*/ 802563 h 1224950"/>
              <a:gd name="csX7" fmla="*/ 2588634 w 3406303"/>
              <a:gd name="csY7" fmla="*/ 616966 h 1224950"/>
              <a:gd name="csX8" fmla="*/ 2999371 w 3406303"/>
              <a:gd name="csY8" fmla="*/ 2420 h 1224950"/>
              <a:gd name="csX9" fmla="*/ 3331885 w 3406303"/>
              <a:gd name="csY9" fmla="*/ 870528 h 1224950"/>
              <a:gd name="csX10" fmla="*/ 3406303 w 3406303"/>
              <a:gd name="csY10" fmla="*/ 1170554 h 1224950"/>
              <a:gd name="csX0" fmla="*/ 0 w 3406303"/>
              <a:gd name="csY0" fmla="*/ 622220 h 1224950"/>
              <a:gd name="csX1" fmla="*/ 346491 w 3406303"/>
              <a:gd name="csY1" fmla="*/ 160405 h 1224950"/>
              <a:gd name="csX2" fmla="*/ 730127 w 3406303"/>
              <a:gd name="csY2" fmla="*/ 1218428 h 1224950"/>
              <a:gd name="csX3" fmla="*/ 1097134 w 3406303"/>
              <a:gd name="csY3" fmla="*/ 620897 h 1224950"/>
              <a:gd name="csX4" fmla="*/ 1453585 w 3406303"/>
              <a:gd name="csY4" fmla="*/ 922505 h 1224950"/>
              <a:gd name="csX5" fmla="*/ 1829356 w 3406303"/>
              <a:gd name="csY5" fmla="*/ 269704 h 1224950"/>
              <a:gd name="csX6" fmla="*/ 2223978 w 3406303"/>
              <a:gd name="csY6" fmla="*/ 802563 h 1224950"/>
              <a:gd name="csX7" fmla="*/ 2588634 w 3406303"/>
              <a:gd name="csY7" fmla="*/ 616966 h 1224950"/>
              <a:gd name="csX8" fmla="*/ 2999371 w 3406303"/>
              <a:gd name="csY8" fmla="*/ 2420 h 1224950"/>
              <a:gd name="csX9" fmla="*/ 3331885 w 3406303"/>
              <a:gd name="csY9" fmla="*/ 870528 h 1224950"/>
              <a:gd name="csX10" fmla="*/ 3406303 w 3406303"/>
              <a:gd name="csY10" fmla="*/ 1170554 h 1224950"/>
              <a:gd name="csX0" fmla="*/ 0 w 3406303"/>
              <a:gd name="csY0" fmla="*/ 622220 h 1224950"/>
              <a:gd name="csX1" fmla="*/ 346491 w 3406303"/>
              <a:gd name="csY1" fmla="*/ 160405 h 1224950"/>
              <a:gd name="csX2" fmla="*/ 730127 w 3406303"/>
              <a:gd name="csY2" fmla="*/ 1218428 h 1224950"/>
              <a:gd name="csX3" fmla="*/ 1097134 w 3406303"/>
              <a:gd name="csY3" fmla="*/ 620897 h 1224950"/>
              <a:gd name="csX4" fmla="*/ 1453585 w 3406303"/>
              <a:gd name="csY4" fmla="*/ 922505 h 1224950"/>
              <a:gd name="csX5" fmla="*/ 1829356 w 3406303"/>
              <a:gd name="csY5" fmla="*/ 269704 h 1224950"/>
              <a:gd name="csX6" fmla="*/ 2223978 w 3406303"/>
              <a:gd name="csY6" fmla="*/ 802563 h 1224950"/>
              <a:gd name="csX7" fmla="*/ 2588634 w 3406303"/>
              <a:gd name="csY7" fmla="*/ 616966 h 1224950"/>
              <a:gd name="csX8" fmla="*/ 2999371 w 3406303"/>
              <a:gd name="csY8" fmla="*/ 2420 h 1224950"/>
              <a:gd name="csX9" fmla="*/ 3331885 w 3406303"/>
              <a:gd name="csY9" fmla="*/ 870528 h 1224950"/>
              <a:gd name="csX10" fmla="*/ 3406303 w 3406303"/>
              <a:gd name="csY10" fmla="*/ 1170554 h 1224950"/>
              <a:gd name="csX0" fmla="*/ 0 w 3406303"/>
              <a:gd name="csY0" fmla="*/ 622220 h 1224950"/>
              <a:gd name="csX1" fmla="*/ 346491 w 3406303"/>
              <a:gd name="csY1" fmla="*/ 160405 h 1224950"/>
              <a:gd name="csX2" fmla="*/ 730127 w 3406303"/>
              <a:gd name="csY2" fmla="*/ 1218428 h 1224950"/>
              <a:gd name="csX3" fmla="*/ 1097134 w 3406303"/>
              <a:gd name="csY3" fmla="*/ 620897 h 1224950"/>
              <a:gd name="csX4" fmla="*/ 1453585 w 3406303"/>
              <a:gd name="csY4" fmla="*/ 922505 h 1224950"/>
              <a:gd name="csX5" fmla="*/ 1829356 w 3406303"/>
              <a:gd name="csY5" fmla="*/ 269704 h 1224950"/>
              <a:gd name="csX6" fmla="*/ 2223978 w 3406303"/>
              <a:gd name="csY6" fmla="*/ 802563 h 1224950"/>
              <a:gd name="csX7" fmla="*/ 2588634 w 3406303"/>
              <a:gd name="csY7" fmla="*/ 616966 h 1224950"/>
              <a:gd name="csX8" fmla="*/ 2999371 w 3406303"/>
              <a:gd name="csY8" fmla="*/ 2420 h 1224950"/>
              <a:gd name="csX9" fmla="*/ 3331885 w 3406303"/>
              <a:gd name="csY9" fmla="*/ 870528 h 1224950"/>
              <a:gd name="csX10" fmla="*/ 3406303 w 3406303"/>
              <a:gd name="csY10" fmla="*/ 1170554 h 1224950"/>
              <a:gd name="csX0" fmla="*/ 0 w 3406303"/>
              <a:gd name="csY0" fmla="*/ 622220 h 1224950"/>
              <a:gd name="csX1" fmla="*/ 346491 w 3406303"/>
              <a:gd name="csY1" fmla="*/ 160405 h 1224950"/>
              <a:gd name="csX2" fmla="*/ 730127 w 3406303"/>
              <a:gd name="csY2" fmla="*/ 1218428 h 1224950"/>
              <a:gd name="csX3" fmla="*/ 1097134 w 3406303"/>
              <a:gd name="csY3" fmla="*/ 620897 h 1224950"/>
              <a:gd name="csX4" fmla="*/ 1453585 w 3406303"/>
              <a:gd name="csY4" fmla="*/ 922505 h 1224950"/>
              <a:gd name="csX5" fmla="*/ 1845258 w 3406303"/>
              <a:gd name="csY5" fmla="*/ 269704 h 1224950"/>
              <a:gd name="csX6" fmla="*/ 2223978 w 3406303"/>
              <a:gd name="csY6" fmla="*/ 802563 h 1224950"/>
              <a:gd name="csX7" fmla="*/ 2588634 w 3406303"/>
              <a:gd name="csY7" fmla="*/ 616966 h 1224950"/>
              <a:gd name="csX8" fmla="*/ 2999371 w 3406303"/>
              <a:gd name="csY8" fmla="*/ 2420 h 1224950"/>
              <a:gd name="csX9" fmla="*/ 3331885 w 3406303"/>
              <a:gd name="csY9" fmla="*/ 870528 h 1224950"/>
              <a:gd name="csX10" fmla="*/ 3406303 w 3406303"/>
              <a:gd name="csY10" fmla="*/ 1170554 h 1224950"/>
              <a:gd name="csX0" fmla="*/ 0 w 3501710"/>
              <a:gd name="csY0" fmla="*/ 622220 h 1224950"/>
              <a:gd name="csX1" fmla="*/ 346491 w 3501710"/>
              <a:gd name="csY1" fmla="*/ 160405 h 1224950"/>
              <a:gd name="csX2" fmla="*/ 730127 w 3501710"/>
              <a:gd name="csY2" fmla="*/ 1218428 h 1224950"/>
              <a:gd name="csX3" fmla="*/ 1097134 w 3501710"/>
              <a:gd name="csY3" fmla="*/ 620897 h 1224950"/>
              <a:gd name="csX4" fmla="*/ 1453585 w 3501710"/>
              <a:gd name="csY4" fmla="*/ 922505 h 1224950"/>
              <a:gd name="csX5" fmla="*/ 1845258 w 3501710"/>
              <a:gd name="csY5" fmla="*/ 269704 h 1224950"/>
              <a:gd name="csX6" fmla="*/ 2223978 w 3501710"/>
              <a:gd name="csY6" fmla="*/ 802563 h 1224950"/>
              <a:gd name="csX7" fmla="*/ 2588634 w 3501710"/>
              <a:gd name="csY7" fmla="*/ 616966 h 1224950"/>
              <a:gd name="csX8" fmla="*/ 2999371 w 3501710"/>
              <a:gd name="csY8" fmla="*/ 2420 h 1224950"/>
              <a:gd name="csX9" fmla="*/ 3331885 w 3501710"/>
              <a:gd name="csY9" fmla="*/ 870528 h 1224950"/>
              <a:gd name="csX10" fmla="*/ 3501710 w 3501710"/>
              <a:gd name="csY10" fmla="*/ 712599 h 1224950"/>
              <a:gd name="csX0" fmla="*/ 0 w 3501710"/>
              <a:gd name="csY0" fmla="*/ 622220 h 1224950"/>
              <a:gd name="csX1" fmla="*/ 346491 w 3501710"/>
              <a:gd name="csY1" fmla="*/ 160405 h 1224950"/>
              <a:gd name="csX2" fmla="*/ 730127 w 3501710"/>
              <a:gd name="csY2" fmla="*/ 1218428 h 1224950"/>
              <a:gd name="csX3" fmla="*/ 1097134 w 3501710"/>
              <a:gd name="csY3" fmla="*/ 620897 h 1224950"/>
              <a:gd name="csX4" fmla="*/ 1453585 w 3501710"/>
              <a:gd name="csY4" fmla="*/ 922505 h 1224950"/>
              <a:gd name="csX5" fmla="*/ 1845258 w 3501710"/>
              <a:gd name="csY5" fmla="*/ 269704 h 1224950"/>
              <a:gd name="csX6" fmla="*/ 2223978 w 3501710"/>
              <a:gd name="csY6" fmla="*/ 802563 h 1224950"/>
              <a:gd name="csX7" fmla="*/ 2588634 w 3501710"/>
              <a:gd name="csY7" fmla="*/ 616966 h 1224950"/>
              <a:gd name="csX8" fmla="*/ 2999371 w 3501710"/>
              <a:gd name="csY8" fmla="*/ 2420 h 1224950"/>
              <a:gd name="csX9" fmla="*/ 3331885 w 3501710"/>
              <a:gd name="csY9" fmla="*/ 870528 h 1224950"/>
              <a:gd name="csX10" fmla="*/ 3501710 w 3501710"/>
              <a:gd name="csY10" fmla="*/ 712599 h 1224950"/>
              <a:gd name="csX0" fmla="*/ 0 w 3454006"/>
              <a:gd name="csY0" fmla="*/ 622220 h 1224950"/>
              <a:gd name="csX1" fmla="*/ 346491 w 3454006"/>
              <a:gd name="csY1" fmla="*/ 160405 h 1224950"/>
              <a:gd name="csX2" fmla="*/ 730127 w 3454006"/>
              <a:gd name="csY2" fmla="*/ 1218428 h 1224950"/>
              <a:gd name="csX3" fmla="*/ 1097134 w 3454006"/>
              <a:gd name="csY3" fmla="*/ 620897 h 1224950"/>
              <a:gd name="csX4" fmla="*/ 1453585 w 3454006"/>
              <a:gd name="csY4" fmla="*/ 922505 h 1224950"/>
              <a:gd name="csX5" fmla="*/ 1845258 w 3454006"/>
              <a:gd name="csY5" fmla="*/ 269704 h 1224950"/>
              <a:gd name="csX6" fmla="*/ 2223978 w 3454006"/>
              <a:gd name="csY6" fmla="*/ 802563 h 1224950"/>
              <a:gd name="csX7" fmla="*/ 2588634 w 3454006"/>
              <a:gd name="csY7" fmla="*/ 616966 h 1224950"/>
              <a:gd name="csX8" fmla="*/ 2999371 w 3454006"/>
              <a:gd name="csY8" fmla="*/ 2420 h 1224950"/>
              <a:gd name="csX9" fmla="*/ 3331885 w 3454006"/>
              <a:gd name="csY9" fmla="*/ 870528 h 1224950"/>
              <a:gd name="csX10" fmla="*/ 3454006 w 3454006"/>
              <a:gd name="csY10" fmla="*/ 751359 h 1224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454006" h="1224950">
                <a:moveTo>
                  <a:pt x="0" y="622220"/>
                </a:moveTo>
                <a:cubicBezTo>
                  <a:pt x="95706" y="584975"/>
                  <a:pt x="216852" y="172345"/>
                  <a:pt x="346491" y="160405"/>
                </a:cubicBezTo>
                <a:cubicBezTo>
                  <a:pt x="476130" y="148465"/>
                  <a:pt x="605020" y="1141679"/>
                  <a:pt x="730127" y="1218428"/>
                </a:cubicBezTo>
                <a:cubicBezTo>
                  <a:pt x="855234" y="1295177"/>
                  <a:pt x="976558" y="670218"/>
                  <a:pt x="1097134" y="620897"/>
                </a:cubicBezTo>
                <a:cubicBezTo>
                  <a:pt x="1217710" y="571577"/>
                  <a:pt x="1328898" y="981037"/>
                  <a:pt x="1453585" y="922505"/>
                </a:cubicBezTo>
                <a:cubicBezTo>
                  <a:pt x="1578272" y="863973"/>
                  <a:pt x="1708909" y="253916"/>
                  <a:pt x="1845258" y="269704"/>
                </a:cubicBezTo>
                <a:cubicBezTo>
                  <a:pt x="1981607" y="285492"/>
                  <a:pt x="2100082" y="744686"/>
                  <a:pt x="2223978" y="802563"/>
                </a:cubicBezTo>
                <a:cubicBezTo>
                  <a:pt x="2347874" y="860440"/>
                  <a:pt x="2459402" y="750323"/>
                  <a:pt x="2588634" y="616966"/>
                </a:cubicBezTo>
                <a:cubicBezTo>
                  <a:pt x="2717866" y="483609"/>
                  <a:pt x="2875496" y="-39840"/>
                  <a:pt x="2999371" y="2420"/>
                </a:cubicBezTo>
                <a:cubicBezTo>
                  <a:pt x="3123246" y="44680"/>
                  <a:pt x="3264063" y="675839"/>
                  <a:pt x="3331885" y="870528"/>
                </a:cubicBezTo>
                <a:cubicBezTo>
                  <a:pt x="3378962" y="921594"/>
                  <a:pt x="3405266" y="828957"/>
                  <a:pt x="3454006" y="751359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3BB3D87C-0520-274F-6F48-FD1870E0B15C}"/>
              </a:ext>
            </a:extLst>
          </p:cNvPr>
          <p:cNvSpPr/>
          <p:nvPr/>
        </p:nvSpPr>
        <p:spPr>
          <a:xfrm>
            <a:off x="6436499" y="5945416"/>
            <a:ext cx="4444054" cy="948771"/>
          </a:xfrm>
          <a:custGeom>
            <a:avLst/>
            <a:gdLst>
              <a:gd name="csX0" fmla="*/ 0 w 3365567"/>
              <a:gd name="csY0" fmla="*/ 869179 h 869179"/>
              <a:gd name="csX1" fmla="*/ 1034086 w 3365567"/>
              <a:gd name="csY1" fmla="*/ 2653 h 869179"/>
              <a:gd name="csX2" fmla="*/ 2207008 w 3365567"/>
              <a:gd name="csY2" fmla="*/ 586720 h 869179"/>
              <a:gd name="csX3" fmla="*/ 3365567 w 3365567"/>
              <a:gd name="csY3" fmla="*/ 222875 h 869179"/>
              <a:gd name="csX0" fmla="*/ 0 w 3365567"/>
              <a:gd name="csY0" fmla="*/ 866569 h 866569"/>
              <a:gd name="csX1" fmla="*/ 220057 w 3365567"/>
              <a:gd name="csY1" fmla="*/ 617826 h 866569"/>
              <a:gd name="csX2" fmla="*/ 1034086 w 3365567"/>
              <a:gd name="csY2" fmla="*/ 43 h 866569"/>
              <a:gd name="csX3" fmla="*/ 2207008 w 3365567"/>
              <a:gd name="csY3" fmla="*/ 584110 h 866569"/>
              <a:gd name="csX4" fmla="*/ 3365567 w 3365567"/>
              <a:gd name="csY4" fmla="*/ 220265 h 866569"/>
              <a:gd name="csX0" fmla="*/ 0 w 3361724"/>
              <a:gd name="csY0" fmla="*/ 720543 h 720543"/>
              <a:gd name="csX1" fmla="*/ 216214 w 3361724"/>
              <a:gd name="csY1" fmla="*/ 617826 h 720543"/>
              <a:gd name="csX2" fmla="*/ 1030243 w 3361724"/>
              <a:gd name="csY2" fmla="*/ 43 h 720543"/>
              <a:gd name="csX3" fmla="*/ 2203165 w 3361724"/>
              <a:gd name="csY3" fmla="*/ 584110 h 720543"/>
              <a:gd name="csX4" fmla="*/ 3361724 w 3361724"/>
              <a:gd name="csY4" fmla="*/ 220265 h 720543"/>
              <a:gd name="csX0" fmla="*/ 0 w 3361724"/>
              <a:gd name="csY0" fmla="*/ 720543 h 727622"/>
              <a:gd name="csX1" fmla="*/ 216214 w 3361724"/>
              <a:gd name="csY1" fmla="*/ 617826 h 727622"/>
              <a:gd name="csX2" fmla="*/ 1030243 w 3361724"/>
              <a:gd name="csY2" fmla="*/ 43 h 727622"/>
              <a:gd name="csX3" fmla="*/ 2203165 w 3361724"/>
              <a:gd name="csY3" fmla="*/ 584110 h 727622"/>
              <a:gd name="csX4" fmla="*/ 3361724 w 3361724"/>
              <a:gd name="csY4" fmla="*/ 220265 h 727622"/>
              <a:gd name="csX0" fmla="*/ 0 w 3361724"/>
              <a:gd name="csY0" fmla="*/ 720543 h 720767"/>
              <a:gd name="csX1" fmla="*/ 216214 w 3361724"/>
              <a:gd name="csY1" fmla="*/ 617826 h 720767"/>
              <a:gd name="csX2" fmla="*/ 1030243 w 3361724"/>
              <a:gd name="csY2" fmla="*/ 43 h 720767"/>
              <a:gd name="csX3" fmla="*/ 2203165 w 3361724"/>
              <a:gd name="csY3" fmla="*/ 584110 h 720767"/>
              <a:gd name="csX4" fmla="*/ 3361724 w 3361724"/>
              <a:gd name="csY4" fmla="*/ 220265 h 720767"/>
              <a:gd name="csX0" fmla="*/ 0 w 3361724"/>
              <a:gd name="csY0" fmla="*/ 731476 h 731700"/>
              <a:gd name="csX1" fmla="*/ 216214 w 3361724"/>
              <a:gd name="csY1" fmla="*/ 628759 h 731700"/>
              <a:gd name="csX2" fmla="*/ 573594 w 3361724"/>
              <a:gd name="csY2" fmla="*/ 244480 h 731700"/>
              <a:gd name="csX3" fmla="*/ 1030243 w 3361724"/>
              <a:gd name="csY3" fmla="*/ 10976 h 731700"/>
              <a:gd name="csX4" fmla="*/ 2203165 w 3361724"/>
              <a:gd name="csY4" fmla="*/ 595043 h 731700"/>
              <a:gd name="csX5" fmla="*/ 3361724 w 3361724"/>
              <a:gd name="csY5" fmla="*/ 231198 h 731700"/>
              <a:gd name="csX0" fmla="*/ 0 w 3361724"/>
              <a:gd name="csY0" fmla="*/ 767920 h 768144"/>
              <a:gd name="csX1" fmla="*/ 216214 w 3361724"/>
              <a:gd name="csY1" fmla="*/ 665203 h 768144"/>
              <a:gd name="csX2" fmla="*/ 573594 w 3361724"/>
              <a:gd name="csY2" fmla="*/ 280924 h 768144"/>
              <a:gd name="csX3" fmla="*/ 938658 w 3361724"/>
              <a:gd name="csY3" fmla="*/ 61885 h 768144"/>
              <a:gd name="csX4" fmla="*/ 1030243 w 3361724"/>
              <a:gd name="csY4" fmla="*/ 47420 h 768144"/>
              <a:gd name="csX5" fmla="*/ 2203165 w 3361724"/>
              <a:gd name="csY5" fmla="*/ 631487 h 768144"/>
              <a:gd name="csX6" fmla="*/ 3361724 w 3361724"/>
              <a:gd name="csY6" fmla="*/ 267642 h 768144"/>
              <a:gd name="csX0" fmla="*/ 0 w 3361724"/>
              <a:gd name="csY0" fmla="*/ 730580 h 730804"/>
              <a:gd name="csX1" fmla="*/ 216214 w 3361724"/>
              <a:gd name="csY1" fmla="*/ 627863 h 730804"/>
              <a:gd name="csX2" fmla="*/ 573594 w 3361724"/>
              <a:gd name="csY2" fmla="*/ 243584 h 730804"/>
              <a:gd name="csX3" fmla="*/ 938658 w 3361724"/>
              <a:gd name="csY3" fmla="*/ 24545 h 730804"/>
              <a:gd name="csX4" fmla="*/ 1030243 w 3361724"/>
              <a:gd name="csY4" fmla="*/ 10080 h 730804"/>
              <a:gd name="csX5" fmla="*/ 2203165 w 3361724"/>
              <a:gd name="csY5" fmla="*/ 594147 h 730804"/>
              <a:gd name="csX6" fmla="*/ 3361724 w 3361724"/>
              <a:gd name="csY6" fmla="*/ 230302 h 730804"/>
              <a:gd name="csX0" fmla="*/ 0 w 3361724"/>
              <a:gd name="csY0" fmla="*/ 706035 h 706259"/>
              <a:gd name="csX1" fmla="*/ 216214 w 3361724"/>
              <a:gd name="csY1" fmla="*/ 603318 h 706259"/>
              <a:gd name="csX2" fmla="*/ 573594 w 3361724"/>
              <a:gd name="csY2" fmla="*/ 219039 h 706259"/>
              <a:gd name="csX3" fmla="*/ 938658 w 3361724"/>
              <a:gd name="csY3" fmla="*/ 0 h 706259"/>
              <a:gd name="csX4" fmla="*/ 1334478 w 3361724"/>
              <a:gd name="csY4" fmla="*/ 45808 h 706259"/>
              <a:gd name="csX5" fmla="*/ 2203165 w 3361724"/>
              <a:gd name="csY5" fmla="*/ 569602 h 706259"/>
              <a:gd name="csX6" fmla="*/ 3361724 w 3361724"/>
              <a:gd name="csY6" fmla="*/ 205757 h 706259"/>
              <a:gd name="csX0" fmla="*/ 0 w 3361724"/>
              <a:gd name="csY0" fmla="*/ 747130 h 747354"/>
              <a:gd name="csX1" fmla="*/ 216214 w 3361724"/>
              <a:gd name="csY1" fmla="*/ 644413 h 747354"/>
              <a:gd name="csX2" fmla="*/ 573594 w 3361724"/>
              <a:gd name="csY2" fmla="*/ 260134 h 747354"/>
              <a:gd name="csX3" fmla="*/ 938658 w 3361724"/>
              <a:gd name="csY3" fmla="*/ 41095 h 747354"/>
              <a:gd name="csX4" fmla="*/ 1334478 w 3361724"/>
              <a:gd name="csY4" fmla="*/ 86903 h 747354"/>
              <a:gd name="csX5" fmla="*/ 2203165 w 3361724"/>
              <a:gd name="csY5" fmla="*/ 610697 h 747354"/>
              <a:gd name="csX6" fmla="*/ 3361724 w 3361724"/>
              <a:gd name="csY6" fmla="*/ 246852 h 747354"/>
              <a:gd name="csX0" fmla="*/ 0 w 3361724"/>
              <a:gd name="csY0" fmla="*/ 728939 h 729163"/>
              <a:gd name="csX1" fmla="*/ 216214 w 3361724"/>
              <a:gd name="csY1" fmla="*/ 626222 h 729163"/>
              <a:gd name="csX2" fmla="*/ 573594 w 3361724"/>
              <a:gd name="csY2" fmla="*/ 241943 h 729163"/>
              <a:gd name="csX3" fmla="*/ 938658 w 3361724"/>
              <a:gd name="csY3" fmla="*/ 22904 h 729163"/>
              <a:gd name="csX4" fmla="*/ 1334478 w 3361724"/>
              <a:gd name="csY4" fmla="*/ 68712 h 729163"/>
              <a:gd name="csX5" fmla="*/ 2203165 w 3361724"/>
              <a:gd name="csY5" fmla="*/ 592506 h 729163"/>
              <a:gd name="csX6" fmla="*/ 3361724 w 3361724"/>
              <a:gd name="csY6" fmla="*/ 228661 h 729163"/>
              <a:gd name="csX0" fmla="*/ 0 w 3361724"/>
              <a:gd name="csY0" fmla="*/ 717478 h 717702"/>
              <a:gd name="csX1" fmla="*/ 216214 w 3361724"/>
              <a:gd name="csY1" fmla="*/ 614761 h 717702"/>
              <a:gd name="csX2" fmla="*/ 573594 w 3361724"/>
              <a:gd name="csY2" fmla="*/ 230482 h 717702"/>
              <a:gd name="csX3" fmla="*/ 938658 w 3361724"/>
              <a:gd name="csY3" fmla="*/ 11443 h 717702"/>
              <a:gd name="csX4" fmla="*/ 1334478 w 3361724"/>
              <a:gd name="csY4" fmla="*/ 57251 h 717702"/>
              <a:gd name="csX5" fmla="*/ 1705271 w 3361724"/>
              <a:gd name="csY5" fmla="*/ 323203 h 717702"/>
              <a:gd name="csX6" fmla="*/ 2203165 w 3361724"/>
              <a:gd name="csY6" fmla="*/ 581045 h 717702"/>
              <a:gd name="csX7" fmla="*/ 3361724 w 3361724"/>
              <a:gd name="csY7" fmla="*/ 217200 h 717702"/>
              <a:gd name="csX0" fmla="*/ 0 w 3361724"/>
              <a:gd name="csY0" fmla="*/ 717478 h 717702"/>
              <a:gd name="csX1" fmla="*/ 216214 w 3361724"/>
              <a:gd name="csY1" fmla="*/ 614761 h 717702"/>
              <a:gd name="csX2" fmla="*/ 573594 w 3361724"/>
              <a:gd name="csY2" fmla="*/ 230482 h 717702"/>
              <a:gd name="csX3" fmla="*/ 938658 w 3361724"/>
              <a:gd name="csY3" fmla="*/ 11443 h 717702"/>
              <a:gd name="csX4" fmla="*/ 1334478 w 3361724"/>
              <a:gd name="csY4" fmla="*/ 57251 h 717702"/>
              <a:gd name="csX5" fmla="*/ 1705271 w 3361724"/>
              <a:gd name="csY5" fmla="*/ 323203 h 717702"/>
              <a:gd name="csX6" fmla="*/ 2072648 w 3361724"/>
              <a:gd name="csY6" fmla="*/ 552814 h 717702"/>
              <a:gd name="csX7" fmla="*/ 2203165 w 3361724"/>
              <a:gd name="csY7" fmla="*/ 581045 h 717702"/>
              <a:gd name="csX8" fmla="*/ 3361724 w 3361724"/>
              <a:gd name="csY8" fmla="*/ 217200 h 717702"/>
              <a:gd name="csX0" fmla="*/ 0 w 3361724"/>
              <a:gd name="csY0" fmla="*/ 717478 h 717702"/>
              <a:gd name="csX1" fmla="*/ 216214 w 3361724"/>
              <a:gd name="csY1" fmla="*/ 614761 h 717702"/>
              <a:gd name="csX2" fmla="*/ 573594 w 3361724"/>
              <a:gd name="csY2" fmla="*/ 230482 h 717702"/>
              <a:gd name="csX3" fmla="*/ 938658 w 3361724"/>
              <a:gd name="csY3" fmla="*/ 11443 h 717702"/>
              <a:gd name="csX4" fmla="*/ 1334478 w 3361724"/>
              <a:gd name="csY4" fmla="*/ 57251 h 717702"/>
              <a:gd name="csX5" fmla="*/ 1705271 w 3361724"/>
              <a:gd name="csY5" fmla="*/ 323203 h 717702"/>
              <a:gd name="csX6" fmla="*/ 2072648 w 3361724"/>
              <a:gd name="csY6" fmla="*/ 552814 h 717702"/>
              <a:gd name="csX7" fmla="*/ 2475827 w 3361724"/>
              <a:gd name="csY7" fmla="*/ 549473 h 717702"/>
              <a:gd name="csX8" fmla="*/ 3361724 w 3361724"/>
              <a:gd name="csY8" fmla="*/ 217200 h 717702"/>
              <a:gd name="csX0" fmla="*/ 0 w 3361724"/>
              <a:gd name="csY0" fmla="*/ 717478 h 717702"/>
              <a:gd name="csX1" fmla="*/ 216214 w 3361724"/>
              <a:gd name="csY1" fmla="*/ 614761 h 717702"/>
              <a:gd name="csX2" fmla="*/ 573594 w 3361724"/>
              <a:gd name="csY2" fmla="*/ 230482 h 717702"/>
              <a:gd name="csX3" fmla="*/ 938658 w 3361724"/>
              <a:gd name="csY3" fmla="*/ 11443 h 717702"/>
              <a:gd name="csX4" fmla="*/ 1334478 w 3361724"/>
              <a:gd name="csY4" fmla="*/ 57251 h 717702"/>
              <a:gd name="csX5" fmla="*/ 1705271 w 3361724"/>
              <a:gd name="csY5" fmla="*/ 323203 h 717702"/>
              <a:gd name="csX6" fmla="*/ 2072648 w 3361724"/>
              <a:gd name="csY6" fmla="*/ 552814 h 717702"/>
              <a:gd name="csX7" fmla="*/ 2475827 w 3361724"/>
              <a:gd name="csY7" fmla="*/ 549473 h 717702"/>
              <a:gd name="csX8" fmla="*/ 3361724 w 3361724"/>
              <a:gd name="csY8" fmla="*/ 217200 h 717702"/>
              <a:gd name="csX0" fmla="*/ 0 w 3361724"/>
              <a:gd name="csY0" fmla="*/ 717478 h 717702"/>
              <a:gd name="csX1" fmla="*/ 216214 w 3361724"/>
              <a:gd name="csY1" fmla="*/ 614761 h 717702"/>
              <a:gd name="csX2" fmla="*/ 573594 w 3361724"/>
              <a:gd name="csY2" fmla="*/ 230482 h 717702"/>
              <a:gd name="csX3" fmla="*/ 938658 w 3361724"/>
              <a:gd name="csY3" fmla="*/ 11443 h 717702"/>
              <a:gd name="csX4" fmla="*/ 1334478 w 3361724"/>
              <a:gd name="csY4" fmla="*/ 57251 h 717702"/>
              <a:gd name="csX5" fmla="*/ 1705271 w 3361724"/>
              <a:gd name="csY5" fmla="*/ 323203 h 717702"/>
              <a:gd name="csX6" fmla="*/ 2072648 w 3361724"/>
              <a:gd name="csY6" fmla="*/ 552814 h 717702"/>
              <a:gd name="csX7" fmla="*/ 2475827 w 3361724"/>
              <a:gd name="csY7" fmla="*/ 549473 h 717702"/>
              <a:gd name="csX8" fmla="*/ 2816012 w 3361724"/>
              <a:gd name="csY8" fmla="*/ 452359 h 717702"/>
              <a:gd name="csX9" fmla="*/ 3361724 w 3361724"/>
              <a:gd name="csY9" fmla="*/ 217200 h 717702"/>
              <a:gd name="csX0" fmla="*/ 0 w 3361724"/>
              <a:gd name="csY0" fmla="*/ 717478 h 717702"/>
              <a:gd name="csX1" fmla="*/ 216214 w 3361724"/>
              <a:gd name="csY1" fmla="*/ 614761 h 717702"/>
              <a:gd name="csX2" fmla="*/ 573594 w 3361724"/>
              <a:gd name="csY2" fmla="*/ 230482 h 717702"/>
              <a:gd name="csX3" fmla="*/ 938658 w 3361724"/>
              <a:gd name="csY3" fmla="*/ 11443 h 717702"/>
              <a:gd name="csX4" fmla="*/ 1334478 w 3361724"/>
              <a:gd name="csY4" fmla="*/ 57251 h 717702"/>
              <a:gd name="csX5" fmla="*/ 1705271 w 3361724"/>
              <a:gd name="csY5" fmla="*/ 323203 h 717702"/>
              <a:gd name="csX6" fmla="*/ 2072648 w 3361724"/>
              <a:gd name="csY6" fmla="*/ 552814 h 717702"/>
              <a:gd name="csX7" fmla="*/ 2475827 w 3361724"/>
              <a:gd name="csY7" fmla="*/ 549473 h 717702"/>
              <a:gd name="csX8" fmla="*/ 2816012 w 3361724"/>
              <a:gd name="csY8" fmla="*/ 452359 h 717702"/>
              <a:gd name="csX9" fmla="*/ 3189129 w 3361724"/>
              <a:gd name="csY9" fmla="*/ 262930 h 717702"/>
              <a:gd name="csX10" fmla="*/ 3361724 w 3361724"/>
              <a:gd name="csY10" fmla="*/ 217200 h 7177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361724" h="717702">
                <a:moveTo>
                  <a:pt x="0" y="717478"/>
                </a:moveTo>
                <a:cubicBezTo>
                  <a:pt x="69340" y="720853"/>
                  <a:pt x="113036" y="686169"/>
                  <a:pt x="216214" y="614761"/>
                </a:cubicBezTo>
                <a:cubicBezTo>
                  <a:pt x="310532" y="534876"/>
                  <a:pt x="437923" y="333446"/>
                  <a:pt x="573594" y="230482"/>
                </a:cubicBezTo>
                <a:cubicBezTo>
                  <a:pt x="676068" y="128008"/>
                  <a:pt x="862550" y="50360"/>
                  <a:pt x="938658" y="11443"/>
                </a:cubicBezTo>
                <a:cubicBezTo>
                  <a:pt x="1052030" y="-14670"/>
                  <a:pt x="1206709" y="5291"/>
                  <a:pt x="1334478" y="57251"/>
                </a:cubicBezTo>
                <a:cubicBezTo>
                  <a:pt x="1462247" y="109211"/>
                  <a:pt x="1584156" y="237261"/>
                  <a:pt x="1705271" y="323203"/>
                </a:cubicBezTo>
                <a:cubicBezTo>
                  <a:pt x="1826386" y="409145"/>
                  <a:pt x="1989666" y="509840"/>
                  <a:pt x="2072648" y="552814"/>
                </a:cubicBezTo>
                <a:cubicBezTo>
                  <a:pt x="2155630" y="595788"/>
                  <a:pt x="2351933" y="566215"/>
                  <a:pt x="2475827" y="549473"/>
                </a:cubicBezTo>
                <a:cubicBezTo>
                  <a:pt x="2599721" y="532731"/>
                  <a:pt x="2708131" y="491027"/>
                  <a:pt x="2816012" y="452359"/>
                </a:cubicBezTo>
                <a:cubicBezTo>
                  <a:pt x="2923894" y="413691"/>
                  <a:pt x="3098177" y="302123"/>
                  <a:pt x="3189129" y="262930"/>
                </a:cubicBezTo>
                <a:cubicBezTo>
                  <a:pt x="3280081" y="223737"/>
                  <a:pt x="3321956" y="233910"/>
                  <a:pt x="3361724" y="21720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E8A9346-2F55-0A41-0479-C178A4F6EB1E}"/>
              </a:ext>
            </a:extLst>
          </p:cNvPr>
          <p:cNvSpPr/>
          <p:nvPr/>
        </p:nvSpPr>
        <p:spPr>
          <a:xfrm>
            <a:off x="4619270" y="6217371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D22C109-918D-C1DD-F363-A67DE65DB103}"/>
              </a:ext>
            </a:extLst>
          </p:cNvPr>
          <p:cNvSpPr/>
          <p:nvPr/>
        </p:nvSpPr>
        <p:spPr>
          <a:xfrm>
            <a:off x="5614273" y="6545792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CF37055-6E19-68C3-6CDF-CC7B24B388ED}"/>
              </a:ext>
            </a:extLst>
          </p:cNvPr>
          <p:cNvSpPr/>
          <p:nvPr/>
        </p:nvSpPr>
        <p:spPr>
          <a:xfrm>
            <a:off x="3634487" y="5749777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47E750E-87FE-13BC-AD3B-130A32F3F63E}"/>
              </a:ext>
            </a:extLst>
          </p:cNvPr>
          <p:cNvSpPr/>
          <p:nvPr/>
        </p:nvSpPr>
        <p:spPr>
          <a:xfrm>
            <a:off x="2639484" y="6220259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ACCF948-35B2-4BEC-DA57-61663944B89A}"/>
              </a:ext>
            </a:extLst>
          </p:cNvPr>
          <p:cNvSpPr/>
          <p:nvPr/>
        </p:nvSpPr>
        <p:spPr>
          <a:xfrm>
            <a:off x="1654701" y="5610860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6956FF2-F75E-A7C7-B40F-0AD94959A277}"/>
              </a:ext>
            </a:extLst>
          </p:cNvPr>
          <p:cNvSpPr/>
          <p:nvPr/>
        </p:nvSpPr>
        <p:spPr>
          <a:xfrm>
            <a:off x="5100211" y="5392778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AD4A4A1-0C83-4E02-140C-B3A079E4E188}"/>
              </a:ext>
            </a:extLst>
          </p:cNvPr>
          <p:cNvSpPr/>
          <p:nvPr/>
        </p:nvSpPr>
        <p:spPr>
          <a:xfrm>
            <a:off x="4115428" y="6458803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1E8F01-7B45-B590-A3EB-5A74C6DC2BBB}"/>
              </a:ext>
            </a:extLst>
          </p:cNvPr>
          <p:cNvSpPr/>
          <p:nvPr/>
        </p:nvSpPr>
        <p:spPr>
          <a:xfrm>
            <a:off x="3120425" y="6623056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02F51F8-4CBD-A1C2-ADCC-B0ABC7335123}"/>
              </a:ext>
            </a:extLst>
          </p:cNvPr>
          <p:cNvSpPr/>
          <p:nvPr/>
        </p:nvSpPr>
        <p:spPr>
          <a:xfrm>
            <a:off x="2135642" y="7004820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7B09F73-B198-6A73-4BEC-4C8D0CFF666D}"/>
              </a:ext>
            </a:extLst>
          </p:cNvPr>
          <p:cNvSpPr/>
          <p:nvPr/>
        </p:nvSpPr>
        <p:spPr>
          <a:xfrm>
            <a:off x="9621711" y="6611500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9E154E1-D239-D0BD-2A1F-404A6843BC36}"/>
              </a:ext>
            </a:extLst>
          </p:cNvPr>
          <p:cNvSpPr/>
          <p:nvPr/>
        </p:nvSpPr>
        <p:spPr>
          <a:xfrm>
            <a:off x="10616714" y="6225377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5A0951C-033A-67B6-619D-694E1AB36AF6}"/>
              </a:ext>
            </a:extLst>
          </p:cNvPr>
          <p:cNvSpPr/>
          <p:nvPr/>
        </p:nvSpPr>
        <p:spPr>
          <a:xfrm>
            <a:off x="8636928" y="6317311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D8B4DBB-30E0-0B8C-864D-FF8FF8645FA6}"/>
              </a:ext>
            </a:extLst>
          </p:cNvPr>
          <p:cNvSpPr/>
          <p:nvPr/>
        </p:nvSpPr>
        <p:spPr>
          <a:xfrm>
            <a:off x="7641925" y="5903504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23B86B7-3E69-93A1-C39A-B3233C0A6D85}"/>
              </a:ext>
            </a:extLst>
          </p:cNvPr>
          <p:cNvSpPr/>
          <p:nvPr/>
        </p:nvSpPr>
        <p:spPr>
          <a:xfrm>
            <a:off x="6657142" y="6699519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155DA87-7B96-CEF7-660D-F0B886AC4E12}"/>
              </a:ext>
            </a:extLst>
          </p:cNvPr>
          <p:cNvSpPr/>
          <p:nvPr/>
        </p:nvSpPr>
        <p:spPr>
          <a:xfrm>
            <a:off x="10102652" y="6473786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7D030B5-A0D3-09CD-8B9D-2831E6CC9300}"/>
              </a:ext>
            </a:extLst>
          </p:cNvPr>
          <p:cNvSpPr/>
          <p:nvPr/>
        </p:nvSpPr>
        <p:spPr>
          <a:xfrm>
            <a:off x="9117869" y="6611501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126B322-84D7-029D-5F76-43D219422CC9}"/>
              </a:ext>
            </a:extLst>
          </p:cNvPr>
          <p:cNvSpPr/>
          <p:nvPr/>
        </p:nvSpPr>
        <p:spPr>
          <a:xfrm>
            <a:off x="8122866" y="5964257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66BC40B-CE70-33C8-EF24-C918207809FE}"/>
              </a:ext>
            </a:extLst>
          </p:cNvPr>
          <p:cNvSpPr/>
          <p:nvPr/>
        </p:nvSpPr>
        <p:spPr>
          <a:xfrm>
            <a:off x="7138083" y="6198755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B47299F-4EC7-1A14-94C0-98CA8521955D}"/>
              </a:ext>
            </a:extLst>
          </p:cNvPr>
          <p:cNvCxnSpPr/>
          <p:nvPr/>
        </p:nvCxnSpPr>
        <p:spPr>
          <a:xfrm>
            <a:off x="1182921" y="2956636"/>
            <a:ext cx="48639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04302D-6069-344E-588B-7EFF77709B0B}"/>
              </a:ext>
            </a:extLst>
          </p:cNvPr>
          <p:cNvCxnSpPr>
            <a:cxnSpLocks/>
          </p:cNvCxnSpPr>
          <p:nvPr/>
        </p:nvCxnSpPr>
        <p:spPr>
          <a:xfrm flipV="1">
            <a:off x="1182916" y="995792"/>
            <a:ext cx="0" cy="1960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D912D3D-7698-49AC-807C-A02F8DB99501}"/>
              </a:ext>
            </a:extLst>
          </p:cNvPr>
          <p:cNvCxnSpPr/>
          <p:nvPr/>
        </p:nvCxnSpPr>
        <p:spPr>
          <a:xfrm>
            <a:off x="1182921" y="5096615"/>
            <a:ext cx="48639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F8B47CA-6724-9D94-F48B-535A141D1A4A}"/>
              </a:ext>
            </a:extLst>
          </p:cNvPr>
          <p:cNvCxnSpPr>
            <a:cxnSpLocks/>
          </p:cNvCxnSpPr>
          <p:nvPr/>
        </p:nvCxnSpPr>
        <p:spPr>
          <a:xfrm flipV="1">
            <a:off x="1182916" y="3135771"/>
            <a:ext cx="0" cy="1960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641637D-74BA-387F-0C35-06F89F39D68A}"/>
              </a:ext>
            </a:extLst>
          </p:cNvPr>
          <p:cNvSpPr txBox="1"/>
          <p:nvPr/>
        </p:nvSpPr>
        <p:spPr>
          <a:xfrm rot="16200000">
            <a:off x="136984" y="1792430"/>
            <a:ext cx="1643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Concentration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9F5BF2-A75C-B6B5-3ADA-98B1341DE4F8}"/>
              </a:ext>
            </a:extLst>
          </p:cNvPr>
          <p:cNvSpPr txBox="1"/>
          <p:nvPr/>
        </p:nvSpPr>
        <p:spPr>
          <a:xfrm rot="16200000">
            <a:off x="153683" y="3965454"/>
            <a:ext cx="1643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Concentration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3BC7ED8-659F-1A3C-9E69-C7DD5D4D172B}"/>
              </a:ext>
            </a:extLst>
          </p:cNvPr>
          <p:cNvCxnSpPr/>
          <p:nvPr/>
        </p:nvCxnSpPr>
        <p:spPr>
          <a:xfrm>
            <a:off x="1191064" y="7355988"/>
            <a:ext cx="48639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A80EA5C-C315-3B7B-0EDF-27273D61519C}"/>
              </a:ext>
            </a:extLst>
          </p:cNvPr>
          <p:cNvCxnSpPr>
            <a:cxnSpLocks/>
          </p:cNvCxnSpPr>
          <p:nvPr/>
        </p:nvCxnSpPr>
        <p:spPr>
          <a:xfrm flipV="1">
            <a:off x="1191059" y="5389899"/>
            <a:ext cx="0" cy="1960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B51CFD3-355A-82E2-9361-8495635D3033}"/>
              </a:ext>
            </a:extLst>
          </p:cNvPr>
          <p:cNvCxnSpPr/>
          <p:nvPr/>
        </p:nvCxnSpPr>
        <p:spPr>
          <a:xfrm>
            <a:off x="6237515" y="2964845"/>
            <a:ext cx="48639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10C7977-5A73-3196-5489-5288B1ACE05D}"/>
              </a:ext>
            </a:extLst>
          </p:cNvPr>
          <p:cNvCxnSpPr>
            <a:cxnSpLocks/>
          </p:cNvCxnSpPr>
          <p:nvPr/>
        </p:nvCxnSpPr>
        <p:spPr>
          <a:xfrm flipV="1">
            <a:off x="6237510" y="1004001"/>
            <a:ext cx="0" cy="1960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A150915-131E-B956-5800-137541FCED6E}"/>
              </a:ext>
            </a:extLst>
          </p:cNvPr>
          <p:cNvCxnSpPr/>
          <p:nvPr/>
        </p:nvCxnSpPr>
        <p:spPr>
          <a:xfrm>
            <a:off x="6259292" y="5099165"/>
            <a:ext cx="48639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D9E2CE4-A257-0979-F5B1-1F17EF13767B}"/>
              </a:ext>
            </a:extLst>
          </p:cNvPr>
          <p:cNvCxnSpPr>
            <a:cxnSpLocks/>
          </p:cNvCxnSpPr>
          <p:nvPr/>
        </p:nvCxnSpPr>
        <p:spPr>
          <a:xfrm flipV="1">
            <a:off x="6259287" y="3138321"/>
            <a:ext cx="0" cy="1960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4E3720C-38C5-B0A0-F535-37515EB6515C}"/>
              </a:ext>
            </a:extLst>
          </p:cNvPr>
          <p:cNvCxnSpPr/>
          <p:nvPr/>
        </p:nvCxnSpPr>
        <p:spPr>
          <a:xfrm>
            <a:off x="6259936" y="7363322"/>
            <a:ext cx="48639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2D8D683-1AB6-86B2-150C-DF181E3E7131}"/>
              </a:ext>
            </a:extLst>
          </p:cNvPr>
          <p:cNvCxnSpPr>
            <a:cxnSpLocks/>
          </p:cNvCxnSpPr>
          <p:nvPr/>
        </p:nvCxnSpPr>
        <p:spPr>
          <a:xfrm flipV="1">
            <a:off x="6259931" y="5397233"/>
            <a:ext cx="0" cy="1960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614AE56-84DA-3091-ACAF-C968FFEBB383}"/>
              </a:ext>
            </a:extLst>
          </p:cNvPr>
          <p:cNvSpPr txBox="1"/>
          <p:nvPr/>
        </p:nvSpPr>
        <p:spPr>
          <a:xfrm rot="16200000">
            <a:off x="171838" y="6250206"/>
            <a:ext cx="1643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Concentration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0DB4537-458A-2DE7-C410-757CA84A5CF5}"/>
              </a:ext>
            </a:extLst>
          </p:cNvPr>
          <p:cNvSpPr txBox="1"/>
          <p:nvPr/>
        </p:nvSpPr>
        <p:spPr>
          <a:xfrm>
            <a:off x="7695324" y="7379996"/>
            <a:ext cx="2149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Space (in km units)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5A3EDC-EA58-38A7-C373-DA133EC637B7}"/>
              </a:ext>
            </a:extLst>
          </p:cNvPr>
          <p:cNvSpPr txBox="1"/>
          <p:nvPr/>
        </p:nvSpPr>
        <p:spPr>
          <a:xfrm>
            <a:off x="1459531" y="103856"/>
            <a:ext cx="4354825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alatino" pitchFamily="2" charset="77"/>
                <a:ea typeface="Palatino" pitchFamily="2" charset="77"/>
              </a:rPr>
              <a:t>Patchy distribution in space</a:t>
            </a:r>
            <a:br>
              <a:rPr lang="en-US" dirty="0">
                <a:latin typeface="Palatino" pitchFamily="2" charset="77"/>
                <a:ea typeface="Palatino" pitchFamily="2" charset="77"/>
              </a:rPr>
            </a:br>
            <a:r>
              <a:rPr lang="en-US" dirty="0">
                <a:latin typeface="Palatino" pitchFamily="2" charset="77"/>
                <a:ea typeface="Palatino" pitchFamily="2" charset="77"/>
              </a:rPr>
              <a:t>(low rho values)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944A281-47B1-A790-1688-F939B7DF69BC}"/>
              </a:ext>
            </a:extLst>
          </p:cNvPr>
          <p:cNvSpPr txBox="1"/>
          <p:nvPr/>
        </p:nvSpPr>
        <p:spPr>
          <a:xfrm>
            <a:off x="6577514" y="106112"/>
            <a:ext cx="4354825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alatino" pitchFamily="2" charset="77"/>
                <a:ea typeface="Palatino" pitchFamily="2" charset="77"/>
              </a:rPr>
              <a:t>Smooth distribution in space</a:t>
            </a:r>
            <a:br>
              <a:rPr lang="en-US" dirty="0">
                <a:latin typeface="Palatino" pitchFamily="2" charset="77"/>
                <a:ea typeface="Palatino" pitchFamily="2" charset="77"/>
              </a:rPr>
            </a:br>
            <a:r>
              <a:rPr lang="en-US" dirty="0">
                <a:latin typeface="Palatino" pitchFamily="2" charset="77"/>
                <a:ea typeface="Palatino" pitchFamily="2" charset="77"/>
              </a:rPr>
              <a:t>(high rho values)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F46B885-3409-2435-C308-C6D7DFE8D358}"/>
              </a:ext>
            </a:extLst>
          </p:cNvPr>
          <p:cNvSpPr txBox="1"/>
          <p:nvPr/>
        </p:nvSpPr>
        <p:spPr>
          <a:xfrm rot="16200000">
            <a:off x="-467026" y="3787607"/>
            <a:ext cx="1676379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alatino" pitchFamily="2" charset="77"/>
                <a:ea typeface="Palatino" pitchFamily="2" charset="77"/>
              </a:rPr>
              <a:t>Low number of samples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455256E-D658-7697-7CFC-D5BD2215F15D}"/>
              </a:ext>
            </a:extLst>
          </p:cNvPr>
          <p:cNvCxnSpPr/>
          <p:nvPr/>
        </p:nvCxnSpPr>
        <p:spPr>
          <a:xfrm>
            <a:off x="11415398" y="3537083"/>
            <a:ext cx="2400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10B3419-3406-83F1-00A4-DFD325E6581C}"/>
              </a:ext>
            </a:extLst>
          </p:cNvPr>
          <p:cNvCxnSpPr/>
          <p:nvPr/>
        </p:nvCxnSpPr>
        <p:spPr>
          <a:xfrm>
            <a:off x="11420961" y="4458547"/>
            <a:ext cx="240030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4D9C499-6880-6394-3B9D-8444C7C916ED}"/>
              </a:ext>
            </a:extLst>
          </p:cNvPr>
          <p:cNvSpPr txBox="1"/>
          <p:nvPr/>
        </p:nvSpPr>
        <p:spPr>
          <a:xfrm>
            <a:off x="11674349" y="3333934"/>
            <a:ext cx="2543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True concentration distribution across space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0768032-707A-FB25-FCAD-DA0D1510ED4B}"/>
              </a:ext>
            </a:extLst>
          </p:cNvPr>
          <p:cNvSpPr txBox="1"/>
          <p:nvPr/>
        </p:nvSpPr>
        <p:spPr>
          <a:xfrm>
            <a:off x="11688343" y="4219021"/>
            <a:ext cx="2626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Predicted concentration distribution across space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0732BB0-FCB9-14FA-6550-E015ADDAF92A}"/>
              </a:ext>
            </a:extLst>
          </p:cNvPr>
          <p:cNvSpPr txBox="1"/>
          <p:nvPr/>
        </p:nvSpPr>
        <p:spPr>
          <a:xfrm>
            <a:off x="11688350" y="5145566"/>
            <a:ext cx="2626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Discrete observation point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AF52480-A1B9-5AF0-CC11-7101F35CCF3A}"/>
              </a:ext>
            </a:extLst>
          </p:cNvPr>
          <p:cNvSpPr/>
          <p:nvPr/>
        </p:nvSpPr>
        <p:spPr>
          <a:xfrm>
            <a:off x="11486585" y="5267828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E9A61FB-4AC4-3C56-C2B4-16A4CD6AB85E}"/>
              </a:ext>
            </a:extLst>
          </p:cNvPr>
          <p:cNvSpPr txBox="1"/>
          <p:nvPr/>
        </p:nvSpPr>
        <p:spPr>
          <a:xfrm>
            <a:off x="2614514" y="7379996"/>
            <a:ext cx="2149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Space (in km units)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0AE9643-D574-3711-535E-792DE16FCE49}"/>
              </a:ext>
            </a:extLst>
          </p:cNvPr>
          <p:cNvSpPr txBox="1"/>
          <p:nvPr/>
        </p:nvSpPr>
        <p:spPr>
          <a:xfrm>
            <a:off x="11294939" y="2798068"/>
            <a:ext cx="2543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Palatino" pitchFamily="2" charset="77"/>
                <a:ea typeface="Palatino" pitchFamily="2" charset="77"/>
              </a:rPr>
              <a:t>Legend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AAC6C7E-0DC8-CBA1-5CBB-4F6006F20BC7}"/>
              </a:ext>
            </a:extLst>
          </p:cNvPr>
          <p:cNvSpPr txBox="1"/>
          <p:nvPr/>
        </p:nvSpPr>
        <p:spPr>
          <a:xfrm>
            <a:off x="719328" y="145338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Palatino" pitchFamily="2" charset="77"/>
                <a:ea typeface="Palatino" pitchFamily="2" charset="77"/>
              </a:rPr>
              <a:t>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42EF6A1-81EC-5D57-9433-6CD6ABE53D7D}"/>
              </a:ext>
            </a:extLst>
          </p:cNvPr>
          <p:cNvSpPr txBox="1"/>
          <p:nvPr/>
        </p:nvSpPr>
        <p:spPr>
          <a:xfrm>
            <a:off x="5956531" y="142659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Palatino" pitchFamily="2" charset="77"/>
                <a:ea typeface="Palatino" pitchFamily="2" charset="77"/>
              </a:rPr>
              <a:t>B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A12A3CF-DC3F-6E36-5E6D-F12744276B9B}"/>
              </a:ext>
            </a:extLst>
          </p:cNvPr>
          <p:cNvSpPr txBox="1"/>
          <p:nvPr/>
        </p:nvSpPr>
        <p:spPr>
          <a:xfrm rot="16200000">
            <a:off x="-468636" y="6111708"/>
            <a:ext cx="1676379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alatino" pitchFamily="2" charset="77"/>
                <a:ea typeface="Palatino" pitchFamily="2" charset="77"/>
              </a:rPr>
              <a:t>High number of samples</a:t>
            </a:r>
          </a:p>
        </p:txBody>
      </p:sp>
    </p:spTree>
    <p:extLst>
      <p:ext uri="{BB962C8B-B14F-4D97-AF65-F5344CB8AC3E}">
        <p14:creationId xmlns:p14="http://schemas.microsoft.com/office/powerpoint/2010/main" val="3136323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FE29E-2BE9-B3CE-D000-C99A6A891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73EFC51C-CF62-2989-CA47-D17B87F3A7E5}"/>
              </a:ext>
            </a:extLst>
          </p:cNvPr>
          <p:cNvSpPr/>
          <p:nvPr/>
        </p:nvSpPr>
        <p:spPr>
          <a:xfrm>
            <a:off x="6595971" y="5626427"/>
            <a:ext cx="4359675" cy="1577401"/>
          </a:xfrm>
          <a:custGeom>
            <a:avLst/>
            <a:gdLst>
              <a:gd name="csX0" fmla="*/ 0 w 3365567"/>
              <a:gd name="csY0" fmla="*/ 869179 h 869179"/>
              <a:gd name="csX1" fmla="*/ 1034086 w 3365567"/>
              <a:gd name="csY1" fmla="*/ 2653 h 869179"/>
              <a:gd name="csX2" fmla="*/ 2207008 w 3365567"/>
              <a:gd name="csY2" fmla="*/ 586720 h 869179"/>
              <a:gd name="csX3" fmla="*/ 3365567 w 3365567"/>
              <a:gd name="csY3" fmla="*/ 222875 h 869179"/>
              <a:gd name="csX0" fmla="*/ 0 w 3365567"/>
              <a:gd name="csY0" fmla="*/ 1284265 h 1284265"/>
              <a:gd name="csX1" fmla="*/ 989097 w 3365567"/>
              <a:gd name="csY1" fmla="*/ 1594 h 1284265"/>
              <a:gd name="csX2" fmla="*/ 2207008 w 3365567"/>
              <a:gd name="csY2" fmla="*/ 1001806 h 1284265"/>
              <a:gd name="csX3" fmla="*/ 3365567 w 3365567"/>
              <a:gd name="csY3" fmla="*/ 637961 h 1284265"/>
              <a:gd name="csX0" fmla="*/ 0 w 3365567"/>
              <a:gd name="csY0" fmla="*/ 1283880 h 1283880"/>
              <a:gd name="csX1" fmla="*/ 989097 w 3365567"/>
              <a:gd name="csY1" fmla="*/ 1209 h 1283880"/>
              <a:gd name="csX2" fmla="*/ 2201384 w 3365567"/>
              <a:gd name="csY2" fmla="*/ 1035162 h 1283880"/>
              <a:gd name="csX3" fmla="*/ 3365567 w 3365567"/>
              <a:gd name="csY3" fmla="*/ 637576 h 1283880"/>
              <a:gd name="csX0" fmla="*/ 0 w 3227951"/>
              <a:gd name="csY0" fmla="*/ 1090800 h 1090800"/>
              <a:gd name="csX1" fmla="*/ 851481 w 3227951"/>
              <a:gd name="csY1" fmla="*/ 67 h 1090800"/>
              <a:gd name="csX2" fmla="*/ 2063768 w 3227951"/>
              <a:gd name="csY2" fmla="*/ 1034020 h 1090800"/>
              <a:gd name="csX3" fmla="*/ 3227951 w 3227951"/>
              <a:gd name="csY3" fmla="*/ 636434 h 1090800"/>
              <a:gd name="csX0" fmla="*/ 0 w 3227951"/>
              <a:gd name="csY0" fmla="*/ 1090800 h 1090800"/>
              <a:gd name="csX1" fmla="*/ 851481 w 3227951"/>
              <a:gd name="csY1" fmla="*/ 67 h 1090800"/>
              <a:gd name="csX2" fmla="*/ 2063768 w 3227951"/>
              <a:gd name="csY2" fmla="*/ 1034020 h 1090800"/>
              <a:gd name="csX3" fmla="*/ 3227951 w 3227951"/>
              <a:gd name="csY3" fmla="*/ 636434 h 1090800"/>
              <a:gd name="csX0" fmla="*/ 0 w 3227951"/>
              <a:gd name="csY0" fmla="*/ 1098041 h 1098041"/>
              <a:gd name="csX1" fmla="*/ 797158 w 3227951"/>
              <a:gd name="csY1" fmla="*/ 65 h 1098041"/>
              <a:gd name="csX2" fmla="*/ 2063768 w 3227951"/>
              <a:gd name="csY2" fmla="*/ 1041261 h 1098041"/>
              <a:gd name="csX3" fmla="*/ 3227951 w 3227951"/>
              <a:gd name="csY3" fmla="*/ 643675 h 1098041"/>
              <a:gd name="csX0" fmla="*/ 0 w 3227951"/>
              <a:gd name="csY0" fmla="*/ 1105092 h 1105092"/>
              <a:gd name="csX1" fmla="*/ 797158 w 3227951"/>
              <a:gd name="csY1" fmla="*/ 7116 h 1105092"/>
              <a:gd name="csX2" fmla="*/ 1563911 w 3227951"/>
              <a:gd name="csY2" fmla="*/ 651879 h 1105092"/>
              <a:gd name="csX3" fmla="*/ 2063768 w 3227951"/>
              <a:gd name="csY3" fmla="*/ 1048312 h 1105092"/>
              <a:gd name="csX4" fmla="*/ 3227951 w 3227951"/>
              <a:gd name="csY4" fmla="*/ 650726 h 1105092"/>
              <a:gd name="csX0" fmla="*/ 0 w 3227951"/>
              <a:gd name="csY0" fmla="*/ 1104280 h 1104280"/>
              <a:gd name="csX1" fmla="*/ 797158 w 3227951"/>
              <a:gd name="csY1" fmla="*/ 6304 h 1104280"/>
              <a:gd name="csX2" fmla="*/ 1563911 w 3227951"/>
              <a:gd name="csY2" fmla="*/ 651067 h 1104280"/>
              <a:gd name="csX3" fmla="*/ 2063768 w 3227951"/>
              <a:gd name="csY3" fmla="*/ 1047500 h 1104280"/>
              <a:gd name="csX4" fmla="*/ 3227951 w 3227951"/>
              <a:gd name="csY4" fmla="*/ 649914 h 1104280"/>
              <a:gd name="csX0" fmla="*/ 0 w 3227951"/>
              <a:gd name="csY0" fmla="*/ 1105072 h 1105072"/>
              <a:gd name="csX1" fmla="*/ 797158 w 3227951"/>
              <a:gd name="csY1" fmla="*/ 7096 h 1105072"/>
              <a:gd name="csX2" fmla="*/ 1563911 w 3227951"/>
              <a:gd name="csY2" fmla="*/ 651859 h 1105072"/>
              <a:gd name="csX3" fmla="*/ 2266571 w 3227951"/>
              <a:gd name="csY3" fmla="*/ 1037428 h 1105072"/>
              <a:gd name="csX4" fmla="*/ 3227951 w 3227951"/>
              <a:gd name="csY4" fmla="*/ 650706 h 1105072"/>
              <a:gd name="csX0" fmla="*/ 0 w 3227951"/>
              <a:gd name="csY0" fmla="*/ 1105072 h 1105072"/>
              <a:gd name="csX1" fmla="*/ 797158 w 3227951"/>
              <a:gd name="csY1" fmla="*/ 7096 h 1105072"/>
              <a:gd name="csX2" fmla="*/ 1563911 w 3227951"/>
              <a:gd name="csY2" fmla="*/ 651859 h 1105072"/>
              <a:gd name="csX3" fmla="*/ 2266571 w 3227951"/>
              <a:gd name="csY3" fmla="*/ 1037428 h 1105072"/>
              <a:gd name="csX4" fmla="*/ 3227951 w 3227951"/>
              <a:gd name="csY4" fmla="*/ 650706 h 1105072"/>
              <a:gd name="csX0" fmla="*/ 0 w 3227951"/>
              <a:gd name="csY0" fmla="*/ 1097977 h 1097977"/>
              <a:gd name="csX1" fmla="*/ 797158 w 3227951"/>
              <a:gd name="csY1" fmla="*/ 1 h 1097977"/>
              <a:gd name="csX2" fmla="*/ 1563911 w 3227951"/>
              <a:gd name="csY2" fmla="*/ 644764 h 1097977"/>
              <a:gd name="csX3" fmla="*/ 2266571 w 3227951"/>
              <a:gd name="csY3" fmla="*/ 1030333 h 1097977"/>
              <a:gd name="csX4" fmla="*/ 3227951 w 3227951"/>
              <a:gd name="csY4" fmla="*/ 643611 h 1097977"/>
              <a:gd name="csX0" fmla="*/ 0 w 3227951"/>
              <a:gd name="csY0" fmla="*/ 1104653 h 1104653"/>
              <a:gd name="csX1" fmla="*/ 797158 w 3227951"/>
              <a:gd name="csY1" fmla="*/ 6677 h 1104653"/>
              <a:gd name="csX2" fmla="*/ 1585527 w 3227951"/>
              <a:gd name="csY2" fmla="*/ 662247 h 1104653"/>
              <a:gd name="csX3" fmla="*/ 2266571 w 3227951"/>
              <a:gd name="csY3" fmla="*/ 1037009 h 1104653"/>
              <a:gd name="csX4" fmla="*/ 3227951 w 3227951"/>
              <a:gd name="csY4" fmla="*/ 650287 h 1104653"/>
              <a:gd name="csX0" fmla="*/ 0 w 3227951"/>
              <a:gd name="csY0" fmla="*/ 1104952 h 1104952"/>
              <a:gd name="csX1" fmla="*/ 797158 w 3227951"/>
              <a:gd name="csY1" fmla="*/ 6976 h 1104952"/>
              <a:gd name="csX2" fmla="*/ 1585527 w 3227951"/>
              <a:gd name="csY2" fmla="*/ 662546 h 1104952"/>
              <a:gd name="csX3" fmla="*/ 2266571 w 3227951"/>
              <a:gd name="csY3" fmla="*/ 1037308 h 1104952"/>
              <a:gd name="csX4" fmla="*/ 3227951 w 3227951"/>
              <a:gd name="csY4" fmla="*/ 650586 h 1104952"/>
              <a:gd name="csX0" fmla="*/ 0 w 3249483"/>
              <a:gd name="csY0" fmla="*/ 1129869 h 1129869"/>
              <a:gd name="csX1" fmla="*/ 818690 w 3249483"/>
              <a:gd name="csY1" fmla="*/ 7670 h 1129869"/>
              <a:gd name="csX2" fmla="*/ 1607059 w 3249483"/>
              <a:gd name="csY2" fmla="*/ 663240 h 1129869"/>
              <a:gd name="csX3" fmla="*/ 2288103 w 3249483"/>
              <a:gd name="csY3" fmla="*/ 1038002 h 1129869"/>
              <a:gd name="csX4" fmla="*/ 3249483 w 3249483"/>
              <a:gd name="csY4" fmla="*/ 651280 h 1129869"/>
              <a:gd name="csX0" fmla="*/ 34101 w 3283584"/>
              <a:gd name="csY0" fmla="*/ 1128684 h 1176911"/>
              <a:gd name="csX1" fmla="*/ 67382 w 3283584"/>
              <a:gd name="csY1" fmla="*/ 1086700 h 1176911"/>
              <a:gd name="csX2" fmla="*/ 852791 w 3283584"/>
              <a:gd name="csY2" fmla="*/ 6485 h 1176911"/>
              <a:gd name="csX3" fmla="*/ 1641160 w 3283584"/>
              <a:gd name="csY3" fmla="*/ 662055 h 1176911"/>
              <a:gd name="csX4" fmla="*/ 2322204 w 3283584"/>
              <a:gd name="csY4" fmla="*/ 1036817 h 1176911"/>
              <a:gd name="csX5" fmla="*/ 3283584 w 3283584"/>
              <a:gd name="csY5" fmla="*/ 650095 h 1176911"/>
              <a:gd name="csX0" fmla="*/ 4864 w 3305484"/>
              <a:gd name="csY0" fmla="*/ 1142141 h 1181279"/>
              <a:gd name="csX1" fmla="*/ 89282 w 3305484"/>
              <a:gd name="csY1" fmla="*/ 1086700 h 1181279"/>
              <a:gd name="csX2" fmla="*/ 874691 w 3305484"/>
              <a:gd name="csY2" fmla="*/ 6485 h 1181279"/>
              <a:gd name="csX3" fmla="*/ 1663060 w 3305484"/>
              <a:gd name="csY3" fmla="*/ 662055 h 1181279"/>
              <a:gd name="csX4" fmla="*/ 2344104 w 3305484"/>
              <a:gd name="csY4" fmla="*/ 1036817 h 1181279"/>
              <a:gd name="csX5" fmla="*/ 3305484 w 3305484"/>
              <a:gd name="csY5" fmla="*/ 650095 h 1181279"/>
              <a:gd name="csX0" fmla="*/ 0 w 3300620"/>
              <a:gd name="csY0" fmla="*/ 1142141 h 1155839"/>
              <a:gd name="csX1" fmla="*/ 84418 w 3300620"/>
              <a:gd name="csY1" fmla="*/ 1086700 h 1155839"/>
              <a:gd name="csX2" fmla="*/ 869827 w 3300620"/>
              <a:gd name="csY2" fmla="*/ 6485 h 1155839"/>
              <a:gd name="csX3" fmla="*/ 1658196 w 3300620"/>
              <a:gd name="csY3" fmla="*/ 662055 h 1155839"/>
              <a:gd name="csX4" fmla="*/ 2339240 w 3300620"/>
              <a:gd name="csY4" fmla="*/ 1036817 h 1155839"/>
              <a:gd name="csX5" fmla="*/ 3300620 w 3300620"/>
              <a:gd name="csY5" fmla="*/ 650095 h 1155839"/>
              <a:gd name="csX0" fmla="*/ 0 w 3478349"/>
              <a:gd name="csY0" fmla="*/ 1358298 h 1358298"/>
              <a:gd name="csX1" fmla="*/ 262147 w 3478349"/>
              <a:gd name="csY1" fmla="*/ 1086700 h 1358298"/>
              <a:gd name="csX2" fmla="*/ 1047556 w 3478349"/>
              <a:gd name="csY2" fmla="*/ 6485 h 1358298"/>
              <a:gd name="csX3" fmla="*/ 1835925 w 3478349"/>
              <a:gd name="csY3" fmla="*/ 662055 h 1358298"/>
              <a:gd name="csX4" fmla="*/ 2516969 w 3478349"/>
              <a:gd name="csY4" fmla="*/ 1036817 h 1358298"/>
              <a:gd name="csX5" fmla="*/ 3478349 w 3478349"/>
              <a:gd name="csY5" fmla="*/ 650095 h 1358298"/>
              <a:gd name="csX0" fmla="*/ 0 w 3478349"/>
              <a:gd name="csY0" fmla="*/ 1358298 h 1358298"/>
              <a:gd name="csX1" fmla="*/ 262147 w 3478349"/>
              <a:gd name="csY1" fmla="*/ 1086700 h 1358298"/>
              <a:gd name="csX2" fmla="*/ 1047556 w 3478349"/>
              <a:gd name="csY2" fmla="*/ 6485 h 1358298"/>
              <a:gd name="csX3" fmla="*/ 1835925 w 3478349"/>
              <a:gd name="csY3" fmla="*/ 662055 h 1358298"/>
              <a:gd name="csX4" fmla="*/ 2516969 w 3478349"/>
              <a:gd name="csY4" fmla="*/ 1036817 h 1358298"/>
              <a:gd name="csX5" fmla="*/ 3478349 w 3478349"/>
              <a:gd name="csY5" fmla="*/ 650095 h 1358298"/>
              <a:gd name="csX0" fmla="*/ 0 w 3478349"/>
              <a:gd name="csY0" fmla="*/ 1358298 h 1358298"/>
              <a:gd name="csX1" fmla="*/ 262147 w 3478349"/>
              <a:gd name="csY1" fmla="*/ 1086700 h 1358298"/>
              <a:gd name="csX2" fmla="*/ 1047556 w 3478349"/>
              <a:gd name="csY2" fmla="*/ 6485 h 1358298"/>
              <a:gd name="csX3" fmla="*/ 1835925 w 3478349"/>
              <a:gd name="csY3" fmla="*/ 662055 h 1358298"/>
              <a:gd name="csX4" fmla="*/ 2516969 w 3478349"/>
              <a:gd name="csY4" fmla="*/ 1036817 h 1358298"/>
              <a:gd name="csX5" fmla="*/ 3478349 w 3478349"/>
              <a:gd name="csY5" fmla="*/ 650095 h 1358298"/>
              <a:gd name="csX0" fmla="*/ 0 w 3370271"/>
              <a:gd name="csY0" fmla="*/ 1161355 h 1178865"/>
              <a:gd name="csX1" fmla="*/ 154069 w 3370271"/>
              <a:gd name="csY1" fmla="*/ 1086700 h 1178865"/>
              <a:gd name="csX2" fmla="*/ 939478 w 3370271"/>
              <a:gd name="csY2" fmla="*/ 6485 h 1178865"/>
              <a:gd name="csX3" fmla="*/ 1727847 w 3370271"/>
              <a:gd name="csY3" fmla="*/ 662055 h 1178865"/>
              <a:gd name="csX4" fmla="*/ 2408891 w 3370271"/>
              <a:gd name="csY4" fmla="*/ 1036817 h 1178865"/>
              <a:gd name="csX5" fmla="*/ 3370271 w 3370271"/>
              <a:gd name="csY5" fmla="*/ 650095 h 1178865"/>
              <a:gd name="csX0" fmla="*/ 0 w 3370271"/>
              <a:gd name="csY0" fmla="*/ 1161355 h 1205946"/>
              <a:gd name="csX1" fmla="*/ 154069 w 3370271"/>
              <a:gd name="csY1" fmla="*/ 1086700 h 1205946"/>
              <a:gd name="csX2" fmla="*/ 939478 w 3370271"/>
              <a:gd name="csY2" fmla="*/ 6485 h 1205946"/>
              <a:gd name="csX3" fmla="*/ 1727847 w 3370271"/>
              <a:gd name="csY3" fmla="*/ 662055 h 1205946"/>
              <a:gd name="csX4" fmla="*/ 2408891 w 3370271"/>
              <a:gd name="csY4" fmla="*/ 1036817 h 1205946"/>
              <a:gd name="csX5" fmla="*/ 3370271 w 3370271"/>
              <a:gd name="csY5" fmla="*/ 650095 h 1205946"/>
              <a:gd name="csX0" fmla="*/ 0 w 3319834"/>
              <a:gd name="csY0" fmla="*/ 1086901 h 1172794"/>
              <a:gd name="csX1" fmla="*/ 103632 w 3319834"/>
              <a:gd name="csY1" fmla="*/ 1086700 h 1172794"/>
              <a:gd name="csX2" fmla="*/ 889041 w 3319834"/>
              <a:gd name="csY2" fmla="*/ 6485 h 1172794"/>
              <a:gd name="csX3" fmla="*/ 1677410 w 3319834"/>
              <a:gd name="csY3" fmla="*/ 662055 h 1172794"/>
              <a:gd name="csX4" fmla="*/ 2358454 w 3319834"/>
              <a:gd name="csY4" fmla="*/ 1036817 h 1172794"/>
              <a:gd name="csX5" fmla="*/ 3319834 w 3319834"/>
              <a:gd name="csY5" fmla="*/ 650095 h 1172794"/>
              <a:gd name="csX0" fmla="*/ 0 w 3319834"/>
              <a:gd name="csY0" fmla="*/ 1086901 h 1112987"/>
              <a:gd name="csX1" fmla="*/ 103632 w 3319834"/>
              <a:gd name="csY1" fmla="*/ 1086700 h 1112987"/>
              <a:gd name="csX2" fmla="*/ 889041 w 3319834"/>
              <a:gd name="csY2" fmla="*/ 6485 h 1112987"/>
              <a:gd name="csX3" fmla="*/ 1677410 w 3319834"/>
              <a:gd name="csY3" fmla="*/ 662055 h 1112987"/>
              <a:gd name="csX4" fmla="*/ 2358454 w 3319834"/>
              <a:gd name="csY4" fmla="*/ 1036817 h 1112987"/>
              <a:gd name="csX5" fmla="*/ 3319834 w 3319834"/>
              <a:gd name="csY5" fmla="*/ 650095 h 1112987"/>
              <a:gd name="csX0" fmla="*/ 0 w 3307825"/>
              <a:gd name="csY0" fmla="*/ 1108517 h 1181163"/>
              <a:gd name="csX1" fmla="*/ 91623 w 3307825"/>
              <a:gd name="csY1" fmla="*/ 1086700 h 1181163"/>
              <a:gd name="csX2" fmla="*/ 877032 w 3307825"/>
              <a:gd name="csY2" fmla="*/ 6485 h 1181163"/>
              <a:gd name="csX3" fmla="*/ 1665401 w 3307825"/>
              <a:gd name="csY3" fmla="*/ 662055 h 1181163"/>
              <a:gd name="csX4" fmla="*/ 2346445 w 3307825"/>
              <a:gd name="csY4" fmla="*/ 1036817 h 1181163"/>
              <a:gd name="csX5" fmla="*/ 3307825 w 3307825"/>
              <a:gd name="csY5" fmla="*/ 650095 h 1181163"/>
              <a:gd name="csX0" fmla="*/ 20300 w 3328125"/>
              <a:gd name="csY0" fmla="*/ 1108517 h 1181832"/>
              <a:gd name="csX1" fmla="*/ 111923 w 3328125"/>
              <a:gd name="csY1" fmla="*/ 1086700 h 1181832"/>
              <a:gd name="csX2" fmla="*/ 897332 w 3328125"/>
              <a:gd name="csY2" fmla="*/ 6485 h 1181832"/>
              <a:gd name="csX3" fmla="*/ 1685701 w 3328125"/>
              <a:gd name="csY3" fmla="*/ 662055 h 1181832"/>
              <a:gd name="csX4" fmla="*/ 2366745 w 3328125"/>
              <a:gd name="csY4" fmla="*/ 1036817 h 1181832"/>
              <a:gd name="csX5" fmla="*/ 3328125 w 3328125"/>
              <a:gd name="csY5" fmla="*/ 650095 h 1181832"/>
              <a:gd name="csX0" fmla="*/ 3192 w 3486344"/>
              <a:gd name="csY0" fmla="*/ 1298255 h 1307707"/>
              <a:gd name="csX1" fmla="*/ 270142 w 3486344"/>
              <a:gd name="csY1" fmla="*/ 1086700 h 1307707"/>
              <a:gd name="csX2" fmla="*/ 1055551 w 3486344"/>
              <a:gd name="csY2" fmla="*/ 6485 h 1307707"/>
              <a:gd name="csX3" fmla="*/ 1843920 w 3486344"/>
              <a:gd name="csY3" fmla="*/ 662055 h 1307707"/>
              <a:gd name="csX4" fmla="*/ 2524964 w 3486344"/>
              <a:gd name="csY4" fmla="*/ 1036817 h 1307707"/>
              <a:gd name="csX5" fmla="*/ 3486344 w 3486344"/>
              <a:gd name="csY5" fmla="*/ 650095 h 1307707"/>
              <a:gd name="csX0" fmla="*/ 0 w 3483152"/>
              <a:gd name="csY0" fmla="*/ 1298255 h 1298255"/>
              <a:gd name="csX1" fmla="*/ 266950 w 3483152"/>
              <a:gd name="csY1" fmla="*/ 1086700 h 1298255"/>
              <a:gd name="csX2" fmla="*/ 1052359 w 3483152"/>
              <a:gd name="csY2" fmla="*/ 6485 h 1298255"/>
              <a:gd name="csX3" fmla="*/ 1840728 w 3483152"/>
              <a:gd name="csY3" fmla="*/ 662055 h 1298255"/>
              <a:gd name="csX4" fmla="*/ 2521772 w 3483152"/>
              <a:gd name="csY4" fmla="*/ 1036817 h 1298255"/>
              <a:gd name="csX5" fmla="*/ 3483152 w 3483152"/>
              <a:gd name="csY5" fmla="*/ 650095 h 1298255"/>
              <a:gd name="csX0" fmla="*/ 0 w 3358261"/>
              <a:gd name="csY0" fmla="*/ 1202185 h 1202185"/>
              <a:gd name="csX1" fmla="*/ 142059 w 3358261"/>
              <a:gd name="csY1" fmla="*/ 1086700 h 1202185"/>
              <a:gd name="csX2" fmla="*/ 927468 w 3358261"/>
              <a:gd name="csY2" fmla="*/ 6485 h 1202185"/>
              <a:gd name="csX3" fmla="*/ 1715837 w 3358261"/>
              <a:gd name="csY3" fmla="*/ 662055 h 1202185"/>
              <a:gd name="csX4" fmla="*/ 2396881 w 3358261"/>
              <a:gd name="csY4" fmla="*/ 1036817 h 1202185"/>
              <a:gd name="csX5" fmla="*/ 3358261 w 3358261"/>
              <a:gd name="csY5" fmla="*/ 650095 h 1202185"/>
              <a:gd name="csX0" fmla="*/ 0 w 3358261"/>
              <a:gd name="csY0" fmla="*/ 1202185 h 1213616"/>
              <a:gd name="csX1" fmla="*/ 142059 w 3358261"/>
              <a:gd name="csY1" fmla="*/ 1086700 h 1213616"/>
              <a:gd name="csX2" fmla="*/ 927468 w 3358261"/>
              <a:gd name="csY2" fmla="*/ 6485 h 1213616"/>
              <a:gd name="csX3" fmla="*/ 1715837 w 3358261"/>
              <a:gd name="csY3" fmla="*/ 662055 h 1213616"/>
              <a:gd name="csX4" fmla="*/ 2396881 w 3358261"/>
              <a:gd name="csY4" fmla="*/ 1036817 h 1213616"/>
              <a:gd name="csX5" fmla="*/ 3358261 w 3358261"/>
              <a:gd name="csY5" fmla="*/ 650095 h 1213616"/>
              <a:gd name="csX0" fmla="*/ 0 w 3396689"/>
              <a:gd name="csY0" fmla="*/ 1317469 h 1317469"/>
              <a:gd name="csX1" fmla="*/ 180487 w 3396689"/>
              <a:gd name="csY1" fmla="*/ 1086700 h 1317469"/>
              <a:gd name="csX2" fmla="*/ 965896 w 3396689"/>
              <a:gd name="csY2" fmla="*/ 6485 h 1317469"/>
              <a:gd name="csX3" fmla="*/ 1754265 w 3396689"/>
              <a:gd name="csY3" fmla="*/ 662055 h 1317469"/>
              <a:gd name="csX4" fmla="*/ 2435309 w 3396689"/>
              <a:gd name="csY4" fmla="*/ 1036817 h 1317469"/>
              <a:gd name="csX5" fmla="*/ 3396689 w 3396689"/>
              <a:gd name="csY5" fmla="*/ 650095 h 1317469"/>
              <a:gd name="csX0" fmla="*/ 0 w 3396689"/>
              <a:gd name="csY0" fmla="*/ 1317469 h 1317469"/>
              <a:gd name="csX1" fmla="*/ 180487 w 3396689"/>
              <a:gd name="csY1" fmla="*/ 1086700 h 1317469"/>
              <a:gd name="csX2" fmla="*/ 965896 w 3396689"/>
              <a:gd name="csY2" fmla="*/ 6485 h 1317469"/>
              <a:gd name="csX3" fmla="*/ 1754265 w 3396689"/>
              <a:gd name="csY3" fmla="*/ 662055 h 1317469"/>
              <a:gd name="csX4" fmla="*/ 2435309 w 3396689"/>
              <a:gd name="csY4" fmla="*/ 1036817 h 1317469"/>
              <a:gd name="csX5" fmla="*/ 3396689 w 3396689"/>
              <a:gd name="csY5" fmla="*/ 650095 h 1317469"/>
              <a:gd name="csX0" fmla="*/ 0 w 3396689"/>
              <a:gd name="csY0" fmla="*/ 1317469 h 1317469"/>
              <a:gd name="csX1" fmla="*/ 180487 w 3396689"/>
              <a:gd name="csY1" fmla="*/ 1086700 h 1317469"/>
              <a:gd name="csX2" fmla="*/ 965896 w 3396689"/>
              <a:gd name="csY2" fmla="*/ 6485 h 1317469"/>
              <a:gd name="csX3" fmla="*/ 1754265 w 3396689"/>
              <a:gd name="csY3" fmla="*/ 662055 h 1317469"/>
              <a:gd name="csX4" fmla="*/ 2435309 w 3396689"/>
              <a:gd name="csY4" fmla="*/ 1036817 h 1317469"/>
              <a:gd name="csX5" fmla="*/ 3396689 w 3396689"/>
              <a:gd name="csY5" fmla="*/ 650095 h 1317469"/>
              <a:gd name="csX0" fmla="*/ 0 w 3396689"/>
              <a:gd name="csY0" fmla="*/ 1317469 h 1317469"/>
              <a:gd name="csX1" fmla="*/ 180487 w 3396689"/>
              <a:gd name="csY1" fmla="*/ 1086700 h 1317469"/>
              <a:gd name="csX2" fmla="*/ 965896 w 3396689"/>
              <a:gd name="csY2" fmla="*/ 6485 h 1317469"/>
              <a:gd name="csX3" fmla="*/ 1754265 w 3396689"/>
              <a:gd name="csY3" fmla="*/ 662055 h 1317469"/>
              <a:gd name="csX4" fmla="*/ 2435309 w 3396689"/>
              <a:gd name="csY4" fmla="*/ 1036817 h 1317469"/>
              <a:gd name="csX5" fmla="*/ 3396689 w 3396689"/>
              <a:gd name="csY5" fmla="*/ 650095 h 1317469"/>
              <a:gd name="csX0" fmla="*/ 16490 w 3297895"/>
              <a:gd name="csY0" fmla="*/ 1163757 h 1193233"/>
              <a:gd name="csX1" fmla="*/ 81693 w 3297895"/>
              <a:gd name="csY1" fmla="*/ 1086700 h 1193233"/>
              <a:gd name="csX2" fmla="*/ 867102 w 3297895"/>
              <a:gd name="csY2" fmla="*/ 6485 h 1193233"/>
              <a:gd name="csX3" fmla="*/ 1655471 w 3297895"/>
              <a:gd name="csY3" fmla="*/ 662055 h 1193233"/>
              <a:gd name="csX4" fmla="*/ 2336515 w 3297895"/>
              <a:gd name="csY4" fmla="*/ 1036817 h 1193233"/>
              <a:gd name="csX5" fmla="*/ 3297895 w 3297895"/>
              <a:gd name="csY5" fmla="*/ 650095 h 11932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297895" h="1193233">
                <a:moveTo>
                  <a:pt x="16490" y="1163757"/>
                </a:moveTo>
                <a:cubicBezTo>
                  <a:pt x="28317" y="1148555"/>
                  <a:pt x="-60076" y="1279579"/>
                  <a:pt x="81693" y="1086700"/>
                </a:cubicBezTo>
                <a:cubicBezTo>
                  <a:pt x="223462" y="893821"/>
                  <a:pt x="604806" y="77259"/>
                  <a:pt x="867102" y="6485"/>
                </a:cubicBezTo>
                <a:cubicBezTo>
                  <a:pt x="1129398" y="-64289"/>
                  <a:pt x="1475416" y="463314"/>
                  <a:pt x="1655471" y="662055"/>
                </a:cubicBezTo>
                <a:cubicBezTo>
                  <a:pt x="1835526" y="860796"/>
                  <a:pt x="2062778" y="1038810"/>
                  <a:pt x="2336515" y="1036817"/>
                </a:cubicBezTo>
                <a:cubicBezTo>
                  <a:pt x="2610252" y="1034824"/>
                  <a:pt x="3064109" y="689192"/>
                  <a:pt x="3297895" y="650095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0F31BB32-6A54-49D1-4E72-E9259CB7780D}"/>
              </a:ext>
            </a:extLst>
          </p:cNvPr>
          <p:cNvSpPr/>
          <p:nvPr/>
        </p:nvSpPr>
        <p:spPr>
          <a:xfrm>
            <a:off x="6605907" y="3270634"/>
            <a:ext cx="4359675" cy="1577401"/>
          </a:xfrm>
          <a:custGeom>
            <a:avLst/>
            <a:gdLst>
              <a:gd name="csX0" fmla="*/ 0 w 3365567"/>
              <a:gd name="csY0" fmla="*/ 869179 h 869179"/>
              <a:gd name="csX1" fmla="*/ 1034086 w 3365567"/>
              <a:gd name="csY1" fmla="*/ 2653 h 869179"/>
              <a:gd name="csX2" fmla="*/ 2207008 w 3365567"/>
              <a:gd name="csY2" fmla="*/ 586720 h 869179"/>
              <a:gd name="csX3" fmla="*/ 3365567 w 3365567"/>
              <a:gd name="csY3" fmla="*/ 222875 h 869179"/>
              <a:gd name="csX0" fmla="*/ 0 w 3365567"/>
              <a:gd name="csY0" fmla="*/ 1284265 h 1284265"/>
              <a:gd name="csX1" fmla="*/ 989097 w 3365567"/>
              <a:gd name="csY1" fmla="*/ 1594 h 1284265"/>
              <a:gd name="csX2" fmla="*/ 2207008 w 3365567"/>
              <a:gd name="csY2" fmla="*/ 1001806 h 1284265"/>
              <a:gd name="csX3" fmla="*/ 3365567 w 3365567"/>
              <a:gd name="csY3" fmla="*/ 637961 h 1284265"/>
              <a:gd name="csX0" fmla="*/ 0 w 3365567"/>
              <a:gd name="csY0" fmla="*/ 1283880 h 1283880"/>
              <a:gd name="csX1" fmla="*/ 989097 w 3365567"/>
              <a:gd name="csY1" fmla="*/ 1209 h 1283880"/>
              <a:gd name="csX2" fmla="*/ 2201384 w 3365567"/>
              <a:gd name="csY2" fmla="*/ 1035162 h 1283880"/>
              <a:gd name="csX3" fmla="*/ 3365567 w 3365567"/>
              <a:gd name="csY3" fmla="*/ 637576 h 1283880"/>
              <a:gd name="csX0" fmla="*/ 0 w 3227951"/>
              <a:gd name="csY0" fmla="*/ 1090800 h 1090800"/>
              <a:gd name="csX1" fmla="*/ 851481 w 3227951"/>
              <a:gd name="csY1" fmla="*/ 67 h 1090800"/>
              <a:gd name="csX2" fmla="*/ 2063768 w 3227951"/>
              <a:gd name="csY2" fmla="*/ 1034020 h 1090800"/>
              <a:gd name="csX3" fmla="*/ 3227951 w 3227951"/>
              <a:gd name="csY3" fmla="*/ 636434 h 1090800"/>
              <a:gd name="csX0" fmla="*/ 0 w 3227951"/>
              <a:gd name="csY0" fmla="*/ 1090800 h 1090800"/>
              <a:gd name="csX1" fmla="*/ 851481 w 3227951"/>
              <a:gd name="csY1" fmla="*/ 67 h 1090800"/>
              <a:gd name="csX2" fmla="*/ 2063768 w 3227951"/>
              <a:gd name="csY2" fmla="*/ 1034020 h 1090800"/>
              <a:gd name="csX3" fmla="*/ 3227951 w 3227951"/>
              <a:gd name="csY3" fmla="*/ 636434 h 1090800"/>
              <a:gd name="csX0" fmla="*/ 0 w 3227951"/>
              <a:gd name="csY0" fmla="*/ 1098041 h 1098041"/>
              <a:gd name="csX1" fmla="*/ 797158 w 3227951"/>
              <a:gd name="csY1" fmla="*/ 65 h 1098041"/>
              <a:gd name="csX2" fmla="*/ 2063768 w 3227951"/>
              <a:gd name="csY2" fmla="*/ 1041261 h 1098041"/>
              <a:gd name="csX3" fmla="*/ 3227951 w 3227951"/>
              <a:gd name="csY3" fmla="*/ 643675 h 1098041"/>
              <a:gd name="csX0" fmla="*/ 0 w 3227951"/>
              <a:gd name="csY0" fmla="*/ 1105092 h 1105092"/>
              <a:gd name="csX1" fmla="*/ 797158 w 3227951"/>
              <a:gd name="csY1" fmla="*/ 7116 h 1105092"/>
              <a:gd name="csX2" fmla="*/ 1563911 w 3227951"/>
              <a:gd name="csY2" fmla="*/ 651879 h 1105092"/>
              <a:gd name="csX3" fmla="*/ 2063768 w 3227951"/>
              <a:gd name="csY3" fmla="*/ 1048312 h 1105092"/>
              <a:gd name="csX4" fmla="*/ 3227951 w 3227951"/>
              <a:gd name="csY4" fmla="*/ 650726 h 1105092"/>
              <a:gd name="csX0" fmla="*/ 0 w 3227951"/>
              <a:gd name="csY0" fmla="*/ 1104280 h 1104280"/>
              <a:gd name="csX1" fmla="*/ 797158 w 3227951"/>
              <a:gd name="csY1" fmla="*/ 6304 h 1104280"/>
              <a:gd name="csX2" fmla="*/ 1563911 w 3227951"/>
              <a:gd name="csY2" fmla="*/ 651067 h 1104280"/>
              <a:gd name="csX3" fmla="*/ 2063768 w 3227951"/>
              <a:gd name="csY3" fmla="*/ 1047500 h 1104280"/>
              <a:gd name="csX4" fmla="*/ 3227951 w 3227951"/>
              <a:gd name="csY4" fmla="*/ 649914 h 1104280"/>
              <a:gd name="csX0" fmla="*/ 0 w 3227951"/>
              <a:gd name="csY0" fmla="*/ 1105072 h 1105072"/>
              <a:gd name="csX1" fmla="*/ 797158 w 3227951"/>
              <a:gd name="csY1" fmla="*/ 7096 h 1105072"/>
              <a:gd name="csX2" fmla="*/ 1563911 w 3227951"/>
              <a:gd name="csY2" fmla="*/ 651859 h 1105072"/>
              <a:gd name="csX3" fmla="*/ 2266571 w 3227951"/>
              <a:gd name="csY3" fmla="*/ 1037428 h 1105072"/>
              <a:gd name="csX4" fmla="*/ 3227951 w 3227951"/>
              <a:gd name="csY4" fmla="*/ 650706 h 1105072"/>
              <a:gd name="csX0" fmla="*/ 0 w 3227951"/>
              <a:gd name="csY0" fmla="*/ 1105072 h 1105072"/>
              <a:gd name="csX1" fmla="*/ 797158 w 3227951"/>
              <a:gd name="csY1" fmla="*/ 7096 h 1105072"/>
              <a:gd name="csX2" fmla="*/ 1563911 w 3227951"/>
              <a:gd name="csY2" fmla="*/ 651859 h 1105072"/>
              <a:gd name="csX3" fmla="*/ 2266571 w 3227951"/>
              <a:gd name="csY3" fmla="*/ 1037428 h 1105072"/>
              <a:gd name="csX4" fmla="*/ 3227951 w 3227951"/>
              <a:gd name="csY4" fmla="*/ 650706 h 1105072"/>
              <a:gd name="csX0" fmla="*/ 0 w 3227951"/>
              <a:gd name="csY0" fmla="*/ 1097977 h 1097977"/>
              <a:gd name="csX1" fmla="*/ 797158 w 3227951"/>
              <a:gd name="csY1" fmla="*/ 1 h 1097977"/>
              <a:gd name="csX2" fmla="*/ 1563911 w 3227951"/>
              <a:gd name="csY2" fmla="*/ 644764 h 1097977"/>
              <a:gd name="csX3" fmla="*/ 2266571 w 3227951"/>
              <a:gd name="csY3" fmla="*/ 1030333 h 1097977"/>
              <a:gd name="csX4" fmla="*/ 3227951 w 3227951"/>
              <a:gd name="csY4" fmla="*/ 643611 h 1097977"/>
              <a:gd name="csX0" fmla="*/ 0 w 3227951"/>
              <a:gd name="csY0" fmla="*/ 1104653 h 1104653"/>
              <a:gd name="csX1" fmla="*/ 797158 w 3227951"/>
              <a:gd name="csY1" fmla="*/ 6677 h 1104653"/>
              <a:gd name="csX2" fmla="*/ 1585527 w 3227951"/>
              <a:gd name="csY2" fmla="*/ 662247 h 1104653"/>
              <a:gd name="csX3" fmla="*/ 2266571 w 3227951"/>
              <a:gd name="csY3" fmla="*/ 1037009 h 1104653"/>
              <a:gd name="csX4" fmla="*/ 3227951 w 3227951"/>
              <a:gd name="csY4" fmla="*/ 650287 h 1104653"/>
              <a:gd name="csX0" fmla="*/ 0 w 3227951"/>
              <a:gd name="csY0" fmla="*/ 1104952 h 1104952"/>
              <a:gd name="csX1" fmla="*/ 797158 w 3227951"/>
              <a:gd name="csY1" fmla="*/ 6976 h 1104952"/>
              <a:gd name="csX2" fmla="*/ 1585527 w 3227951"/>
              <a:gd name="csY2" fmla="*/ 662546 h 1104952"/>
              <a:gd name="csX3" fmla="*/ 2266571 w 3227951"/>
              <a:gd name="csY3" fmla="*/ 1037308 h 1104952"/>
              <a:gd name="csX4" fmla="*/ 3227951 w 3227951"/>
              <a:gd name="csY4" fmla="*/ 650586 h 1104952"/>
              <a:gd name="csX0" fmla="*/ 0 w 3249483"/>
              <a:gd name="csY0" fmla="*/ 1129869 h 1129869"/>
              <a:gd name="csX1" fmla="*/ 818690 w 3249483"/>
              <a:gd name="csY1" fmla="*/ 7670 h 1129869"/>
              <a:gd name="csX2" fmla="*/ 1607059 w 3249483"/>
              <a:gd name="csY2" fmla="*/ 663240 h 1129869"/>
              <a:gd name="csX3" fmla="*/ 2288103 w 3249483"/>
              <a:gd name="csY3" fmla="*/ 1038002 h 1129869"/>
              <a:gd name="csX4" fmla="*/ 3249483 w 3249483"/>
              <a:gd name="csY4" fmla="*/ 651280 h 1129869"/>
              <a:gd name="csX0" fmla="*/ 34101 w 3283584"/>
              <a:gd name="csY0" fmla="*/ 1128684 h 1176911"/>
              <a:gd name="csX1" fmla="*/ 67382 w 3283584"/>
              <a:gd name="csY1" fmla="*/ 1086700 h 1176911"/>
              <a:gd name="csX2" fmla="*/ 852791 w 3283584"/>
              <a:gd name="csY2" fmla="*/ 6485 h 1176911"/>
              <a:gd name="csX3" fmla="*/ 1641160 w 3283584"/>
              <a:gd name="csY3" fmla="*/ 662055 h 1176911"/>
              <a:gd name="csX4" fmla="*/ 2322204 w 3283584"/>
              <a:gd name="csY4" fmla="*/ 1036817 h 1176911"/>
              <a:gd name="csX5" fmla="*/ 3283584 w 3283584"/>
              <a:gd name="csY5" fmla="*/ 650095 h 1176911"/>
              <a:gd name="csX0" fmla="*/ 4864 w 3305484"/>
              <a:gd name="csY0" fmla="*/ 1142141 h 1181279"/>
              <a:gd name="csX1" fmla="*/ 89282 w 3305484"/>
              <a:gd name="csY1" fmla="*/ 1086700 h 1181279"/>
              <a:gd name="csX2" fmla="*/ 874691 w 3305484"/>
              <a:gd name="csY2" fmla="*/ 6485 h 1181279"/>
              <a:gd name="csX3" fmla="*/ 1663060 w 3305484"/>
              <a:gd name="csY3" fmla="*/ 662055 h 1181279"/>
              <a:gd name="csX4" fmla="*/ 2344104 w 3305484"/>
              <a:gd name="csY4" fmla="*/ 1036817 h 1181279"/>
              <a:gd name="csX5" fmla="*/ 3305484 w 3305484"/>
              <a:gd name="csY5" fmla="*/ 650095 h 1181279"/>
              <a:gd name="csX0" fmla="*/ 0 w 3300620"/>
              <a:gd name="csY0" fmla="*/ 1142141 h 1155839"/>
              <a:gd name="csX1" fmla="*/ 84418 w 3300620"/>
              <a:gd name="csY1" fmla="*/ 1086700 h 1155839"/>
              <a:gd name="csX2" fmla="*/ 869827 w 3300620"/>
              <a:gd name="csY2" fmla="*/ 6485 h 1155839"/>
              <a:gd name="csX3" fmla="*/ 1658196 w 3300620"/>
              <a:gd name="csY3" fmla="*/ 662055 h 1155839"/>
              <a:gd name="csX4" fmla="*/ 2339240 w 3300620"/>
              <a:gd name="csY4" fmla="*/ 1036817 h 1155839"/>
              <a:gd name="csX5" fmla="*/ 3300620 w 3300620"/>
              <a:gd name="csY5" fmla="*/ 650095 h 1155839"/>
              <a:gd name="csX0" fmla="*/ 0 w 3478349"/>
              <a:gd name="csY0" fmla="*/ 1358298 h 1358298"/>
              <a:gd name="csX1" fmla="*/ 262147 w 3478349"/>
              <a:gd name="csY1" fmla="*/ 1086700 h 1358298"/>
              <a:gd name="csX2" fmla="*/ 1047556 w 3478349"/>
              <a:gd name="csY2" fmla="*/ 6485 h 1358298"/>
              <a:gd name="csX3" fmla="*/ 1835925 w 3478349"/>
              <a:gd name="csY3" fmla="*/ 662055 h 1358298"/>
              <a:gd name="csX4" fmla="*/ 2516969 w 3478349"/>
              <a:gd name="csY4" fmla="*/ 1036817 h 1358298"/>
              <a:gd name="csX5" fmla="*/ 3478349 w 3478349"/>
              <a:gd name="csY5" fmla="*/ 650095 h 1358298"/>
              <a:gd name="csX0" fmla="*/ 0 w 3478349"/>
              <a:gd name="csY0" fmla="*/ 1358298 h 1358298"/>
              <a:gd name="csX1" fmla="*/ 262147 w 3478349"/>
              <a:gd name="csY1" fmla="*/ 1086700 h 1358298"/>
              <a:gd name="csX2" fmla="*/ 1047556 w 3478349"/>
              <a:gd name="csY2" fmla="*/ 6485 h 1358298"/>
              <a:gd name="csX3" fmla="*/ 1835925 w 3478349"/>
              <a:gd name="csY3" fmla="*/ 662055 h 1358298"/>
              <a:gd name="csX4" fmla="*/ 2516969 w 3478349"/>
              <a:gd name="csY4" fmla="*/ 1036817 h 1358298"/>
              <a:gd name="csX5" fmla="*/ 3478349 w 3478349"/>
              <a:gd name="csY5" fmla="*/ 650095 h 1358298"/>
              <a:gd name="csX0" fmla="*/ 0 w 3478349"/>
              <a:gd name="csY0" fmla="*/ 1358298 h 1358298"/>
              <a:gd name="csX1" fmla="*/ 262147 w 3478349"/>
              <a:gd name="csY1" fmla="*/ 1086700 h 1358298"/>
              <a:gd name="csX2" fmla="*/ 1047556 w 3478349"/>
              <a:gd name="csY2" fmla="*/ 6485 h 1358298"/>
              <a:gd name="csX3" fmla="*/ 1835925 w 3478349"/>
              <a:gd name="csY3" fmla="*/ 662055 h 1358298"/>
              <a:gd name="csX4" fmla="*/ 2516969 w 3478349"/>
              <a:gd name="csY4" fmla="*/ 1036817 h 1358298"/>
              <a:gd name="csX5" fmla="*/ 3478349 w 3478349"/>
              <a:gd name="csY5" fmla="*/ 650095 h 1358298"/>
              <a:gd name="csX0" fmla="*/ 0 w 3370271"/>
              <a:gd name="csY0" fmla="*/ 1161355 h 1178865"/>
              <a:gd name="csX1" fmla="*/ 154069 w 3370271"/>
              <a:gd name="csY1" fmla="*/ 1086700 h 1178865"/>
              <a:gd name="csX2" fmla="*/ 939478 w 3370271"/>
              <a:gd name="csY2" fmla="*/ 6485 h 1178865"/>
              <a:gd name="csX3" fmla="*/ 1727847 w 3370271"/>
              <a:gd name="csY3" fmla="*/ 662055 h 1178865"/>
              <a:gd name="csX4" fmla="*/ 2408891 w 3370271"/>
              <a:gd name="csY4" fmla="*/ 1036817 h 1178865"/>
              <a:gd name="csX5" fmla="*/ 3370271 w 3370271"/>
              <a:gd name="csY5" fmla="*/ 650095 h 1178865"/>
              <a:gd name="csX0" fmla="*/ 0 w 3370271"/>
              <a:gd name="csY0" fmla="*/ 1161355 h 1205946"/>
              <a:gd name="csX1" fmla="*/ 154069 w 3370271"/>
              <a:gd name="csY1" fmla="*/ 1086700 h 1205946"/>
              <a:gd name="csX2" fmla="*/ 939478 w 3370271"/>
              <a:gd name="csY2" fmla="*/ 6485 h 1205946"/>
              <a:gd name="csX3" fmla="*/ 1727847 w 3370271"/>
              <a:gd name="csY3" fmla="*/ 662055 h 1205946"/>
              <a:gd name="csX4" fmla="*/ 2408891 w 3370271"/>
              <a:gd name="csY4" fmla="*/ 1036817 h 1205946"/>
              <a:gd name="csX5" fmla="*/ 3370271 w 3370271"/>
              <a:gd name="csY5" fmla="*/ 650095 h 1205946"/>
              <a:gd name="csX0" fmla="*/ 0 w 3319834"/>
              <a:gd name="csY0" fmla="*/ 1086901 h 1172794"/>
              <a:gd name="csX1" fmla="*/ 103632 w 3319834"/>
              <a:gd name="csY1" fmla="*/ 1086700 h 1172794"/>
              <a:gd name="csX2" fmla="*/ 889041 w 3319834"/>
              <a:gd name="csY2" fmla="*/ 6485 h 1172794"/>
              <a:gd name="csX3" fmla="*/ 1677410 w 3319834"/>
              <a:gd name="csY3" fmla="*/ 662055 h 1172794"/>
              <a:gd name="csX4" fmla="*/ 2358454 w 3319834"/>
              <a:gd name="csY4" fmla="*/ 1036817 h 1172794"/>
              <a:gd name="csX5" fmla="*/ 3319834 w 3319834"/>
              <a:gd name="csY5" fmla="*/ 650095 h 1172794"/>
              <a:gd name="csX0" fmla="*/ 0 w 3319834"/>
              <a:gd name="csY0" fmla="*/ 1086901 h 1112987"/>
              <a:gd name="csX1" fmla="*/ 103632 w 3319834"/>
              <a:gd name="csY1" fmla="*/ 1086700 h 1112987"/>
              <a:gd name="csX2" fmla="*/ 889041 w 3319834"/>
              <a:gd name="csY2" fmla="*/ 6485 h 1112987"/>
              <a:gd name="csX3" fmla="*/ 1677410 w 3319834"/>
              <a:gd name="csY3" fmla="*/ 662055 h 1112987"/>
              <a:gd name="csX4" fmla="*/ 2358454 w 3319834"/>
              <a:gd name="csY4" fmla="*/ 1036817 h 1112987"/>
              <a:gd name="csX5" fmla="*/ 3319834 w 3319834"/>
              <a:gd name="csY5" fmla="*/ 650095 h 1112987"/>
              <a:gd name="csX0" fmla="*/ 0 w 3307825"/>
              <a:gd name="csY0" fmla="*/ 1108517 h 1181163"/>
              <a:gd name="csX1" fmla="*/ 91623 w 3307825"/>
              <a:gd name="csY1" fmla="*/ 1086700 h 1181163"/>
              <a:gd name="csX2" fmla="*/ 877032 w 3307825"/>
              <a:gd name="csY2" fmla="*/ 6485 h 1181163"/>
              <a:gd name="csX3" fmla="*/ 1665401 w 3307825"/>
              <a:gd name="csY3" fmla="*/ 662055 h 1181163"/>
              <a:gd name="csX4" fmla="*/ 2346445 w 3307825"/>
              <a:gd name="csY4" fmla="*/ 1036817 h 1181163"/>
              <a:gd name="csX5" fmla="*/ 3307825 w 3307825"/>
              <a:gd name="csY5" fmla="*/ 650095 h 1181163"/>
              <a:gd name="csX0" fmla="*/ 20300 w 3328125"/>
              <a:gd name="csY0" fmla="*/ 1108517 h 1181832"/>
              <a:gd name="csX1" fmla="*/ 111923 w 3328125"/>
              <a:gd name="csY1" fmla="*/ 1086700 h 1181832"/>
              <a:gd name="csX2" fmla="*/ 897332 w 3328125"/>
              <a:gd name="csY2" fmla="*/ 6485 h 1181832"/>
              <a:gd name="csX3" fmla="*/ 1685701 w 3328125"/>
              <a:gd name="csY3" fmla="*/ 662055 h 1181832"/>
              <a:gd name="csX4" fmla="*/ 2366745 w 3328125"/>
              <a:gd name="csY4" fmla="*/ 1036817 h 1181832"/>
              <a:gd name="csX5" fmla="*/ 3328125 w 3328125"/>
              <a:gd name="csY5" fmla="*/ 650095 h 1181832"/>
              <a:gd name="csX0" fmla="*/ 3192 w 3486344"/>
              <a:gd name="csY0" fmla="*/ 1298255 h 1307707"/>
              <a:gd name="csX1" fmla="*/ 270142 w 3486344"/>
              <a:gd name="csY1" fmla="*/ 1086700 h 1307707"/>
              <a:gd name="csX2" fmla="*/ 1055551 w 3486344"/>
              <a:gd name="csY2" fmla="*/ 6485 h 1307707"/>
              <a:gd name="csX3" fmla="*/ 1843920 w 3486344"/>
              <a:gd name="csY3" fmla="*/ 662055 h 1307707"/>
              <a:gd name="csX4" fmla="*/ 2524964 w 3486344"/>
              <a:gd name="csY4" fmla="*/ 1036817 h 1307707"/>
              <a:gd name="csX5" fmla="*/ 3486344 w 3486344"/>
              <a:gd name="csY5" fmla="*/ 650095 h 1307707"/>
              <a:gd name="csX0" fmla="*/ 0 w 3483152"/>
              <a:gd name="csY0" fmla="*/ 1298255 h 1298255"/>
              <a:gd name="csX1" fmla="*/ 266950 w 3483152"/>
              <a:gd name="csY1" fmla="*/ 1086700 h 1298255"/>
              <a:gd name="csX2" fmla="*/ 1052359 w 3483152"/>
              <a:gd name="csY2" fmla="*/ 6485 h 1298255"/>
              <a:gd name="csX3" fmla="*/ 1840728 w 3483152"/>
              <a:gd name="csY3" fmla="*/ 662055 h 1298255"/>
              <a:gd name="csX4" fmla="*/ 2521772 w 3483152"/>
              <a:gd name="csY4" fmla="*/ 1036817 h 1298255"/>
              <a:gd name="csX5" fmla="*/ 3483152 w 3483152"/>
              <a:gd name="csY5" fmla="*/ 650095 h 1298255"/>
              <a:gd name="csX0" fmla="*/ 0 w 3358261"/>
              <a:gd name="csY0" fmla="*/ 1202185 h 1202185"/>
              <a:gd name="csX1" fmla="*/ 142059 w 3358261"/>
              <a:gd name="csY1" fmla="*/ 1086700 h 1202185"/>
              <a:gd name="csX2" fmla="*/ 927468 w 3358261"/>
              <a:gd name="csY2" fmla="*/ 6485 h 1202185"/>
              <a:gd name="csX3" fmla="*/ 1715837 w 3358261"/>
              <a:gd name="csY3" fmla="*/ 662055 h 1202185"/>
              <a:gd name="csX4" fmla="*/ 2396881 w 3358261"/>
              <a:gd name="csY4" fmla="*/ 1036817 h 1202185"/>
              <a:gd name="csX5" fmla="*/ 3358261 w 3358261"/>
              <a:gd name="csY5" fmla="*/ 650095 h 1202185"/>
              <a:gd name="csX0" fmla="*/ 0 w 3358261"/>
              <a:gd name="csY0" fmla="*/ 1202185 h 1213616"/>
              <a:gd name="csX1" fmla="*/ 142059 w 3358261"/>
              <a:gd name="csY1" fmla="*/ 1086700 h 1213616"/>
              <a:gd name="csX2" fmla="*/ 927468 w 3358261"/>
              <a:gd name="csY2" fmla="*/ 6485 h 1213616"/>
              <a:gd name="csX3" fmla="*/ 1715837 w 3358261"/>
              <a:gd name="csY3" fmla="*/ 662055 h 1213616"/>
              <a:gd name="csX4" fmla="*/ 2396881 w 3358261"/>
              <a:gd name="csY4" fmla="*/ 1036817 h 1213616"/>
              <a:gd name="csX5" fmla="*/ 3358261 w 3358261"/>
              <a:gd name="csY5" fmla="*/ 650095 h 1213616"/>
              <a:gd name="csX0" fmla="*/ 0 w 3396689"/>
              <a:gd name="csY0" fmla="*/ 1317469 h 1317469"/>
              <a:gd name="csX1" fmla="*/ 180487 w 3396689"/>
              <a:gd name="csY1" fmla="*/ 1086700 h 1317469"/>
              <a:gd name="csX2" fmla="*/ 965896 w 3396689"/>
              <a:gd name="csY2" fmla="*/ 6485 h 1317469"/>
              <a:gd name="csX3" fmla="*/ 1754265 w 3396689"/>
              <a:gd name="csY3" fmla="*/ 662055 h 1317469"/>
              <a:gd name="csX4" fmla="*/ 2435309 w 3396689"/>
              <a:gd name="csY4" fmla="*/ 1036817 h 1317469"/>
              <a:gd name="csX5" fmla="*/ 3396689 w 3396689"/>
              <a:gd name="csY5" fmla="*/ 650095 h 1317469"/>
              <a:gd name="csX0" fmla="*/ 0 w 3396689"/>
              <a:gd name="csY0" fmla="*/ 1317469 h 1317469"/>
              <a:gd name="csX1" fmla="*/ 180487 w 3396689"/>
              <a:gd name="csY1" fmla="*/ 1086700 h 1317469"/>
              <a:gd name="csX2" fmla="*/ 965896 w 3396689"/>
              <a:gd name="csY2" fmla="*/ 6485 h 1317469"/>
              <a:gd name="csX3" fmla="*/ 1754265 w 3396689"/>
              <a:gd name="csY3" fmla="*/ 662055 h 1317469"/>
              <a:gd name="csX4" fmla="*/ 2435309 w 3396689"/>
              <a:gd name="csY4" fmla="*/ 1036817 h 1317469"/>
              <a:gd name="csX5" fmla="*/ 3396689 w 3396689"/>
              <a:gd name="csY5" fmla="*/ 650095 h 1317469"/>
              <a:gd name="csX0" fmla="*/ 0 w 3396689"/>
              <a:gd name="csY0" fmla="*/ 1317469 h 1317469"/>
              <a:gd name="csX1" fmla="*/ 180487 w 3396689"/>
              <a:gd name="csY1" fmla="*/ 1086700 h 1317469"/>
              <a:gd name="csX2" fmla="*/ 965896 w 3396689"/>
              <a:gd name="csY2" fmla="*/ 6485 h 1317469"/>
              <a:gd name="csX3" fmla="*/ 1754265 w 3396689"/>
              <a:gd name="csY3" fmla="*/ 662055 h 1317469"/>
              <a:gd name="csX4" fmla="*/ 2435309 w 3396689"/>
              <a:gd name="csY4" fmla="*/ 1036817 h 1317469"/>
              <a:gd name="csX5" fmla="*/ 3396689 w 3396689"/>
              <a:gd name="csY5" fmla="*/ 650095 h 1317469"/>
              <a:gd name="csX0" fmla="*/ 0 w 3396689"/>
              <a:gd name="csY0" fmla="*/ 1317469 h 1317469"/>
              <a:gd name="csX1" fmla="*/ 180487 w 3396689"/>
              <a:gd name="csY1" fmla="*/ 1086700 h 1317469"/>
              <a:gd name="csX2" fmla="*/ 965896 w 3396689"/>
              <a:gd name="csY2" fmla="*/ 6485 h 1317469"/>
              <a:gd name="csX3" fmla="*/ 1754265 w 3396689"/>
              <a:gd name="csY3" fmla="*/ 662055 h 1317469"/>
              <a:gd name="csX4" fmla="*/ 2435309 w 3396689"/>
              <a:gd name="csY4" fmla="*/ 1036817 h 1317469"/>
              <a:gd name="csX5" fmla="*/ 3396689 w 3396689"/>
              <a:gd name="csY5" fmla="*/ 650095 h 1317469"/>
              <a:gd name="csX0" fmla="*/ 16490 w 3297895"/>
              <a:gd name="csY0" fmla="*/ 1163757 h 1193233"/>
              <a:gd name="csX1" fmla="*/ 81693 w 3297895"/>
              <a:gd name="csY1" fmla="*/ 1086700 h 1193233"/>
              <a:gd name="csX2" fmla="*/ 867102 w 3297895"/>
              <a:gd name="csY2" fmla="*/ 6485 h 1193233"/>
              <a:gd name="csX3" fmla="*/ 1655471 w 3297895"/>
              <a:gd name="csY3" fmla="*/ 662055 h 1193233"/>
              <a:gd name="csX4" fmla="*/ 2336515 w 3297895"/>
              <a:gd name="csY4" fmla="*/ 1036817 h 1193233"/>
              <a:gd name="csX5" fmla="*/ 3297895 w 3297895"/>
              <a:gd name="csY5" fmla="*/ 650095 h 11932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297895" h="1193233">
                <a:moveTo>
                  <a:pt x="16490" y="1163757"/>
                </a:moveTo>
                <a:cubicBezTo>
                  <a:pt x="28317" y="1148555"/>
                  <a:pt x="-60076" y="1279579"/>
                  <a:pt x="81693" y="1086700"/>
                </a:cubicBezTo>
                <a:cubicBezTo>
                  <a:pt x="223462" y="893821"/>
                  <a:pt x="604806" y="77259"/>
                  <a:pt x="867102" y="6485"/>
                </a:cubicBezTo>
                <a:cubicBezTo>
                  <a:pt x="1129398" y="-64289"/>
                  <a:pt x="1475416" y="463314"/>
                  <a:pt x="1655471" y="662055"/>
                </a:cubicBezTo>
                <a:cubicBezTo>
                  <a:pt x="1835526" y="860796"/>
                  <a:pt x="2062778" y="1038810"/>
                  <a:pt x="2336515" y="1036817"/>
                </a:cubicBezTo>
                <a:cubicBezTo>
                  <a:pt x="2610252" y="1034824"/>
                  <a:pt x="3064109" y="689192"/>
                  <a:pt x="3297895" y="650095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4D2924-CB22-AC3B-5CBC-04CFAFDDD4DE}"/>
              </a:ext>
            </a:extLst>
          </p:cNvPr>
          <p:cNvSpPr/>
          <p:nvPr/>
        </p:nvSpPr>
        <p:spPr>
          <a:xfrm>
            <a:off x="11337666" y="2748788"/>
            <a:ext cx="2958077" cy="30609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 69">
            <a:extLst>
              <a:ext uri="{FF2B5EF4-FFF2-40B4-BE49-F238E27FC236}">
                <a16:creationId xmlns:a16="http://schemas.microsoft.com/office/drawing/2014/main" id="{7F0A81C6-7708-C00D-64CD-5EE9CCF87D2A}"/>
              </a:ext>
            </a:extLst>
          </p:cNvPr>
          <p:cNvSpPr/>
          <p:nvPr/>
        </p:nvSpPr>
        <p:spPr>
          <a:xfrm>
            <a:off x="1295608" y="1111790"/>
            <a:ext cx="4518751" cy="1803633"/>
          </a:xfrm>
          <a:custGeom>
            <a:avLst/>
            <a:gdLst>
              <a:gd name="csX0" fmla="*/ 0 w 3418229"/>
              <a:gd name="csY0" fmla="*/ 799129 h 1364366"/>
              <a:gd name="csX1" fmla="*/ 162773 w 3418229"/>
              <a:gd name="csY1" fmla="*/ 425709 h 1364366"/>
              <a:gd name="csX2" fmla="*/ 402145 w 3418229"/>
              <a:gd name="csY2" fmla="*/ 162400 h 1364366"/>
              <a:gd name="csX3" fmla="*/ 579280 w 3418229"/>
              <a:gd name="csY3" fmla="*/ 1062438 h 1364366"/>
              <a:gd name="csX4" fmla="*/ 742053 w 3418229"/>
              <a:gd name="csY4" fmla="*/ 1220423 h 1364366"/>
              <a:gd name="csX5" fmla="*/ 952700 w 3418229"/>
              <a:gd name="csY5" fmla="*/ 1335322 h 1364366"/>
              <a:gd name="csX6" fmla="*/ 1101110 w 3418229"/>
              <a:gd name="csY6" fmla="*/ 650719 h 1364366"/>
              <a:gd name="csX7" fmla="*/ 1302183 w 3418229"/>
              <a:gd name="csY7" fmla="*/ 727318 h 1364366"/>
              <a:gd name="csX8" fmla="*/ 1397931 w 3418229"/>
              <a:gd name="csY8" fmla="*/ 952327 h 1364366"/>
              <a:gd name="csX9" fmla="*/ 1584641 w 3418229"/>
              <a:gd name="csY9" fmla="*/ 847003 h 1364366"/>
              <a:gd name="csX10" fmla="*/ 1761776 w 3418229"/>
              <a:gd name="csY10" fmla="*/ 267724 h 1364366"/>
              <a:gd name="csX11" fmla="*/ 1958061 w 3418229"/>
              <a:gd name="csY11" fmla="*/ 420922 h 1364366"/>
              <a:gd name="csX12" fmla="*/ 2068172 w 3418229"/>
              <a:gd name="csY12" fmla="*/ 1043288 h 1364366"/>
              <a:gd name="csX13" fmla="*/ 2283607 w 3418229"/>
              <a:gd name="csY13" fmla="*/ 760830 h 1364366"/>
              <a:gd name="csX14" fmla="*/ 2451167 w 3418229"/>
              <a:gd name="csY14" fmla="*/ 1359259 h 1364366"/>
              <a:gd name="csX15" fmla="*/ 2652239 w 3418229"/>
              <a:gd name="csY15" fmla="*/ 440072 h 1364366"/>
              <a:gd name="csX16" fmla="*/ 2795862 w 3418229"/>
              <a:gd name="csY16" fmla="*/ 526245 h 1364366"/>
              <a:gd name="csX17" fmla="*/ 3011297 w 3418229"/>
              <a:gd name="csY17" fmla="*/ 4415 h 1364366"/>
              <a:gd name="csX18" fmla="*/ 3135770 w 3418229"/>
              <a:gd name="csY18" fmla="*/ 866153 h 1364366"/>
              <a:gd name="csX19" fmla="*/ 3284181 w 3418229"/>
              <a:gd name="csY19" fmla="*/ 645931 h 1364366"/>
              <a:gd name="csX20" fmla="*/ 3418229 w 3418229"/>
              <a:gd name="csY20" fmla="*/ 1172549 h 13643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418229" h="1364366">
                <a:moveTo>
                  <a:pt x="0" y="799129"/>
                </a:moveTo>
                <a:cubicBezTo>
                  <a:pt x="47874" y="665479"/>
                  <a:pt x="95749" y="531830"/>
                  <a:pt x="162773" y="425709"/>
                </a:cubicBezTo>
                <a:cubicBezTo>
                  <a:pt x="229797" y="319588"/>
                  <a:pt x="332727" y="56279"/>
                  <a:pt x="402145" y="162400"/>
                </a:cubicBezTo>
                <a:cubicBezTo>
                  <a:pt x="471563" y="268521"/>
                  <a:pt x="522629" y="886101"/>
                  <a:pt x="579280" y="1062438"/>
                </a:cubicBezTo>
                <a:cubicBezTo>
                  <a:pt x="635931" y="1238775"/>
                  <a:pt x="679816" y="1174942"/>
                  <a:pt x="742053" y="1220423"/>
                </a:cubicBezTo>
                <a:cubicBezTo>
                  <a:pt x="804290" y="1265904"/>
                  <a:pt x="892857" y="1430273"/>
                  <a:pt x="952700" y="1335322"/>
                </a:cubicBezTo>
                <a:cubicBezTo>
                  <a:pt x="1012543" y="1240371"/>
                  <a:pt x="1042863" y="752053"/>
                  <a:pt x="1101110" y="650719"/>
                </a:cubicBezTo>
                <a:cubicBezTo>
                  <a:pt x="1159357" y="549385"/>
                  <a:pt x="1252713" y="677050"/>
                  <a:pt x="1302183" y="727318"/>
                </a:cubicBezTo>
                <a:cubicBezTo>
                  <a:pt x="1351653" y="777586"/>
                  <a:pt x="1350855" y="932380"/>
                  <a:pt x="1397931" y="952327"/>
                </a:cubicBezTo>
                <a:cubicBezTo>
                  <a:pt x="1445007" y="972275"/>
                  <a:pt x="1524000" y="961103"/>
                  <a:pt x="1584641" y="847003"/>
                </a:cubicBezTo>
                <a:cubicBezTo>
                  <a:pt x="1645282" y="732903"/>
                  <a:pt x="1699539" y="338738"/>
                  <a:pt x="1761776" y="267724"/>
                </a:cubicBezTo>
                <a:cubicBezTo>
                  <a:pt x="1824013" y="196710"/>
                  <a:pt x="1906995" y="291661"/>
                  <a:pt x="1958061" y="420922"/>
                </a:cubicBezTo>
                <a:cubicBezTo>
                  <a:pt x="2009127" y="550183"/>
                  <a:pt x="2013914" y="986637"/>
                  <a:pt x="2068172" y="1043288"/>
                </a:cubicBezTo>
                <a:cubicBezTo>
                  <a:pt x="2122430" y="1099939"/>
                  <a:pt x="2219775" y="708168"/>
                  <a:pt x="2283607" y="760830"/>
                </a:cubicBezTo>
                <a:cubicBezTo>
                  <a:pt x="2347439" y="813492"/>
                  <a:pt x="2389728" y="1412719"/>
                  <a:pt x="2451167" y="1359259"/>
                </a:cubicBezTo>
                <a:cubicBezTo>
                  <a:pt x="2512606" y="1305799"/>
                  <a:pt x="2594790" y="578908"/>
                  <a:pt x="2652239" y="440072"/>
                </a:cubicBezTo>
                <a:cubicBezTo>
                  <a:pt x="2709688" y="301236"/>
                  <a:pt x="2736019" y="598854"/>
                  <a:pt x="2795862" y="526245"/>
                </a:cubicBezTo>
                <a:cubicBezTo>
                  <a:pt x="2855705" y="453636"/>
                  <a:pt x="2954646" y="-52236"/>
                  <a:pt x="3011297" y="4415"/>
                </a:cubicBezTo>
                <a:cubicBezTo>
                  <a:pt x="3067948" y="61066"/>
                  <a:pt x="3090289" y="759234"/>
                  <a:pt x="3135770" y="866153"/>
                </a:cubicBezTo>
                <a:cubicBezTo>
                  <a:pt x="3181251" y="973072"/>
                  <a:pt x="3237104" y="594865"/>
                  <a:pt x="3284181" y="645931"/>
                </a:cubicBezTo>
                <a:cubicBezTo>
                  <a:pt x="3331258" y="696997"/>
                  <a:pt x="3350407" y="1083184"/>
                  <a:pt x="3418229" y="117254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 70">
            <a:extLst>
              <a:ext uri="{FF2B5EF4-FFF2-40B4-BE49-F238E27FC236}">
                <a16:creationId xmlns:a16="http://schemas.microsoft.com/office/drawing/2014/main" id="{EB115F9E-FC0B-2E11-4B29-FDC07897FC2B}"/>
              </a:ext>
            </a:extLst>
          </p:cNvPr>
          <p:cNvSpPr/>
          <p:nvPr/>
        </p:nvSpPr>
        <p:spPr>
          <a:xfrm>
            <a:off x="6483205" y="1209584"/>
            <a:ext cx="4449134" cy="1697234"/>
          </a:xfrm>
          <a:custGeom>
            <a:avLst/>
            <a:gdLst>
              <a:gd name="csX0" fmla="*/ 0 w 3365567"/>
              <a:gd name="csY0" fmla="*/ 869179 h 869179"/>
              <a:gd name="csX1" fmla="*/ 1034086 w 3365567"/>
              <a:gd name="csY1" fmla="*/ 2653 h 869179"/>
              <a:gd name="csX2" fmla="*/ 2207008 w 3365567"/>
              <a:gd name="csY2" fmla="*/ 586720 h 869179"/>
              <a:gd name="csX3" fmla="*/ 3365567 w 3365567"/>
              <a:gd name="csY3" fmla="*/ 222875 h 869179"/>
              <a:gd name="csX0" fmla="*/ 0 w 3365567"/>
              <a:gd name="csY0" fmla="*/ 1284265 h 1284265"/>
              <a:gd name="csX1" fmla="*/ 989097 w 3365567"/>
              <a:gd name="csY1" fmla="*/ 1594 h 1284265"/>
              <a:gd name="csX2" fmla="*/ 2207008 w 3365567"/>
              <a:gd name="csY2" fmla="*/ 1001806 h 1284265"/>
              <a:gd name="csX3" fmla="*/ 3365567 w 3365567"/>
              <a:gd name="csY3" fmla="*/ 637961 h 1284265"/>
              <a:gd name="csX0" fmla="*/ 0 w 3365567"/>
              <a:gd name="csY0" fmla="*/ 1283880 h 1283880"/>
              <a:gd name="csX1" fmla="*/ 989097 w 3365567"/>
              <a:gd name="csY1" fmla="*/ 1209 h 1283880"/>
              <a:gd name="csX2" fmla="*/ 2201384 w 3365567"/>
              <a:gd name="csY2" fmla="*/ 1035162 h 1283880"/>
              <a:gd name="csX3" fmla="*/ 3365567 w 3365567"/>
              <a:gd name="csY3" fmla="*/ 637576 h 1283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65567" h="1283880">
                <a:moveTo>
                  <a:pt x="0" y="1283880"/>
                </a:moveTo>
                <a:cubicBezTo>
                  <a:pt x="333125" y="874155"/>
                  <a:pt x="622200" y="42662"/>
                  <a:pt x="989097" y="1209"/>
                </a:cubicBezTo>
                <a:cubicBezTo>
                  <a:pt x="1355994" y="-40244"/>
                  <a:pt x="1812804" y="998458"/>
                  <a:pt x="2201384" y="1035162"/>
                </a:cubicBezTo>
                <a:cubicBezTo>
                  <a:pt x="2589964" y="1071866"/>
                  <a:pt x="3131781" y="676673"/>
                  <a:pt x="3365567" y="63757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 71">
            <a:extLst>
              <a:ext uri="{FF2B5EF4-FFF2-40B4-BE49-F238E27FC236}">
                <a16:creationId xmlns:a16="http://schemas.microsoft.com/office/drawing/2014/main" id="{8EA1BB92-E931-E0D2-09B9-320BCDB69088}"/>
              </a:ext>
            </a:extLst>
          </p:cNvPr>
          <p:cNvSpPr/>
          <p:nvPr/>
        </p:nvSpPr>
        <p:spPr>
          <a:xfrm>
            <a:off x="1353709" y="3391343"/>
            <a:ext cx="4518457" cy="1059225"/>
          </a:xfrm>
          <a:custGeom>
            <a:avLst/>
            <a:gdLst>
              <a:gd name="csX0" fmla="*/ 0 w 3418229"/>
              <a:gd name="csY0" fmla="*/ 799129 h 1364366"/>
              <a:gd name="csX1" fmla="*/ 162773 w 3418229"/>
              <a:gd name="csY1" fmla="*/ 425709 h 1364366"/>
              <a:gd name="csX2" fmla="*/ 402145 w 3418229"/>
              <a:gd name="csY2" fmla="*/ 162400 h 1364366"/>
              <a:gd name="csX3" fmla="*/ 579280 w 3418229"/>
              <a:gd name="csY3" fmla="*/ 1062438 h 1364366"/>
              <a:gd name="csX4" fmla="*/ 742053 w 3418229"/>
              <a:gd name="csY4" fmla="*/ 1220423 h 1364366"/>
              <a:gd name="csX5" fmla="*/ 952700 w 3418229"/>
              <a:gd name="csY5" fmla="*/ 1335322 h 1364366"/>
              <a:gd name="csX6" fmla="*/ 1101110 w 3418229"/>
              <a:gd name="csY6" fmla="*/ 650719 h 1364366"/>
              <a:gd name="csX7" fmla="*/ 1302183 w 3418229"/>
              <a:gd name="csY7" fmla="*/ 727318 h 1364366"/>
              <a:gd name="csX8" fmla="*/ 1397931 w 3418229"/>
              <a:gd name="csY8" fmla="*/ 952327 h 1364366"/>
              <a:gd name="csX9" fmla="*/ 1584641 w 3418229"/>
              <a:gd name="csY9" fmla="*/ 847003 h 1364366"/>
              <a:gd name="csX10" fmla="*/ 1761776 w 3418229"/>
              <a:gd name="csY10" fmla="*/ 267724 h 1364366"/>
              <a:gd name="csX11" fmla="*/ 1958061 w 3418229"/>
              <a:gd name="csY11" fmla="*/ 420922 h 1364366"/>
              <a:gd name="csX12" fmla="*/ 2068172 w 3418229"/>
              <a:gd name="csY12" fmla="*/ 1043288 h 1364366"/>
              <a:gd name="csX13" fmla="*/ 2283607 w 3418229"/>
              <a:gd name="csY13" fmla="*/ 760830 h 1364366"/>
              <a:gd name="csX14" fmla="*/ 2451167 w 3418229"/>
              <a:gd name="csY14" fmla="*/ 1359259 h 1364366"/>
              <a:gd name="csX15" fmla="*/ 2652239 w 3418229"/>
              <a:gd name="csY15" fmla="*/ 440072 h 1364366"/>
              <a:gd name="csX16" fmla="*/ 2795862 w 3418229"/>
              <a:gd name="csY16" fmla="*/ 526245 h 1364366"/>
              <a:gd name="csX17" fmla="*/ 3011297 w 3418229"/>
              <a:gd name="csY17" fmla="*/ 4415 h 1364366"/>
              <a:gd name="csX18" fmla="*/ 3135770 w 3418229"/>
              <a:gd name="csY18" fmla="*/ 866153 h 1364366"/>
              <a:gd name="csX19" fmla="*/ 3284181 w 3418229"/>
              <a:gd name="csY19" fmla="*/ 645931 h 1364366"/>
              <a:gd name="csX20" fmla="*/ 3418229 w 3418229"/>
              <a:gd name="csY20" fmla="*/ 1172549 h 1364366"/>
              <a:gd name="csX0" fmla="*/ 0 w 3418229"/>
              <a:gd name="csY0" fmla="*/ 799129 h 1366008"/>
              <a:gd name="csX1" fmla="*/ 162773 w 3418229"/>
              <a:gd name="csY1" fmla="*/ 425709 h 1366008"/>
              <a:gd name="csX2" fmla="*/ 402145 w 3418229"/>
              <a:gd name="csY2" fmla="*/ 162400 h 1366008"/>
              <a:gd name="csX3" fmla="*/ 579280 w 3418229"/>
              <a:gd name="csY3" fmla="*/ 1062438 h 1366008"/>
              <a:gd name="csX4" fmla="*/ 729323 w 3418229"/>
              <a:gd name="csY4" fmla="*/ 1228910 h 1366008"/>
              <a:gd name="csX5" fmla="*/ 952700 w 3418229"/>
              <a:gd name="csY5" fmla="*/ 1335322 h 1366008"/>
              <a:gd name="csX6" fmla="*/ 1101110 w 3418229"/>
              <a:gd name="csY6" fmla="*/ 650719 h 1366008"/>
              <a:gd name="csX7" fmla="*/ 1302183 w 3418229"/>
              <a:gd name="csY7" fmla="*/ 727318 h 1366008"/>
              <a:gd name="csX8" fmla="*/ 1397931 w 3418229"/>
              <a:gd name="csY8" fmla="*/ 952327 h 1366008"/>
              <a:gd name="csX9" fmla="*/ 1584641 w 3418229"/>
              <a:gd name="csY9" fmla="*/ 847003 h 1366008"/>
              <a:gd name="csX10" fmla="*/ 1761776 w 3418229"/>
              <a:gd name="csY10" fmla="*/ 267724 h 1366008"/>
              <a:gd name="csX11" fmla="*/ 1958061 w 3418229"/>
              <a:gd name="csY11" fmla="*/ 420922 h 1366008"/>
              <a:gd name="csX12" fmla="*/ 2068172 w 3418229"/>
              <a:gd name="csY12" fmla="*/ 1043288 h 1366008"/>
              <a:gd name="csX13" fmla="*/ 2283607 w 3418229"/>
              <a:gd name="csY13" fmla="*/ 760830 h 1366008"/>
              <a:gd name="csX14" fmla="*/ 2451167 w 3418229"/>
              <a:gd name="csY14" fmla="*/ 1359259 h 1366008"/>
              <a:gd name="csX15" fmla="*/ 2652239 w 3418229"/>
              <a:gd name="csY15" fmla="*/ 440072 h 1366008"/>
              <a:gd name="csX16" fmla="*/ 2795862 w 3418229"/>
              <a:gd name="csY16" fmla="*/ 526245 h 1366008"/>
              <a:gd name="csX17" fmla="*/ 3011297 w 3418229"/>
              <a:gd name="csY17" fmla="*/ 4415 h 1366008"/>
              <a:gd name="csX18" fmla="*/ 3135770 w 3418229"/>
              <a:gd name="csY18" fmla="*/ 866153 h 1366008"/>
              <a:gd name="csX19" fmla="*/ 3284181 w 3418229"/>
              <a:gd name="csY19" fmla="*/ 645931 h 1366008"/>
              <a:gd name="csX20" fmla="*/ 3418229 w 3418229"/>
              <a:gd name="csY20" fmla="*/ 1172549 h 1366008"/>
              <a:gd name="csX0" fmla="*/ 0 w 3418229"/>
              <a:gd name="csY0" fmla="*/ 799129 h 1362630"/>
              <a:gd name="csX1" fmla="*/ 162773 w 3418229"/>
              <a:gd name="csY1" fmla="*/ 425709 h 1362630"/>
              <a:gd name="csX2" fmla="*/ 402145 w 3418229"/>
              <a:gd name="csY2" fmla="*/ 162400 h 1362630"/>
              <a:gd name="csX3" fmla="*/ 579280 w 3418229"/>
              <a:gd name="csY3" fmla="*/ 1062438 h 1362630"/>
              <a:gd name="csX4" fmla="*/ 952700 w 3418229"/>
              <a:gd name="csY4" fmla="*/ 1335322 h 1362630"/>
              <a:gd name="csX5" fmla="*/ 1101110 w 3418229"/>
              <a:gd name="csY5" fmla="*/ 650719 h 1362630"/>
              <a:gd name="csX6" fmla="*/ 1302183 w 3418229"/>
              <a:gd name="csY6" fmla="*/ 727318 h 1362630"/>
              <a:gd name="csX7" fmla="*/ 1397931 w 3418229"/>
              <a:gd name="csY7" fmla="*/ 952327 h 1362630"/>
              <a:gd name="csX8" fmla="*/ 1584641 w 3418229"/>
              <a:gd name="csY8" fmla="*/ 847003 h 1362630"/>
              <a:gd name="csX9" fmla="*/ 1761776 w 3418229"/>
              <a:gd name="csY9" fmla="*/ 267724 h 1362630"/>
              <a:gd name="csX10" fmla="*/ 1958061 w 3418229"/>
              <a:gd name="csY10" fmla="*/ 420922 h 1362630"/>
              <a:gd name="csX11" fmla="*/ 2068172 w 3418229"/>
              <a:gd name="csY11" fmla="*/ 1043288 h 1362630"/>
              <a:gd name="csX12" fmla="*/ 2283607 w 3418229"/>
              <a:gd name="csY12" fmla="*/ 760830 h 1362630"/>
              <a:gd name="csX13" fmla="*/ 2451167 w 3418229"/>
              <a:gd name="csY13" fmla="*/ 1359259 h 1362630"/>
              <a:gd name="csX14" fmla="*/ 2652239 w 3418229"/>
              <a:gd name="csY14" fmla="*/ 440072 h 1362630"/>
              <a:gd name="csX15" fmla="*/ 2795862 w 3418229"/>
              <a:gd name="csY15" fmla="*/ 526245 h 1362630"/>
              <a:gd name="csX16" fmla="*/ 3011297 w 3418229"/>
              <a:gd name="csY16" fmla="*/ 4415 h 1362630"/>
              <a:gd name="csX17" fmla="*/ 3135770 w 3418229"/>
              <a:gd name="csY17" fmla="*/ 866153 h 1362630"/>
              <a:gd name="csX18" fmla="*/ 3284181 w 3418229"/>
              <a:gd name="csY18" fmla="*/ 645931 h 1362630"/>
              <a:gd name="csX19" fmla="*/ 3418229 w 3418229"/>
              <a:gd name="csY19" fmla="*/ 1172549 h 1362630"/>
              <a:gd name="csX0" fmla="*/ 0 w 3418229"/>
              <a:gd name="csY0" fmla="*/ 799129 h 1362630"/>
              <a:gd name="csX1" fmla="*/ 162773 w 3418229"/>
              <a:gd name="csY1" fmla="*/ 425709 h 1362630"/>
              <a:gd name="csX2" fmla="*/ 402145 w 3418229"/>
              <a:gd name="csY2" fmla="*/ 162400 h 1362630"/>
              <a:gd name="csX3" fmla="*/ 952700 w 3418229"/>
              <a:gd name="csY3" fmla="*/ 1335322 h 1362630"/>
              <a:gd name="csX4" fmla="*/ 1101110 w 3418229"/>
              <a:gd name="csY4" fmla="*/ 650719 h 1362630"/>
              <a:gd name="csX5" fmla="*/ 1302183 w 3418229"/>
              <a:gd name="csY5" fmla="*/ 727318 h 1362630"/>
              <a:gd name="csX6" fmla="*/ 1397931 w 3418229"/>
              <a:gd name="csY6" fmla="*/ 952327 h 1362630"/>
              <a:gd name="csX7" fmla="*/ 1584641 w 3418229"/>
              <a:gd name="csY7" fmla="*/ 847003 h 1362630"/>
              <a:gd name="csX8" fmla="*/ 1761776 w 3418229"/>
              <a:gd name="csY8" fmla="*/ 267724 h 1362630"/>
              <a:gd name="csX9" fmla="*/ 1958061 w 3418229"/>
              <a:gd name="csY9" fmla="*/ 420922 h 1362630"/>
              <a:gd name="csX10" fmla="*/ 2068172 w 3418229"/>
              <a:gd name="csY10" fmla="*/ 1043288 h 1362630"/>
              <a:gd name="csX11" fmla="*/ 2283607 w 3418229"/>
              <a:gd name="csY11" fmla="*/ 760830 h 1362630"/>
              <a:gd name="csX12" fmla="*/ 2451167 w 3418229"/>
              <a:gd name="csY12" fmla="*/ 1359259 h 1362630"/>
              <a:gd name="csX13" fmla="*/ 2652239 w 3418229"/>
              <a:gd name="csY13" fmla="*/ 440072 h 1362630"/>
              <a:gd name="csX14" fmla="*/ 2795862 w 3418229"/>
              <a:gd name="csY14" fmla="*/ 526245 h 1362630"/>
              <a:gd name="csX15" fmla="*/ 3011297 w 3418229"/>
              <a:gd name="csY15" fmla="*/ 4415 h 1362630"/>
              <a:gd name="csX16" fmla="*/ 3135770 w 3418229"/>
              <a:gd name="csY16" fmla="*/ 866153 h 1362630"/>
              <a:gd name="csX17" fmla="*/ 3284181 w 3418229"/>
              <a:gd name="csY17" fmla="*/ 645931 h 1362630"/>
              <a:gd name="csX18" fmla="*/ 3418229 w 3418229"/>
              <a:gd name="csY18" fmla="*/ 1172549 h 1362630"/>
              <a:gd name="csX0" fmla="*/ 0 w 3418229"/>
              <a:gd name="csY0" fmla="*/ 799129 h 1362630"/>
              <a:gd name="csX1" fmla="*/ 162773 w 3418229"/>
              <a:gd name="csY1" fmla="*/ 425709 h 1362630"/>
              <a:gd name="csX2" fmla="*/ 402145 w 3418229"/>
              <a:gd name="csY2" fmla="*/ 162400 h 1362630"/>
              <a:gd name="csX3" fmla="*/ 1101110 w 3418229"/>
              <a:gd name="csY3" fmla="*/ 650719 h 1362630"/>
              <a:gd name="csX4" fmla="*/ 1302183 w 3418229"/>
              <a:gd name="csY4" fmla="*/ 727318 h 1362630"/>
              <a:gd name="csX5" fmla="*/ 1397931 w 3418229"/>
              <a:gd name="csY5" fmla="*/ 952327 h 1362630"/>
              <a:gd name="csX6" fmla="*/ 1584641 w 3418229"/>
              <a:gd name="csY6" fmla="*/ 847003 h 1362630"/>
              <a:gd name="csX7" fmla="*/ 1761776 w 3418229"/>
              <a:gd name="csY7" fmla="*/ 267724 h 1362630"/>
              <a:gd name="csX8" fmla="*/ 1958061 w 3418229"/>
              <a:gd name="csY8" fmla="*/ 420922 h 1362630"/>
              <a:gd name="csX9" fmla="*/ 2068172 w 3418229"/>
              <a:gd name="csY9" fmla="*/ 1043288 h 1362630"/>
              <a:gd name="csX10" fmla="*/ 2283607 w 3418229"/>
              <a:gd name="csY10" fmla="*/ 760830 h 1362630"/>
              <a:gd name="csX11" fmla="*/ 2451167 w 3418229"/>
              <a:gd name="csY11" fmla="*/ 1359259 h 1362630"/>
              <a:gd name="csX12" fmla="*/ 2652239 w 3418229"/>
              <a:gd name="csY12" fmla="*/ 440072 h 1362630"/>
              <a:gd name="csX13" fmla="*/ 2795862 w 3418229"/>
              <a:gd name="csY13" fmla="*/ 526245 h 1362630"/>
              <a:gd name="csX14" fmla="*/ 3011297 w 3418229"/>
              <a:gd name="csY14" fmla="*/ 4415 h 1362630"/>
              <a:gd name="csX15" fmla="*/ 3135770 w 3418229"/>
              <a:gd name="csY15" fmla="*/ 866153 h 1362630"/>
              <a:gd name="csX16" fmla="*/ 3284181 w 3418229"/>
              <a:gd name="csY16" fmla="*/ 645931 h 1362630"/>
              <a:gd name="csX17" fmla="*/ 3418229 w 3418229"/>
              <a:gd name="csY17" fmla="*/ 1172549 h 1362630"/>
              <a:gd name="csX0" fmla="*/ 0 w 3418229"/>
              <a:gd name="csY0" fmla="*/ 799129 h 1362630"/>
              <a:gd name="csX1" fmla="*/ 162773 w 3418229"/>
              <a:gd name="csY1" fmla="*/ 425709 h 1362630"/>
              <a:gd name="csX2" fmla="*/ 402145 w 3418229"/>
              <a:gd name="csY2" fmla="*/ 162400 h 1362630"/>
              <a:gd name="csX3" fmla="*/ 1101110 w 3418229"/>
              <a:gd name="csY3" fmla="*/ 650719 h 1362630"/>
              <a:gd name="csX4" fmla="*/ 1302183 w 3418229"/>
              <a:gd name="csY4" fmla="*/ 727318 h 1362630"/>
              <a:gd name="csX5" fmla="*/ 1397931 w 3418229"/>
              <a:gd name="csY5" fmla="*/ 952327 h 1362630"/>
              <a:gd name="csX6" fmla="*/ 1761776 w 3418229"/>
              <a:gd name="csY6" fmla="*/ 267724 h 1362630"/>
              <a:gd name="csX7" fmla="*/ 1958061 w 3418229"/>
              <a:gd name="csY7" fmla="*/ 420922 h 1362630"/>
              <a:gd name="csX8" fmla="*/ 2068172 w 3418229"/>
              <a:gd name="csY8" fmla="*/ 1043288 h 1362630"/>
              <a:gd name="csX9" fmla="*/ 2283607 w 3418229"/>
              <a:gd name="csY9" fmla="*/ 760830 h 1362630"/>
              <a:gd name="csX10" fmla="*/ 2451167 w 3418229"/>
              <a:gd name="csY10" fmla="*/ 1359259 h 1362630"/>
              <a:gd name="csX11" fmla="*/ 2652239 w 3418229"/>
              <a:gd name="csY11" fmla="*/ 440072 h 1362630"/>
              <a:gd name="csX12" fmla="*/ 2795862 w 3418229"/>
              <a:gd name="csY12" fmla="*/ 526245 h 1362630"/>
              <a:gd name="csX13" fmla="*/ 3011297 w 3418229"/>
              <a:gd name="csY13" fmla="*/ 4415 h 1362630"/>
              <a:gd name="csX14" fmla="*/ 3135770 w 3418229"/>
              <a:gd name="csY14" fmla="*/ 866153 h 1362630"/>
              <a:gd name="csX15" fmla="*/ 3284181 w 3418229"/>
              <a:gd name="csY15" fmla="*/ 645931 h 1362630"/>
              <a:gd name="csX16" fmla="*/ 3418229 w 3418229"/>
              <a:gd name="csY16" fmla="*/ 1172549 h 1362630"/>
              <a:gd name="csX0" fmla="*/ 0 w 3418229"/>
              <a:gd name="csY0" fmla="*/ 799129 h 1362630"/>
              <a:gd name="csX1" fmla="*/ 162773 w 3418229"/>
              <a:gd name="csY1" fmla="*/ 425709 h 1362630"/>
              <a:gd name="csX2" fmla="*/ 402145 w 3418229"/>
              <a:gd name="csY2" fmla="*/ 162400 h 1362630"/>
              <a:gd name="csX3" fmla="*/ 1101110 w 3418229"/>
              <a:gd name="csY3" fmla="*/ 650719 h 1362630"/>
              <a:gd name="csX4" fmla="*/ 1397931 w 3418229"/>
              <a:gd name="csY4" fmla="*/ 952327 h 1362630"/>
              <a:gd name="csX5" fmla="*/ 1761776 w 3418229"/>
              <a:gd name="csY5" fmla="*/ 267724 h 1362630"/>
              <a:gd name="csX6" fmla="*/ 1958061 w 3418229"/>
              <a:gd name="csY6" fmla="*/ 420922 h 1362630"/>
              <a:gd name="csX7" fmla="*/ 2068172 w 3418229"/>
              <a:gd name="csY7" fmla="*/ 1043288 h 1362630"/>
              <a:gd name="csX8" fmla="*/ 2283607 w 3418229"/>
              <a:gd name="csY8" fmla="*/ 760830 h 1362630"/>
              <a:gd name="csX9" fmla="*/ 2451167 w 3418229"/>
              <a:gd name="csY9" fmla="*/ 1359259 h 1362630"/>
              <a:gd name="csX10" fmla="*/ 2652239 w 3418229"/>
              <a:gd name="csY10" fmla="*/ 440072 h 1362630"/>
              <a:gd name="csX11" fmla="*/ 2795862 w 3418229"/>
              <a:gd name="csY11" fmla="*/ 526245 h 1362630"/>
              <a:gd name="csX12" fmla="*/ 3011297 w 3418229"/>
              <a:gd name="csY12" fmla="*/ 4415 h 1362630"/>
              <a:gd name="csX13" fmla="*/ 3135770 w 3418229"/>
              <a:gd name="csY13" fmla="*/ 866153 h 1362630"/>
              <a:gd name="csX14" fmla="*/ 3284181 w 3418229"/>
              <a:gd name="csY14" fmla="*/ 645931 h 1362630"/>
              <a:gd name="csX15" fmla="*/ 3418229 w 3418229"/>
              <a:gd name="csY15" fmla="*/ 1172549 h 1362630"/>
              <a:gd name="csX0" fmla="*/ 0 w 3418229"/>
              <a:gd name="csY0" fmla="*/ 799129 h 1362630"/>
              <a:gd name="csX1" fmla="*/ 162773 w 3418229"/>
              <a:gd name="csY1" fmla="*/ 425709 h 1362630"/>
              <a:gd name="csX2" fmla="*/ 402145 w 3418229"/>
              <a:gd name="csY2" fmla="*/ 162400 h 1362630"/>
              <a:gd name="csX3" fmla="*/ 1101110 w 3418229"/>
              <a:gd name="csY3" fmla="*/ 650719 h 1362630"/>
              <a:gd name="csX4" fmla="*/ 1761776 w 3418229"/>
              <a:gd name="csY4" fmla="*/ 267724 h 1362630"/>
              <a:gd name="csX5" fmla="*/ 1958061 w 3418229"/>
              <a:gd name="csY5" fmla="*/ 420922 h 1362630"/>
              <a:gd name="csX6" fmla="*/ 2068172 w 3418229"/>
              <a:gd name="csY6" fmla="*/ 1043288 h 1362630"/>
              <a:gd name="csX7" fmla="*/ 2283607 w 3418229"/>
              <a:gd name="csY7" fmla="*/ 760830 h 1362630"/>
              <a:gd name="csX8" fmla="*/ 2451167 w 3418229"/>
              <a:gd name="csY8" fmla="*/ 1359259 h 1362630"/>
              <a:gd name="csX9" fmla="*/ 2652239 w 3418229"/>
              <a:gd name="csY9" fmla="*/ 440072 h 1362630"/>
              <a:gd name="csX10" fmla="*/ 2795862 w 3418229"/>
              <a:gd name="csY10" fmla="*/ 526245 h 1362630"/>
              <a:gd name="csX11" fmla="*/ 3011297 w 3418229"/>
              <a:gd name="csY11" fmla="*/ 4415 h 1362630"/>
              <a:gd name="csX12" fmla="*/ 3135770 w 3418229"/>
              <a:gd name="csY12" fmla="*/ 866153 h 1362630"/>
              <a:gd name="csX13" fmla="*/ 3284181 w 3418229"/>
              <a:gd name="csY13" fmla="*/ 645931 h 1362630"/>
              <a:gd name="csX14" fmla="*/ 3418229 w 3418229"/>
              <a:gd name="csY14" fmla="*/ 1172549 h 1362630"/>
              <a:gd name="csX0" fmla="*/ 0 w 3418229"/>
              <a:gd name="csY0" fmla="*/ 799129 h 1362630"/>
              <a:gd name="csX1" fmla="*/ 162773 w 3418229"/>
              <a:gd name="csY1" fmla="*/ 425709 h 1362630"/>
              <a:gd name="csX2" fmla="*/ 402145 w 3418229"/>
              <a:gd name="csY2" fmla="*/ 162400 h 1362630"/>
              <a:gd name="csX3" fmla="*/ 1101110 w 3418229"/>
              <a:gd name="csY3" fmla="*/ 650719 h 1362630"/>
              <a:gd name="csX4" fmla="*/ 1761776 w 3418229"/>
              <a:gd name="csY4" fmla="*/ 267724 h 1362630"/>
              <a:gd name="csX5" fmla="*/ 2068172 w 3418229"/>
              <a:gd name="csY5" fmla="*/ 1043288 h 1362630"/>
              <a:gd name="csX6" fmla="*/ 2283607 w 3418229"/>
              <a:gd name="csY6" fmla="*/ 760830 h 1362630"/>
              <a:gd name="csX7" fmla="*/ 2451167 w 3418229"/>
              <a:gd name="csY7" fmla="*/ 1359259 h 1362630"/>
              <a:gd name="csX8" fmla="*/ 2652239 w 3418229"/>
              <a:gd name="csY8" fmla="*/ 440072 h 1362630"/>
              <a:gd name="csX9" fmla="*/ 2795862 w 3418229"/>
              <a:gd name="csY9" fmla="*/ 526245 h 1362630"/>
              <a:gd name="csX10" fmla="*/ 3011297 w 3418229"/>
              <a:gd name="csY10" fmla="*/ 4415 h 1362630"/>
              <a:gd name="csX11" fmla="*/ 3135770 w 3418229"/>
              <a:gd name="csY11" fmla="*/ 866153 h 1362630"/>
              <a:gd name="csX12" fmla="*/ 3284181 w 3418229"/>
              <a:gd name="csY12" fmla="*/ 645931 h 1362630"/>
              <a:gd name="csX13" fmla="*/ 3418229 w 3418229"/>
              <a:gd name="csY13" fmla="*/ 1172549 h 1362630"/>
              <a:gd name="csX0" fmla="*/ 0 w 3418229"/>
              <a:gd name="csY0" fmla="*/ 799129 h 1362630"/>
              <a:gd name="csX1" fmla="*/ 162773 w 3418229"/>
              <a:gd name="csY1" fmla="*/ 425709 h 1362630"/>
              <a:gd name="csX2" fmla="*/ 402145 w 3418229"/>
              <a:gd name="csY2" fmla="*/ 162400 h 1362630"/>
              <a:gd name="csX3" fmla="*/ 1101110 w 3418229"/>
              <a:gd name="csY3" fmla="*/ 650719 h 1362630"/>
              <a:gd name="csX4" fmla="*/ 1867865 w 3418229"/>
              <a:gd name="csY4" fmla="*/ 250750 h 1362630"/>
              <a:gd name="csX5" fmla="*/ 2068172 w 3418229"/>
              <a:gd name="csY5" fmla="*/ 1043288 h 1362630"/>
              <a:gd name="csX6" fmla="*/ 2283607 w 3418229"/>
              <a:gd name="csY6" fmla="*/ 760830 h 1362630"/>
              <a:gd name="csX7" fmla="*/ 2451167 w 3418229"/>
              <a:gd name="csY7" fmla="*/ 1359259 h 1362630"/>
              <a:gd name="csX8" fmla="*/ 2652239 w 3418229"/>
              <a:gd name="csY8" fmla="*/ 440072 h 1362630"/>
              <a:gd name="csX9" fmla="*/ 2795862 w 3418229"/>
              <a:gd name="csY9" fmla="*/ 526245 h 1362630"/>
              <a:gd name="csX10" fmla="*/ 3011297 w 3418229"/>
              <a:gd name="csY10" fmla="*/ 4415 h 1362630"/>
              <a:gd name="csX11" fmla="*/ 3135770 w 3418229"/>
              <a:gd name="csY11" fmla="*/ 866153 h 1362630"/>
              <a:gd name="csX12" fmla="*/ 3284181 w 3418229"/>
              <a:gd name="csY12" fmla="*/ 645931 h 1362630"/>
              <a:gd name="csX13" fmla="*/ 3418229 w 3418229"/>
              <a:gd name="csY13" fmla="*/ 1172549 h 1362630"/>
              <a:gd name="csX0" fmla="*/ 0 w 3418229"/>
              <a:gd name="csY0" fmla="*/ 799129 h 1363492"/>
              <a:gd name="csX1" fmla="*/ 162773 w 3418229"/>
              <a:gd name="csY1" fmla="*/ 425709 h 1363492"/>
              <a:gd name="csX2" fmla="*/ 402145 w 3418229"/>
              <a:gd name="csY2" fmla="*/ 162400 h 1363492"/>
              <a:gd name="csX3" fmla="*/ 1101110 w 3418229"/>
              <a:gd name="csY3" fmla="*/ 650719 h 1363492"/>
              <a:gd name="csX4" fmla="*/ 1867865 w 3418229"/>
              <a:gd name="csY4" fmla="*/ 250750 h 1363492"/>
              <a:gd name="csX5" fmla="*/ 2283607 w 3418229"/>
              <a:gd name="csY5" fmla="*/ 760830 h 1363492"/>
              <a:gd name="csX6" fmla="*/ 2451167 w 3418229"/>
              <a:gd name="csY6" fmla="*/ 1359259 h 1363492"/>
              <a:gd name="csX7" fmla="*/ 2652239 w 3418229"/>
              <a:gd name="csY7" fmla="*/ 440072 h 1363492"/>
              <a:gd name="csX8" fmla="*/ 2795862 w 3418229"/>
              <a:gd name="csY8" fmla="*/ 526245 h 1363492"/>
              <a:gd name="csX9" fmla="*/ 3011297 w 3418229"/>
              <a:gd name="csY9" fmla="*/ 4415 h 1363492"/>
              <a:gd name="csX10" fmla="*/ 3135770 w 3418229"/>
              <a:gd name="csY10" fmla="*/ 866153 h 1363492"/>
              <a:gd name="csX11" fmla="*/ 3284181 w 3418229"/>
              <a:gd name="csY11" fmla="*/ 645931 h 1363492"/>
              <a:gd name="csX12" fmla="*/ 3418229 w 3418229"/>
              <a:gd name="csY12" fmla="*/ 1172549 h 1363492"/>
              <a:gd name="csX0" fmla="*/ 0 w 3418229"/>
              <a:gd name="csY0" fmla="*/ 799129 h 1360154"/>
              <a:gd name="csX1" fmla="*/ 162773 w 3418229"/>
              <a:gd name="csY1" fmla="*/ 425709 h 1360154"/>
              <a:gd name="csX2" fmla="*/ 402145 w 3418229"/>
              <a:gd name="csY2" fmla="*/ 162400 h 1360154"/>
              <a:gd name="csX3" fmla="*/ 1101110 w 3418229"/>
              <a:gd name="csY3" fmla="*/ 650719 h 1360154"/>
              <a:gd name="csX4" fmla="*/ 1867865 w 3418229"/>
              <a:gd name="csY4" fmla="*/ 250750 h 1360154"/>
              <a:gd name="csX5" fmla="*/ 2451167 w 3418229"/>
              <a:gd name="csY5" fmla="*/ 1359259 h 1360154"/>
              <a:gd name="csX6" fmla="*/ 2652239 w 3418229"/>
              <a:gd name="csY6" fmla="*/ 440072 h 1360154"/>
              <a:gd name="csX7" fmla="*/ 2795862 w 3418229"/>
              <a:gd name="csY7" fmla="*/ 526245 h 1360154"/>
              <a:gd name="csX8" fmla="*/ 3011297 w 3418229"/>
              <a:gd name="csY8" fmla="*/ 4415 h 1360154"/>
              <a:gd name="csX9" fmla="*/ 3135770 w 3418229"/>
              <a:gd name="csY9" fmla="*/ 866153 h 1360154"/>
              <a:gd name="csX10" fmla="*/ 3284181 w 3418229"/>
              <a:gd name="csY10" fmla="*/ 645931 h 1360154"/>
              <a:gd name="csX11" fmla="*/ 3418229 w 3418229"/>
              <a:gd name="csY11" fmla="*/ 1172549 h 1360154"/>
              <a:gd name="csX0" fmla="*/ 0 w 3418229"/>
              <a:gd name="csY0" fmla="*/ 799129 h 1172549"/>
              <a:gd name="csX1" fmla="*/ 162773 w 3418229"/>
              <a:gd name="csY1" fmla="*/ 425709 h 1172549"/>
              <a:gd name="csX2" fmla="*/ 402145 w 3418229"/>
              <a:gd name="csY2" fmla="*/ 162400 h 1172549"/>
              <a:gd name="csX3" fmla="*/ 1101110 w 3418229"/>
              <a:gd name="csY3" fmla="*/ 650719 h 1172549"/>
              <a:gd name="csX4" fmla="*/ 1867865 w 3418229"/>
              <a:gd name="csY4" fmla="*/ 250750 h 1172549"/>
              <a:gd name="csX5" fmla="*/ 2652239 w 3418229"/>
              <a:gd name="csY5" fmla="*/ 440072 h 1172549"/>
              <a:gd name="csX6" fmla="*/ 2795862 w 3418229"/>
              <a:gd name="csY6" fmla="*/ 526245 h 1172549"/>
              <a:gd name="csX7" fmla="*/ 3011297 w 3418229"/>
              <a:gd name="csY7" fmla="*/ 4415 h 1172549"/>
              <a:gd name="csX8" fmla="*/ 3135770 w 3418229"/>
              <a:gd name="csY8" fmla="*/ 866153 h 1172549"/>
              <a:gd name="csX9" fmla="*/ 3284181 w 3418229"/>
              <a:gd name="csY9" fmla="*/ 645931 h 1172549"/>
              <a:gd name="csX10" fmla="*/ 3418229 w 3418229"/>
              <a:gd name="csY10" fmla="*/ 1172549 h 1172549"/>
              <a:gd name="csX0" fmla="*/ 0 w 3418229"/>
              <a:gd name="csY0" fmla="*/ 799316 h 1172736"/>
              <a:gd name="csX1" fmla="*/ 162773 w 3418229"/>
              <a:gd name="csY1" fmla="*/ 425896 h 1172736"/>
              <a:gd name="csX2" fmla="*/ 402145 w 3418229"/>
              <a:gd name="csY2" fmla="*/ 162587 h 1172736"/>
              <a:gd name="csX3" fmla="*/ 1101110 w 3418229"/>
              <a:gd name="csY3" fmla="*/ 650906 h 1172736"/>
              <a:gd name="csX4" fmla="*/ 1867865 w 3418229"/>
              <a:gd name="csY4" fmla="*/ 250937 h 1172736"/>
              <a:gd name="csX5" fmla="*/ 2609803 w 3418229"/>
              <a:gd name="csY5" fmla="*/ 576053 h 1172736"/>
              <a:gd name="csX6" fmla="*/ 2795862 w 3418229"/>
              <a:gd name="csY6" fmla="*/ 526432 h 1172736"/>
              <a:gd name="csX7" fmla="*/ 3011297 w 3418229"/>
              <a:gd name="csY7" fmla="*/ 4602 h 1172736"/>
              <a:gd name="csX8" fmla="*/ 3135770 w 3418229"/>
              <a:gd name="csY8" fmla="*/ 866340 h 1172736"/>
              <a:gd name="csX9" fmla="*/ 3284181 w 3418229"/>
              <a:gd name="csY9" fmla="*/ 646118 h 1172736"/>
              <a:gd name="csX10" fmla="*/ 3418229 w 3418229"/>
              <a:gd name="csY10" fmla="*/ 1172736 h 1172736"/>
              <a:gd name="csX0" fmla="*/ 0 w 3418229"/>
              <a:gd name="csY0" fmla="*/ 797584 h 1171004"/>
              <a:gd name="csX1" fmla="*/ 162773 w 3418229"/>
              <a:gd name="csY1" fmla="*/ 424164 h 1171004"/>
              <a:gd name="csX2" fmla="*/ 402145 w 3418229"/>
              <a:gd name="csY2" fmla="*/ 160855 h 1171004"/>
              <a:gd name="csX3" fmla="*/ 1101110 w 3418229"/>
              <a:gd name="csY3" fmla="*/ 649174 h 1171004"/>
              <a:gd name="csX4" fmla="*/ 1867865 w 3418229"/>
              <a:gd name="csY4" fmla="*/ 249205 h 1171004"/>
              <a:gd name="csX5" fmla="*/ 2609803 w 3418229"/>
              <a:gd name="csY5" fmla="*/ 574321 h 1171004"/>
              <a:gd name="csX6" fmla="*/ 3011297 w 3418229"/>
              <a:gd name="csY6" fmla="*/ 2870 h 1171004"/>
              <a:gd name="csX7" fmla="*/ 3135770 w 3418229"/>
              <a:gd name="csY7" fmla="*/ 864608 h 1171004"/>
              <a:gd name="csX8" fmla="*/ 3284181 w 3418229"/>
              <a:gd name="csY8" fmla="*/ 644386 h 1171004"/>
              <a:gd name="csX9" fmla="*/ 3418229 w 3418229"/>
              <a:gd name="csY9" fmla="*/ 1171004 h 1171004"/>
              <a:gd name="csX0" fmla="*/ 0 w 3418229"/>
              <a:gd name="csY0" fmla="*/ 641457 h 1014877"/>
              <a:gd name="csX1" fmla="*/ 162773 w 3418229"/>
              <a:gd name="csY1" fmla="*/ 268037 h 1014877"/>
              <a:gd name="csX2" fmla="*/ 402145 w 3418229"/>
              <a:gd name="csY2" fmla="*/ 4728 h 1014877"/>
              <a:gd name="csX3" fmla="*/ 1101110 w 3418229"/>
              <a:gd name="csY3" fmla="*/ 493047 h 1014877"/>
              <a:gd name="csX4" fmla="*/ 1867865 w 3418229"/>
              <a:gd name="csY4" fmla="*/ 93078 h 1014877"/>
              <a:gd name="csX5" fmla="*/ 2609803 w 3418229"/>
              <a:gd name="csY5" fmla="*/ 418194 h 1014877"/>
              <a:gd name="csX6" fmla="*/ 3135770 w 3418229"/>
              <a:gd name="csY6" fmla="*/ 708481 h 1014877"/>
              <a:gd name="csX7" fmla="*/ 3284181 w 3418229"/>
              <a:gd name="csY7" fmla="*/ 488259 h 1014877"/>
              <a:gd name="csX8" fmla="*/ 3418229 w 3418229"/>
              <a:gd name="csY8" fmla="*/ 1014877 h 1014877"/>
              <a:gd name="csX0" fmla="*/ 0 w 3418229"/>
              <a:gd name="csY0" fmla="*/ 641457 h 1014877"/>
              <a:gd name="csX1" fmla="*/ 162773 w 3418229"/>
              <a:gd name="csY1" fmla="*/ 268037 h 1014877"/>
              <a:gd name="csX2" fmla="*/ 402145 w 3418229"/>
              <a:gd name="csY2" fmla="*/ 4728 h 1014877"/>
              <a:gd name="csX3" fmla="*/ 1101110 w 3418229"/>
              <a:gd name="csY3" fmla="*/ 493047 h 1014877"/>
              <a:gd name="csX4" fmla="*/ 1867865 w 3418229"/>
              <a:gd name="csY4" fmla="*/ 93078 h 1014877"/>
              <a:gd name="csX5" fmla="*/ 2609803 w 3418229"/>
              <a:gd name="csY5" fmla="*/ 418194 h 1014877"/>
              <a:gd name="csX6" fmla="*/ 3284181 w 3418229"/>
              <a:gd name="csY6" fmla="*/ 488259 h 1014877"/>
              <a:gd name="csX7" fmla="*/ 3418229 w 3418229"/>
              <a:gd name="csY7" fmla="*/ 1014877 h 1014877"/>
              <a:gd name="csX0" fmla="*/ 0 w 3418229"/>
              <a:gd name="csY0" fmla="*/ 641457 h 1014877"/>
              <a:gd name="csX1" fmla="*/ 162773 w 3418229"/>
              <a:gd name="csY1" fmla="*/ 268037 h 1014877"/>
              <a:gd name="csX2" fmla="*/ 402145 w 3418229"/>
              <a:gd name="csY2" fmla="*/ 4728 h 1014877"/>
              <a:gd name="csX3" fmla="*/ 1101110 w 3418229"/>
              <a:gd name="csY3" fmla="*/ 493047 h 1014877"/>
              <a:gd name="csX4" fmla="*/ 1867865 w 3418229"/>
              <a:gd name="csY4" fmla="*/ 93078 h 1014877"/>
              <a:gd name="csX5" fmla="*/ 2609803 w 3418229"/>
              <a:gd name="csY5" fmla="*/ 418194 h 1014877"/>
              <a:gd name="csX6" fmla="*/ 3418229 w 3418229"/>
              <a:gd name="csY6" fmla="*/ 1014877 h 1014877"/>
              <a:gd name="csX0" fmla="*/ 0 w 3371550"/>
              <a:gd name="csY0" fmla="*/ 641457 h 777237"/>
              <a:gd name="csX1" fmla="*/ 162773 w 3371550"/>
              <a:gd name="csY1" fmla="*/ 268037 h 777237"/>
              <a:gd name="csX2" fmla="*/ 402145 w 3371550"/>
              <a:gd name="csY2" fmla="*/ 4728 h 777237"/>
              <a:gd name="csX3" fmla="*/ 1101110 w 3371550"/>
              <a:gd name="csY3" fmla="*/ 493047 h 777237"/>
              <a:gd name="csX4" fmla="*/ 1867865 w 3371550"/>
              <a:gd name="csY4" fmla="*/ 93078 h 777237"/>
              <a:gd name="csX5" fmla="*/ 2609803 w 3371550"/>
              <a:gd name="csY5" fmla="*/ 418194 h 777237"/>
              <a:gd name="csX6" fmla="*/ 3371550 w 3371550"/>
              <a:gd name="csY6" fmla="*/ 777237 h 777237"/>
              <a:gd name="csX0" fmla="*/ 0 w 3208777"/>
              <a:gd name="csY0" fmla="*/ 268037 h 777237"/>
              <a:gd name="csX1" fmla="*/ 239372 w 3208777"/>
              <a:gd name="csY1" fmla="*/ 4728 h 777237"/>
              <a:gd name="csX2" fmla="*/ 938337 w 3208777"/>
              <a:gd name="csY2" fmla="*/ 493047 h 777237"/>
              <a:gd name="csX3" fmla="*/ 1705092 w 3208777"/>
              <a:gd name="csY3" fmla="*/ 93078 h 777237"/>
              <a:gd name="csX4" fmla="*/ 2447030 w 3208777"/>
              <a:gd name="csY4" fmla="*/ 418194 h 777237"/>
              <a:gd name="csX5" fmla="*/ 3208777 w 3208777"/>
              <a:gd name="csY5" fmla="*/ 777237 h 777237"/>
              <a:gd name="csX0" fmla="*/ 0 w 3327597"/>
              <a:gd name="csY0" fmla="*/ 391254 h 773146"/>
              <a:gd name="csX1" fmla="*/ 358192 w 3327597"/>
              <a:gd name="csY1" fmla="*/ 637 h 773146"/>
              <a:gd name="csX2" fmla="*/ 1057157 w 3327597"/>
              <a:gd name="csY2" fmla="*/ 488956 h 773146"/>
              <a:gd name="csX3" fmla="*/ 1823912 w 3327597"/>
              <a:gd name="csY3" fmla="*/ 88987 h 773146"/>
              <a:gd name="csX4" fmla="*/ 2565850 w 3327597"/>
              <a:gd name="csY4" fmla="*/ 414103 h 773146"/>
              <a:gd name="csX5" fmla="*/ 3327597 w 3327597"/>
              <a:gd name="csY5" fmla="*/ 773146 h 773146"/>
              <a:gd name="csX0" fmla="*/ 0 w 3327597"/>
              <a:gd name="csY0" fmla="*/ 391229 h 773121"/>
              <a:gd name="csX1" fmla="*/ 358192 w 3327597"/>
              <a:gd name="csY1" fmla="*/ 612 h 773121"/>
              <a:gd name="csX2" fmla="*/ 1057157 w 3327597"/>
              <a:gd name="csY2" fmla="*/ 488931 h 773121"/>
              <a:gd name="csX3" fmla="*/ 1823912 w 3327597"/>
              <a:gd name="csY3" fmla="*/ 88962 h 773121"/>
              <a:gd name="csX4" fmla="*/ 2565850 w 3327597"/>
              <a:gd name="csY4" fmla="*/ 414078 h 773121"/>
              <a:gd name="csX5" fmla="*/ 3327597 w 3327597"/>
              <a:gd name="csY5" fmla="*/ 773121 h 773121"/>
              <a:gd name="csX0" fmla="*/ 0 w 3327597"/>
              <a:gd name="csY0" fmla="*/ 416646 h 798538"/>
              <a:gd name="csX1" fmla="*/ 315756 w 3327597"/>
              <a:gd name="csY1" fmla="*/ 567 h 798538"/>
              <a:gd name="csX2" fmla="*/ 1057157 w 3327597"/>
              <a:gd name="csY2" fmla="*/ 514348 h 798538"/>
              <a:gd name="csX3" fmla="*/ 1823912 w 3327597"/>
              <a:gd name="csY3" fmla="*/ 114379 h 798538"/>
              <a:gd name="csX4" fmla="*/ 2565850 w 3327597"/>
              <a:gd name="csY4" fmla="*/ 439495 h 798538"/>
              <a:gd name="csX5" fmla="*/ 3327597 w 3327597"/>
              <a:gd name="csY5" fmla="*/ 798538 h 798538"/>
              <a:gd name="csX0" fmla="*/ 0 w 3327597"/>
              <a:gd name="csY0" fmla="*/ 419516 h 801408"/>
              <a:gd name="csX1" fmla="*/ 315756 w 3327597"/>
              <a:gd name="csY1" fmla="*/ 3437 h 801408"/>
              <a:gd name="csX2" fmla="*/ 1057157 w 3327597"/>
              <a:gd name="csY2" fmla="*/ 517218 h 801408"/>
              <a:gd name="csX3" fmla="*/ 1823912 w 3327597"/>
              <a:gd name="csY3" fmla="*/ 117249 h 801408"/>
              <a:gd name="csX4" fmla="*/ 2565850 w 3327597"/>
              <a:gd name="csY4" fmla="*/ 442365 h 801408"/>
              <a:gd name="csX5" fmla="*/ 3327597 w 3327597"/>
              <a:gd name="csY5" fmla="*/ 801408 h 801408"/>
              <a:gd name="csX0" fmla="*/ 0 w 3327597"/>
              <a:gd name="csY0" fmla="*/ 419516 h 801408"/>
              <a:gd name="csX1" fmla="*/ 315756 w 3327597"/>
              <a:gd name="csY1" fmla="*/ 3437 h 801408"/>
              <a:gd name="csX2" fmla="*/ 1057157 w 3327597"/>
              <a:gd name="csY2" fmla="*/ 517218 h 801408"/>
              <a:gd name="csX3" fmla="*/ 1823912 w 3327597"/>
              <a:gd name="csY3" fmla="*/ 117249 h 801408"/>
              <a:gd name="csX4" fmla="*/ 2565850 w 3327597"/>
              <a:gd name="csY4" fmla="*/ 442365 h 801408"/>
              <a:gd name="csX5" fmla="*/ 3168087 w 3327597"/>
              <a:gd name="csY5" fmla="*/ 710803 h 801408"/>
              <a:gd name="csX6" fmla="*/ 3327597 w 3327597"/>
              <a:gd name="csY6" fmla="*/ 801408 h 801408"/>
              <a:gd name="csX0" fmla="*/ 0 w 3446856"/>
              <a:gd name="csY0" fmla="*/ 419516 h 815719"/>
              <a:gd name="csX1" fmla="*/ 315756 w 3446856"/>
              <a:gd name="csY1" fmla="*/ 3437 h 815719"/>
              <a:gd name="csX2" fmla="*/ 1057157 w 3446856"/>
              <a:gd name="csY2" fmla="*/ 517218 h 815719"/>
              <a:gd name="csX3" fmla="*/ 1823912 w 3446856"/>
              <a:gd name="csY3" fmla="*/ 117249 h 815719"/>
              <a:gd name="csX4" fmla="*/ 2565850 w 3446856"/>
              <a:gd name="csY4" fmla="*/ 442365 h 815719"/>
              <a:gd name="csX5" fmla="*/ 3168087 w 3446856"/>
              <a:gd name="csY5" fmla="*/ 710803 h 815719"/>
              <a:gd name="csX6" fmla="*/ 3446856 w 3446856"/>
              <a:gd name="csY6" fmla="*/ 815719 h 815719"/>
              <a:gd name="csX0" fmla="*/ 0 w 3461167"/>
              <a:gd name="csY0" fmla="*/ 419516 h 732759"/>
              <a:gd name="csX1" fmla="*/ 315756 w 3461167"/>
              <a:gd name="csY1" fmla="*/ 3437 h 732759"/>
              <a:gd name="csX2" fmla="*/ 1057157 w 3461167"/>
              <a:gd name="csY2" fmla="*/ 517218 h 732759"/>
              <a:gd name="csX3" fmla="*/ 1823912 w 3461167"/>
              <a:gd name="csY3" fmla="*/ 117249 h 732759"/>
              <a:gd name="csX4" fmla="*/ 2565850 w 3461167"/>
              <a:gd name="csY4" fmla="*/ 442365 h 732759"/>
              <a:gd name="csX5" fmla="*/ 3168087 w 3461167"/>
              <a:gd name="csY5" fmla="*/ 710803 h 732759"/>
              <a:gd name="csX6" fmla="*/ 3461167 w 3461167"/>
              <a:gd name="csY6" fmla="*/ 701230 h 732759"/>
              <a:gd name="csX0" fmla="*/ 0 w 3461167"/>
              <a:gd name="csY0" fmla="*/ 419516 h 796192"/>
              <a:gd name="csX1" fmla="*/ 315756 w 3461167"/>
              <a:gd name="csY1" fmla="*/ 3437 h 796192"/>
              <a:gd name="csX2" fmla="*/ 1057157 w 3461167"/>
              <a:gd name="csY2" fmla="*/ 517218 h 796192"/>
              <a:gd name="csX3" fmla="*/ 1823912 w 3461167"/>
              <a:gd name="csY3" fmla="*/ 117249 h 796192"/>
              <a:gd name="csX4" fmla="*/ 2565850 w 3461167"/>
              <a:gd name="csY4" fmla="*/ 442365 h 796192"/>
              <a:gd name="csX5" fmla="*/ 3287346 w 3461167"/>
              <a:gd name="csY5" fmla="*/ 782358 h 796192"/>
              <a:gd name="csX6" fmla="*/ 3461167 w 3461167"/>
              <a:gd name="csY6" fmla="*/ 701230 h 796192"/>
              <a:gd name="csX0" fmla="*/ 0 w 3461167"/>
              <a:gd name="csY0" fmla="*/ 419516 h 782373"/>
              <a:gd name="csX1" fmla="*/ 315756 w 3461167"/>
              <a:gd name="csY1" fmla="*/ 3437 h 782373"/>
              <a:gd name="csX2" fmla="*/ 1057157 w 3461167"/>
              <a:gd name="csY2" fmla="*/ 517218 h 782373"/>
              <a:gd name="csX3" fmla="*/ 1823912 w 3461167"/>
              <a:gd name="csY3" fmla="*/ 117249 h 782373"/>
              <a:gd name="csX4" fmla="*/ 2565850 w 3461167"/>
              <a:gd name="csY4" fmla="*/ 442365 h 782373"/>
              <a:gd name="csX5" fmla="*/ 3287346 w 3461167"/>
              <a:gd name="csY5" fmla="*/ 782358 h 782373"/>
              <a:gd name="csX6" fmla="*/ 3461167 w 3461167"/>
              <a:gd name="csY6" fmla="*/ 701230 h 782373"/>
              <a:gd name="csX0" fmla="*/ 0 w 3504100"/>
              <a:gd name="csY0" fmla="*/ 419516 h 790285"/>
              <a:gd name="csX1" fmla="*/ 315756 w 3504100"/>
              <a:gd name="csY1" fmla="*/ 3437 h 790285"/>
              <a:gd name="csX2" fmla="*/ 1057157 w 3504100"/>
              <a:gd name="csY2" fmla="*/ 517218 h 790285"/>
              <a:gd name="csX3" fmla="*/ 1823912 w 3504100"/>
              <a:gd name="csY3" fmla="*/ 117249 h 790285"/>
              <a:gd name="csX4" fmla="*/ 2565850 w 3504100"/>
              <a:gd name="csY4" fmla="*/ 442365 h 790285"/>
              <a:gd name="csX5" fmla="*/ 3287346 w 3504100"/>
              <a:gd name="csY5" fmla="*/ 782358 h 790285"/>
              <a:gd name="csX6" fmla="*/ 3504100 w 3504100"/>
              <a:gd name="csY6" fmla="*/ 696460 h 790285"/>
              <a:gd name="csX0" fmla="*/ 0 w 3504100"/>
              <a:gd name="csY0" fmla="*/ 419516 h 789838"/>
              <a:gd name="csX1" fmla="*/ 315756 w 3504100"/>
              <a:gd name="csY1" fmla="*/ 3437 h 789838"/>
              <a:gd name="csX2" fmla="*/ 1057157 w 3504100"/>
              <a:gd name="csY2" fmla="*/ 517218 h 789838"/>
              <a:gd name="csX3" fmla="*/ 1823912 w 3504100"/>
              <a:gd name="csY3" fmla="*/ 117249 h 789838"/>
              <a:gd name="csX4" fmla="*/ 2565850 w 3504100"/>
              <a:gd name="csY4" fmla="*/ 442365 h 789838"/>
              <a:gd name="csX5" fmla="*/ 3287346 w 3504100"/>
              <a:gd name="csY5" fmla="*/ 782358 h 789838"/>
              <a:gd name="csX6" fmla="*/ 3504100 w 3504100"/>
              <a:gd name="csY6" fmla="*/ 691690 h 789838"/>
              <a:gd name="csX0" fmla="*/ 0 w 3504100"/>
              <a:gd name="csY0" fmla="*/ 419516 h 790963"/>
              <a:gd name="csX1" fmla="*/ 315756 w 3504100"/>
              <a:gd name="csY1" fmla="*/ 3437 h 790963"/>
              <a:gd name="csX2" fmla="*/ 1057157 w 3504100"/>
              <a:gd name="csY2" fmla="*/ 517218 h 790963"/>
              <a:gd name="csX3" fmla="*/ 1823912 w 3504100"/>
              <a:gd name="csY3" fmla="*/ 117249 h 790963"/>
              <a:gd name="csX4" fmla="*/ 2565850 w 3504100"/>
              <a:gd name="csY4" fmla="*/ 442365 h 790963"/>
              <a:gd name="csX5" fmla="*/ 3287346 w 3504100"/>
              <a:gd name="csY5" fmla="*/ 782358 h 790963"/>
              <a:gd name="csX6" fmla="*/ 3504100 w 3504100"/>
              <a:gd name="csY6" fmla="*/ 691690 h 790963"/>
              <a:gd name="csX0" fmla="*/ 0 w 3470845"/>
              <a:gd name="csY0" fmla="*/ 419516 h 801563"/>
              <a:gd name="csX1" fmla="*/ 315756 w 3470845"/>
              <a:gd name="csY1" fmla="*/ 3437 h 801563"/>
              <a:gd name="csX2" fmla="*/ 1057157 w 3470845"/>
              <a:gd name="csY2" fmla="*/ 517218 h 801563"/>
              <a:gd name="csX3" fmla="*/ 1823912 w 3470845"/>
              <a:gd name="csY3" fmla="*/ 117249 h 801563"/>
              <a:gd name="csX4" fmla="*/ 2565850 w 3470845"/>
              <a:gd name="csY4" fmla="*/ 442365 h 801563"/>
              <a:gd name="csX5" fmla="*/ 3287346 w 3470845"/>
              <a:gd name="csY5" fmla="*/ 782358 h 801563"/>
              <a:gd name="csX6" fmla="*/ 3470845 w 3470845"/>
              <a:gd name="csY6" fmla="*/ 754875 h 801563"/>
              <a:gd name="csX0" fmla="*/ 0 w 3427614"/>
              <a:gd name="csY0" fmla="*/ 419516 h 798545"/>
              <a:gd name="csX1" fmla="*/ 315756 w 3427614"/>
              <a:gd name="csY1" fmla="*/ 3437 h 798545"/>
              <a:gd name="csX2" fmla="*/ 1057157 w 3427614"/>
              <a:gd name="csY2" fmla="*/ 517218 h 798545"/>
              <a:gd name="csX3" fmla="*/ 1823912 w 3427614"/>
              <a:gd name="csY3" fmla="*/ 117249 h 798545"/>
              <a:gd name="csX4" fmla="*/ 2565850 w 3427614"/>
              <a:gd name="csY4" fmla="*/ 442365 h 798545"/>
              <a:gd name="csX5" fmla="*/ 3287346 w 3427614"/>
              <a:gd name="csY5" fmla="*/ 782358 h 798545"/>
              <a:gd name="csX6" fmla="*/ 3427614 w 3427614"/>
              <a:gd name="csY6" fmla="*/ 741573 h 798545"/>
              <a:gd name="csX0" fmla="*/ 0 w 3427614"/>
              <a:gd name="csY0" fmla="*/ 419516 h 805135"/>
              <a:gd name="csX1" fmla="*/ 315756 w 3427614"/>
              <a:gd name="csY1" fmla="*/ 3437 h 805135"/>
              <a:gd name="csX2" fmla="*/ 1057157 w 3427614"/>
              <a:gd name="csY2" fmla="*/ 517218 h 805135"/>
              <a:gd name="csX3" fmla="*/ 1823912 w 3427614"/>
              <a:gd name="csY3" fmla="*/ 117249 h 805135"/>
              <a:gd name="csX4" fmla="*/ 2565850 w 3427614"/>
              <a:gd name="csY4" fmla="*/ 442365 h 805135"/>
              <a:gd name="csX5" fmla="*/ 3287346 w 3427614"/>
              <a:gd name="csY5" fmla="*/ 782358 h 805135"/>
              <a:gd name="csX6" fmla="*/ 3427614 w 3427614"/>
              <a:gd name="csY6" fmla="*/ 741573 h 805135"/>
              <a:gd name="csX0" fmla="*/ 0 w 3427614"/>
              <a:gd name="csY0" fmla="*/ 419516 h 805853"/>
              <a:gd name="csX1" fmla="*/ 315756 w 3427614"/>
              <a:gd name="csY1" fmla="*/ 3437 h 805853"/>
              <a:gd name="csX2" fmla="*/ 1057157 w 3427614"/>
              <a:gd name="csY2" fmla="*/ 517218 h 805853"/>
              <a:gd name="csX3" fmla="*/ 1823912 w 3427614"/>
              <a:gd name="csY3" fmla="*/ 117249 h 805853"/>
              <a:gd name="csX4" fmla="*/ 2565850 w 3427614"/>
              <a:gd name="csY4" fmla="*/ 442365 h 805853"/>
              <a:gd name="csX5" fmla="*/ 3287346 w 3427614"/>
              <a:gd name="csY5" fmla="*/ 782358 h 805853"/>
              <a:gd name="csX6" fmla="*/ 3427614 w 3427614"/>
              <a:gd name="csY6" fmla="*/ 741573 h 805853"/>
              <a:gd name="csX0" fmla="*/ 0 w 3427614"/>
              <a:gd name="csY0" fmla="*/ 419516 h 813197"/>
              <a:gd name="csX1" fmla="*/ 315756 w 3427614"/>
              <a:gd name="csY1" fmla="*/ 3437 h 813197"/>
              <a:gd name="csX2" fmla="*/ 1057157 w 3427614"/>
              <a:gd name="csY2" fmla="*/ 517218 h 813197"/>
              <a:gd name="csX3" fmla="*/ 1823912 w 3427614"/>
              <a:gd name="csY3" fmla="*/ 117249 h 813197"/>
              <a:gd name="csX4" fmla="*/ 2565850 w 3427614"/>
              <a:gd name="csY4" fmla="*/ 442365 h 813197"/>
              <a:gd name="csX5" fmla="*/ 3306560 w 3427614"/>
              <a:gd name="csY5" fmla="*/ 791965 h 813197"/>
              <a:gd name="csX6" fmla="*/ 3427614 w 3427614"/>
              <a:gd name="csY6" fmla="*/ 741573 h 813197"/>
              <a:gd name="csX0" fmla="*/ 0 w 3425212"/>
              <a:gd name="csY0" fmla="*/ 419516 h 822410"/>
              <a:gd name="csX1" fmla="*/ 315756 w 3425212"/>
              <a:gd name="csY1" fmla="*/ 3437 h 822410"/>
              <a:gd name="csX2" fmla="*/ 1057157 w 3425212"/>
              <a:gd name="csY2" fmla="*/ 517218 h 822410"/>
              <a:gd name="csX3" fmla="*/ 1823912 w 3425212"/>
              <a:gd name="csY3" fmla="*/ 117249 h 822410"/>
              <a:gd name="csX4" fmla="*/ 2565850 w 3425212"/>
              <a:gd name="csY4" fmla="*/ 442365 h 822410"/>
              <a:gd name="csX5" fmla="*/ 3306560 w 3425212"/>
              <a:gd name="csY5" fmla="*/ 791965 h 822410"/>
              <a:gd name="csX6" fmla="*/ 3425212 w 3425212"/>
              <a:gd name="csY6" fmla="*/ 767992 h 822410"/>
              <a:gd name="csX0" fmla="*/ 0 w 3425212"/>
              <a:gd name="csY0" fmla="*/ 419516 h 809578"/>
              <a:gd name="csX1" fmla="*/ 315756 w 3425212"/>
              <a:gd name="csY1" fmla="*/ 3437 h 809578"/>
              <a:gd name="csX2" fmla="*/ 1057157 w 3425212"/>
              <a:gd name="csY2" fmla="*/ 517218 h 809578"/>
              <a:gd name="csX3" fmla="*/ 1823912 w 3425212"/>
              <a:gd name="csY3" fmla="*/ 117249 h 809578"/>
              <a:gd name="csX4" fmla="*/ 2565850 w 3425212"/>
              <a:gd name="csY4" fmla="*/ 442365 h 809578"/>
              <a:gd name="csX5" fmla="*/ 3306560 w 3425212"/>
              <a:gd name="csY5" fmla="*/ 791965 h 809578"/>
              <a:gd name="csX6" fmla="*/ 3425212 w 3425212"/>
              <a:gd name="csY6" fmla="*/ 767992 h 809578"/>
              <a:gd name="csX0" fmla="*/ 0 w 3415605"/>
              <a:gd name="csY0" fmla="*/ 419516 h 828627"/>
              <a:gd name="csX1" fmla="*/ 315756 w 3415605"/>
              <a:gd name="csY1" fmla="*/ 3437 h 828627"/>
              <a:gd name="csX2" fmla="*/ 1057157 w 3415605"/>
              <a:gd name="csY2" fmla="*/ 517218 h 828627"/>
              <a:gd name="csX3" fmla="*/ 1823912 w 3415605"/>
              <a:gd name="csY3" fmla="*/ 117249 h 828627"/>
              <a:gd name="csX4" fmla="*/ 2565850 w 3415605"/>
              <a:gd name="csY4" fmla="*/ 442365 h 828627"/>
              <a:gd name="csX5" fmla="*/ 3306560 w 3415605"/>
              <a:gd name="csY5" fmla="*/ 791965 h 828627"/>
              <a:gd name="csX6" fmla="*/ 3415605 w 3415605"/>
              <a:gd name="csY6" fmla="*/ 825634 h 828627"/>
              <a:gd name="csX0" fmla="*/ 0 w 3418007"/>
              <a:gd name="csY0" fmla="*/ 419516 h 814183"/>
              <a:gd name="csX1" fmla="*/ 315756 w 3418007"/>
              <a:gd name="csY1" fmla="*/ 3437 h 814183"/>
              <a:gd name="csX2" fmla="*/ 1057157 w 3418007"/>
              <a:gd name="csY2" fmla="*/ 517218 h 814183"/>
              <a:gd name="csX3" fmla="*/ 1823912 w 3418007"/>
              <a:gd name="csY3" fmla="*/ 117249 h 814183"/>
              <a:gd name="csX4" fmla="*/ 2565850 w 3418007"/>
              <a:gd name="csY4" fmla="*/ 442365 h 814183"/>
              <a:gd name="csX5" fmla="*/ 3306560 w 3418007"/>
              <a:gd name="csY5" fmla="*/ 791965 h 814183"/>
              <a:gd name="csX6" fmla="*/ 3418007 w 3418007"/>
              <a:gd name="csY6" fmla="*/ 787206 h 814183"/>
              <a:gd name="csX0" fmla="*/ 0 w 3418007"/>
              <a:gd name="csY0" fmla="*/ 419516 h 822941"/>
              <a:gd name="csX1" fmla="*/ 315756 w 3418007"/>
              <a:gd name="csY1" fmla="*/ 3437 h 822941"/>
              <a:gd name="csX2" fmla="*/ 1057157 w 3418007"/>
              <a:gd name="csY2" fmla="*/ 517218 h 822941"/>
              <a:gd name="csX3" fmla="*/ 1823912 w 3418007"/>
              <a:gd name="csY3" fmla="*/ 117249 h 822941"/>
              <a:gd name="csX4" fmla="*/ 2565850 w 3418007"/>
              <a:gd name="csY4" fmla="*/ 442365 h 822941"/>
              <a:gd name="csX5" fmla="*/ 3306560 w 3418007"/>
              <a:gd name="csY5" fmla="*/ 791965 h 822941"/>
              <a:gd name="csX6" fmla="*/ 3418007 w 3418007"/>
              <a:gd name="csY6" fmla="*/ 787206 h 822941"/>
              <a:gd name="csX0" fmla="*/ 0 w 3418007"/>
              <a:gd name="csY0" fmla="*/ 419516 h 801256"/>
              <a:gd name="csX1" fmla="*/ 315756 w 3418007"/>
              <a:gd name="csY1" fmla="*/ 3437 h 801256"/>
              <a:gd name="csX2" fmla="*/ 1057157 w 3418007"/>
              <a:gd name="csY2" fmla="*/ 517218 h 801256"/>
              <a:gd name="csX3" fmla="*/ 1823912 w 3418007"/>
              <a:gd name="csY3" fmla="*/ 117249 h 801256"/>
              <a:gd name="csX4" fmla="*/ 2565850 w 3418007"/>
              <a:gd name="csY4" fmla="*/ 442365 h 801256"/>
              <a:gd name="csX5" fmla="*/ 3306560 w 3418007"/>
              <a:gd name="csY5" fmla="*/ 791965 h 801256"/>
              <a:gd name="csX6" fmla="*/ 3418007 w 3418007"/>
              <a:gd name="csY6" fmla="*/ 787206 h 8012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418007" h="801256">
                <a:moveTo>
                  <a:pt x="0" y="419516"/>
                </a:moveTo>
                <a:cubicBezTo>
                  <a:pt x="143409" y="326125"/>
                  <a:pt x="139563" y="55050"/>
                  <a:pt x="315756" y="3437"/>
                </a:cubicBezTo>
                <a:cubicBezTo>
                  <a:pt x="491949" y="-48176"/>
                  <a:pt x="805798" y="498249"/>
                  <a:pt x="1057157" y="517218"/>
                </a:cubicBezTo>
                <a:cubicBezTo>
                  <a:pt x="1308516" y="536187"/>
                  <a:pt x="1572463" y="129724"/>
                  <a:pt x="1823912" y="117249"/>
                </a:cubicBezTo>
                <a:cubicBezTo>
                  <a:pt x="2075361" y="104774"/>
                  <a:pt x="2318742" y="329912"/>
                  <a:pt x="2565850" y="442365"/>
                </a:cubicBezTo>
                <a:cubicBezTo>
                  <a:pt x="2812958" y="554818"/>
                  <a:pt x="3248595" y="789732"/>
                  <a:pt x="3306560" y="791965"/>
                </a:cubicBezTo>
                <a:cubicBezTo>
                  <a:pt x="3364525" y="794198"/>
                  <a:pt x="3390365" y="814359"/>
                  <a:pt x="3418007" y="787206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B3B8EC87-EAFA-CE45-3AF7-FD779604EF46}"/>
              </a:ext>
            </a:extLst>
          </p:cNvPr>
          <p:cNvSpPr/>
          <p:nvPr/>
        </p:nvSpPr>
        <p:spPr>
          <a:xfrm>
            <a:off x="4689350" y="3938526"/>
            <a:ext cx="106875" cy="106875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AEF870E-8257-ADBF-70C5-22437ECA07C9}"/>
              </a:ext>
            </a:extLst>
          </p:cNvPr>
          <p:cNvSpPr/>
          <p:nvPr/>
        </p:nvSpPr>
        <p:spPr>
          <a:xfrm>
            <a:off x="5684353" y="4393920"/>
            <a:ext cx="106875" cy="106875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78F3474-AA99-D3E9-35D1-5F2C3A5B45E2}"/>
              </a:ext>
            </a:extLst>
          </p:cNvPr>
          <p:cNvSpPr/>
          <p:nvPr/>
        </p:nvSpPr>
        <p:spPr>
          <a:xfrm>
            <a:off x="3704567" y="3508955"/>
            <a:ext cx="106875" cy="106875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D05F777-4574-2266-3CF7-7EE9B3B0D230}"/>
              </a:ext>
            </a:extLst>
          </p:cNvPr>
          <p:cNvSpPr/>
          <p:nvPr/>
        </p:nvSpPr>
        <p:spPr>
          <a:xfrm>
            <a:off x="2709564" y="4017172"/>
            <a:ext cx="106875" cy="106875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27690BF3-FD77-7D22-0DD9-AA78E5A737BF}"/>
              </a:ext>
            </a:extLst>
          </p:cNvPr>
          <p:cNvSpPr/>
          <p:nvPr/>
        </p:nvSpPr>
        <p:spPr>
          <a:xfrm>
            <a:off x="1724781" y="3347998"/>
            <a:ext cx="106875" cy="106875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EDA16858-EB35-FA0A-1600-D5BF23E0218C}"/>
              </a:ext>
            </a:extLst>
          </p:cNvPr>
          <p:cNvSpPr/>
          <p:nvPr/>
        </p:nvSpPr>
        <p:spPr>
          <a:xfrm>
            <a:off x="9632398" y="4594754"/>
            <a:ext cx="106875" cy="106875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7A2C6618-5BE0-AD5A-DBE4-146C1A33CD19}"/>
              </a:ext>
            </a:extLst>
          </p:cNvPr>
          <p:cNvSpPr/>
          <p:nvPr/>
        </p:nvSpPr>
        <p:spPr>
          <a:xfrm>
            <a:off x="10633481" y="4180636"/>
            <a:ext cx="106875" cy="106875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CA39CA71-C7EA-04F6-0FBB-41970E3C4E50}"/>
              </a:ext>
            </a:extLst>
          </p:cNvPr>
          <p:cNvSpPr/>
          <p:nvPr/>
        </p:nvSpPr>
        <p:spPr>
          <a:xfrm>
            <a:off x="8745061" y="4096682"/>
            <a:ext cx="106875" cy="106875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CBB528BC-C351-0506-2A6E-AACCD29AD6D0}"/>
              </a:ext>
            </a:extLst>
          </p:cNvPr>
          <p:cNvSpPr/>
          <p:nvPr/>
        </p:nvSpPr>
        <p:spPr>
          <a:xfrm>
            <a:off x="7689534" y="3232488"/>
            <a:ext cx="106875" cy="106875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DDBCD76-A55B-8F97-93C5-23AB636F2AF3}"/>
              </a:ext>
            </a:extLst>
          </p:cNvPr>
          <p:cNvSpPr/>
          <p:nvPr/>
        </p:nvSpPr>
        <p:spPr>
          <a:xfrm>
            <a:off x="6657142" y="4659175"/>
            <a:ext cx="106875" cy="106875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reeform 82">
            <a:extLst>
              <a:ext uri="{FF2B5EF4-FFF2-40B4-BE49-F238E27FC236}">
                <a16:creationId xmlns:a16="http://schemas.microsoft.com/office/drawing/2014/main" id="{ECE07BDB-0A3C-53EB-91BA-7CCAEF56FE35}"/>
              </a:ext>
            </a:extLst>
          </p:cNvPr>
          <p:cNvSpPr/>
          <p:nvPr/>
        </p:nvSpPr>
        <p:spPr>
          <a:xfrm>
            <a:off x="1248310" y="5460990"/>
            <a:ext cx="4566046" cy="1619330"/>
          </a:xfrm>
          <a:custGeom>
            <a:avLst/>
            <a:gdLst>
              <a:gd name="csX0" fmla="*/ 0 w 3418229"/>
              <a:gd name="csY0" fmla="*/ 799129 h 1364366"/>
              <a:gd name="csX1" fmla="*/ 162773 w 3418229"/>
              <a:gd name="csY1" fmla="*/ 425709 h 1364366"/>
              <a:gd name="csX2" fmla="*/ 402145 w 3418229"/>
              <a:gd name="csY2" fmla="*/ 162400 h 1364366"/>
              <a:gd name="csX3" fmla="*/ 579280 w 3418229"/>
              <a:gd name="csY3" fmla="*/ 1062438 h 1364366"/>
              <a:gd name="csX4" fmla="*/ 742053 w 3418229"/>
              <a:gd name="csY4" fmla="*/ 1220423 h 1364366"/>
              <a:gd name="csX5" fmla="*/ 952700 w 3418229"/>
              <a:gd name="csY5" fmla="*/ 1335322 h 1364366"/>
              <a:gd name="csX6" fmla="*/ 1101110 w 3418229"/>
              <a:gd name="csY6" fmla="*/ 650719 h 1364366"/>
              <a:gd name="csX7" fmla="*/ 1302183 w 3418229"/>
              <a:gd name="csY7" fmla="*/ 727318 h 1364366"/>
              <a:gd name="csX8" fmla="*/ 1397931 w 3418229"/>
              <a:gd name="csY8" fmla="*/ 952327 h 1364366"/>
              <a:gd name="csX9" fmla="*/ 1584641 w 3418229"/>
              <a:gd name="csY9" fmla="*/ 847003 h 1364366"/>
              <a:gd name="csX10" fmla="*/ 1761776 w 3418229"/>
              <a:gd name="csY10" fmla="*/ 267724 h 1364366"/>
              <a:gd name="csX11" fmla="*/ 1958061 w 3418229"/>
              <a:gd name="csY11" fmla="*/ 420922 h 1364366"/>
              <a:gd name="csX12" fmla="*/ 2068172 w 3418229"/>
              <a:gd name="csY12" fmla="*/ 1043288 h 1364366"/>
              <a:gd name="csX13" fmla="*/ 2283607 w 3418229"/>
              <a:gd name="csY13" fmla="*/ 760830 h 1364366"/>
              <a:gd name="csX14" fmla="*/ 2451167 w 3418229"/>
              <a:gd name="csY14" fmla="*/ 1359259 h 1364366"/>
              <a:gd name="csX15" fmla="*/ 2652239 w 3418229"/>
              <a:gd name="csY15" fmla="*/ 440072 h 1364366"/>
              <a:gd name="csX16" fmla="*/ 2795862 w 3418229"/>
              <a:gd name="csY16" fmla="*/ 526245 h 1364366"/>
              <a:gd name="csX17" fmla="*/ 3011297 w 3418229"/>
              <a:gd name="csY17" fmla="*/ 4415 h 1364366"/>
              <a:gd name="csX18" fmla="*/ 3135770 w 3418229"/>
              <a:gd name="csY18" fmla="*/ 866153 h 1364366"/>
              <a:gd name="csX19" fmla="*/ 3284181 w 3418229"/>
              <a:gd name="csY19" fmla="*/ 645931 h 1364366"/>
              <a:gd name="csX20" fmla="*/ 3418229 w 3418229"/>
              <a:gd name="csY20" fmla="*/ 1172549 h 1364366"/>
              <a:gd name="csX0" fmla="*/ 0 w 3418229"/>
              <a:gd name="csY0" fmla="*/ 799129 h 1364366"/>
              <a:gd name="csX1" fmla="*/ 402145 w 3418229"/>
              <a:gd name="csY1" fmla="*/ 162400 h 1364366"/>
              <a:gd name="csX2" fmla="*/ 579280 w 3418229"/>
              <a:gd name="csY2" fmla="*/ 1062438 h 1364366"/>
              <a:gd name="csX3" fmla="*/ 742053 w 3418229"/>
              <a:gd name="csY3" fmla="*/ 1220423 h 1364366"/>
              <a:gd name="csX4" fmla="*/ 952700 w 3418229"/>
              <a:gd name="csY4" fmla="*/ 1335322 h 1364366"/>
              <a:gd name="csX5" fmla="*/ 1101110 w 3418229"/>
              <a:gd name="csY5" fmla="*/ 650719 h 1364366"/>
              <a:gd name="csX6" fmla="*/ 1302183 w 3418229"/>
              <a:gd name="csY6" fmla="*/ 727318 h 1364366"/>
              <a:gd name="csX7" fmla="*/ 1397931 w 3418229"/>
              <a:gd name="csY7" fmla="*/ 952327 h 1364366"/>
              <a:gd name="csX8" fmla="*/ 1584641 w 3418229"/>
              <a:gd name="csY8" fmla="*/ 847003 h 1364366"/>
              <a:gd name="csX9" fmla="*/ 1761776 w 3418229"/>
              <a:gd name="csY9" fmla="*/ 267724 h 1364366"/>
              <a:gd name="csX10" fmla="*/ 1958061 w 3418229"/>
              <a:gd name="csY10" fmla="*/ 420922 h 1364366"/>
              <a:gd name="csX11" fmla="*/ 2068172 w 3418229"/>
              <a:gd name="csY11" fmla="*/ 1043288 h 1364366"/>
              <a:gd name="csX12" fmla="*/ 2283607 w 3418229"/>
              <a:gd name="csY12" fmla="*/ 760830 h 1364366"/>
              <a:gd name="csX13" fmla="*/ 2451167 w 3418229"/>
              <a:gd name="csY13" fmla="*/ 1359259 h 1364366"/>
              <a:gd name="csX14" fmla="*/ 2652239 w 3418229"/>
              <a:gd name="csY14" fmla="*/ 440072 h 1364366"/>
              <a:gd name="csX15" fmla="*/ 2795862 w 3418229"/>
              <a:gd name="csY15" fmla="*/ 526245 h 1364366"/>
              <a:gd name="csX16" fmla="*/ 3011297 w 3418229"/>
              <a:gd name="csY16" fmla="*/ 4415 h 1364366"/>
              <a:gd name="csX17" fmla="*/ 3135770 w 3418229"/>
              <a:gd name="csY17" fmla="*/ 866153 h 1364366"/>
              <a:gd name="csX18" fmla="*/ 3284181 w 3418229"/>
              <a:gd name="csY18" fmla="*/ 645931 h 1364366"/>
              <a:gd name="csX19" fmla="*/ 3418229 w 3418229"/>
              <a:gd name="csY19" fmla="*/ 1172549 h 1364366"/>
              <a:gd name="csX0" fmla="*/ 0 w 3418229"/>
              <a:gd name="csY0" fmla="*/ 799129 h 1392283"/>
              <a:gd name="csX1" fmla="*/ 402145 w 3418229"/>
              <a:gd name="csY1" fmla="*/ 162400 h 1392283"/>
              <a:gd name="csX2" fmla="*/ 742053 w 3418229"/>
              <a:gd name="csY2" fmla="*/ 1220423 h 1392283"/>
              <a:gd name="csX3" fmla="*/ 952700 w 3418229"/>
              <a:gd name="csY3" fmla="*/ 1335322 h 1392283"/>
              <a:gd name="csX4" fmla="*/ 1101110 w 3418229"/>
              <a:gd name="csY4" fmla="*/ 650719 h 1392283"/>
              <a:gd name="csX5" fmla="*/ 1302183 w 3418229"/>
              <a:gd name="csY5" fmla="*/ 727318 h 1392283"/>
              <a:gd name="csX6" fmla="*/ 1397931 w 3418229"/>
              <a:gd name="csY6" fmla="*/ 952327 h 1392283"/>
              <a:gd name="csX7" fmla="*/ 1584641 w 3418229"/>
              <a:gd name="csY7" fmla="*/ 847003 h 1392283"/>
              <a:gd name="csX8" fmla="*/ 1761776 w 3418229"/>
              <a:gd name="csY8" fmla="*/ 267724 h 1392283"/>
              <a:gd name="csX9" fmla="*/ 1958061 w 3418229"/>
              <a:gd name="csY9" fmla="*/ 420922 h 1392283"/>
              <a:gd name="csX10" fmla="*/ 2068172 w 3418229"/>
              <a:gd name="csY10" fmla="*/ 1043288 h 1392283"/>
              <a:gd name="csX11" fmla="*/ 2283607 w 3418229"/>
              <a:gd name="csY11" fmla="*/ 760830 h 1392283"/>
              <a:gd name="csX12" fmla="*/ 2451167 w 3418229"/>
              <a:gd name="csY12" fmla="*/ 1359259 h 1392283"/>
              <a:gd name="csX13" fmla="*/ 2652239 w 3418229"/>
              <a:gd name="csY13" fmla="*/ 440072 h 1392283"/>
              <a:gd name="csX14" fmla="*/ 2795862 w 3418229"/>
              <a:gd name="csY14" fmla="*/ 526245 h 1392283"/>
              <a:gd name="csX15" fmla="*/ 3011297 w 3418229"/>
              <a:gd name="csY15" fmla="*/ 4415 h 1392283"/>
              <a:gd name="csX16" fmla="*/ 3135770 w 3418229"/>
              <a:gd name="csY16" fmla="*/ 866153 h 1392283"/>
              <a:gd name="csX17" fmla="*/ 3284181 w 3418229"/>
              <a:gd name="csY17" fmla="*/ 645931 h 1392283"/>
              <a:gd name="csX18" fmla="*/ 3418229 w 3418229"/>
              <a:gd name="csY18" fmla="*/ 1172549 h 1392283"/>
              <a:gd name="csX0" fmla="*/ 0 w 3418229"/>
              <a:gd name="csY0" fmla="*/ 799129 h 1392283"/>
              <a:gd name="csX1" fmla="*/ 402145 w 3418229"/>
              <a:gd name="csY1" fmla="*/ 162400 h 1392283"/>
              <a:gd name="csX2" fmla="*/ 742053 w 3418229"/>
              <a:gd name="csY2" fmla="*/ 1220423 h 1392283"/>
              <a:gd name="csX3" fmla="*/ 952700 w 3418229"/>
              <a:gd name="csY3" fmla="*/ 1335322 h 1392283"/>
              <a:gd name="csX4" fmla="*/ 1101110 w 3418229"/>
              <a:gd name="csY4" fmla="*/ 650719 h 1392283"/>
              <a:gd name="csX5" fmla="*/ 1397931 w 3418229"/>
              <a:gd name="csY5" fmla="*/ 952327 h 1392283"/>
              <a:gd name="csX6" fmla="*/ 1584641 w 3418229"/>
              <a:gd name="csY6" fmla="*/ 847003 h 1392283"/>
              <a:gd name="csX7" fmla="*/ 1761776 w 3418229"/>
              <a:gd name="csY7" fmla="*/ 267724 h 1392283"/>
              <a:gd name="csX8" fmla="*/ 1958061 w 3418229"/>
              <a:gd name="csY8" fmla="*/ 420922 h 1392283"/>
              <a:gd name="csX9" fmla="*/ 2068172 w 3418229"/>
              <a:gd name="csY9" fmla="*/ 1043288 h 1392283"/>
              <a:gd name="csX10" fmla="*/ 2283607 w 3418229"/>
              <a:gd name="csY10" fmla="*/ 760830 h 1392283"/>
              <a:gd name="csX11" fmla="*/ 2451167 w 3418229"/>
              <a:gd name="csY11" fmla="*/ 1359259 h 1392283"/>
              <a:gd name="csX12" fmla="*/ 2652239 w 3418229"/>
              <a:gd name="csY12" fmla="*/ 440072 h 1392283"/>
              <a:gd name="csX13" fmla="*/ 2795862 w 3418229"/>
              <a:gd name="csY13" fmla="*/ 526245 h 1392283"/>
              <a:gd name="csX14" fmla="*/ 3011297 w 3418229"/>
              <a:gd name="csY14" fmla="*/ 4415 h 1392283"/>
              <a:gd name="csX15" fmla="*/ 3135770 w 3418229"/>
              <a:gd name="csY15" fmla="*/ 866153 h 1392283"/>
              <a:gd name="csX16" fmla="*/ 3284181 w 3418229"/>
              <a:gd name="csY16" fmla="*/ 645931 h 1392283"/>
              <a:gd name="csX17" fmla="*/ 3418229 w 3418229"/>
              <a:gd name="csY17" fmla="*/ 1172549 h 1392283"/>
              <a:gd name="csX0" fmla="*/ 0 w 3418229"/>
              <a:gd name="csY0" fmla="*/ 799129 h 1362630"/>
              <a:gd name="csX1" fmla="*/ 402145 w 3418229"/>
              <a:gd name="csY1" fmla="*/ 162400 h 1362630"/>
              <a:gd name="csX2" fmla="*/ 742053 w 3418229"/>
              <a:gd name="csY2" fmla="*/ 1220423 h 1362630"/>
              <a:gd name="csX3" fmla="*/ 1101110 w 3418229"/>
              <a:gd name="csY3" fmla="*/ 650719 h 1362630"/>
              <a:gd name="csX4" fmla="*/ 1397931 w 3418229"/>
              <a:gd name="csY4" fmla="*/ 952327 h 1362630"/>
              <a:gd name="csX5" fmla="*/ 1584641 w 3418229"/>
              <a:gd name="csY5" fmla="*/ 847003 h 1362630"/>
              <a:gd name="csX6" fmla="*/ 1761776 w 3418229"/>
              <a:gd name="csY6" fmla="*/ 267724 h 1362630"/>
              <a:gd name="csX7" fmla="*/ 1958061 w 3418229"/>
              <a:gd name="csY7" fmla="*/ 420922 h 1362630"/>
              <a:gd name="csX8" fmla="*/ 2068172 w 3418229"/>
              <a:gd name="csY8" fmla="*/ 1043288 h 1362630"/>
              <a:gd name="csX9" fmla="*/ 2283607 w 3418229"/>
              <a:gd name="csY9" fmla="*/ 760830 h 1362630"/>
              <a:gd name="csX10" fmla="*/ 2451167 w 3418229"/>
              <a:gd name="csY10" fmla="*/ 1359259 h 1362630"/>
              <a:gd name="csX11" fmla="*/ 2652239 w 3418229"/>
              <a:gd name="csY11" fmla="*/ 440072 h 1362630"/>
              <a:gd name="csX12" fmla="*/ 2795862 w 3418229"/>
              <a:gd name="csY12" fmla="*/ 526245 h 1362630"/>
              <a:gd name="csX13" fmla="*/ 3011297 w 3418229"/>
              <a:gd name="csY13" fmla="*/ 4415 h 1362630"/>
              <a:gd name="csX14" fmla="*/ 3135770 w 3418229"/>
              <a:gd name="csY14" fmla="*/ 866153 h 1362630"/>
              <a:gd name="csX15" fmla="*/ 3284181 w 3418229"/>
              <a:gd name="csY15" fmla="*/ 645931 h 1362630"/>
              <a:gd name="csX16" fmla="*/ 3418229 w 3418229"/>
              <a:gd name="csY16" fmla="*/ 1172549 h 1362630"/>
              <a:gd name="csX0" fmla="*/ 0 w 3418229"/>
              <a:gd name="csY0" fmla="*/ 799129 h 1362630"/>
              <a:gd name="csX1" fmla="*/ 402145 w 3418229"/>
              <a:gd name="csY1" fmla="*/ 162400 h 1362630"/>
              <a:gd name="csX2" fmla="*/ 742053 w 3418229"/>
              <a:gd name="csY2" fmla="*/ 1220423 h 1362630"/>
              <a:gd name="csX3" fmla="*/ 1101110 w 3418229"/>
              <a:gd name="csY3" fmla="*/ 650719 h 1362630"/>
              <a:gd name="csX4" fmla="*/ 1397931 w 3418229"/>
              <a:gd name="csY4" fmla="*/ 952327 h 1362630"/>
              <a:gd name="csX5" fmla="*/ 1584641 w 3418229"/>
              <a:gd name="csY5" fmla="*/ 847003 h 1362630"/>
              <a:gd name="csX6" fmla="*/ 1841282 w 3418229"/>
              <a:gd name="csY6" fmla="*/ 271699 h 1362630"/>
              <a:gd name="csX7" fmla="*/ 1958061 w 3418229"/>
              <a:gd name="csY7" fmla="*/ 420922 h 1362630"/>
              <a:gd name="csX8" fmla="*/ 2068172 w 3418229"/>
              <a:gd name="csY8" fmla="*/ 1043288 h 1362630"/>
              <a:gd name="csX9" fmla="*/ 2283607 w 3418229"/>
              <a:gd name="csY9" fmla="*/ 760830 h 1362630"/>
              <a:gd name="csX10" fmla="*/ 2451167 w 3418229"/>
              <a:gd name="csY10" fmla="*/ 1359259 h 1362630"/>
              <a:gd name="csX11" fmla="*/ 2652239 w 3418229"/>
              <a:gd name="csY11" fmla="*/ 440072 h 1362630"/>
              <a:gd name="csX12" fmla="*/ 2795862 w 3418229"/>
              <a:gd name="csY12" fmla="*/ 526245 h 1362630"/>
              <a:gd name="csX13" fmla="*/ 3011297 w 3418229"/>
              <a:gd name="csY13" fmla="*/ 4415 h 1362630"/>
              <a:gd name="csX14" fmla="*/ 3135770 w 3418229"/>
              <a:gd name="csY14" fmla="*/ 866153 h 1362630"/>
              <a:gd name="csX15" fmla="*/ 3284181 w 3418229"/>
              <a:gd name="csY15" fmla="*/ 645931 h 1362630"/>
              <a:gd name="csX16" fmla="*/ 3418229 w 3418229"/>
              <a:gd name="csY16" fmla="*/ 1172549 h 1362630"/>
              <a:gd name="csX0" fmla="*/ 0 w 3418229"/>
              <a:gd name="csY0" fmla="*/ 799129 h 1362630"/>
              <a:gd name="csX1" fmla="*/ 402145 w 3418229"/>
              <a:gd name="csY1" fmla="*/ 162400 h 1362630"/>
              <a:gd name="csX2" fmla="*/ 742053 w 3418229"/>
              <a:gd name="csY2" fmla="*/ 1220423 h 1362630"/>
              <a:gd name="csX3" fmla="*/ 1101110 w 3418229"/>
              <a:gd name="csY3" fmla="*/ 650719 h 1362630"/>
              <a:gd name="csX4" fmla="*/ 1397931 w 3418229"/>
              <a:gd name="csY4" fmla="*/ 952327 h 1362630"/>
              <a:gd name="csX5" fmla="*/ 1841282 w 3418229"/>
              <a:gd name="csY5" fmla="*/ 271699 h 1362630"/>
              <a:gd name="csX6" fmla="*/ 1958061 w 3418229"/>
              <a:gd name="csY6" fmla="*/ 420922 h 1362630"/>
              <a:gd name="csX7" fmla="*/ 2068172 w 3418229"/>
              <a:gd name="csY7" fmla="*/ 1043288 h 1362630"/>
              <a:gd name="csX8" fmla="*/ 2283607 w 3418229"/>
              <a:gd name="csY8" fmla="*/ 760830 h 1362630"/>
              <a:gd name="csX9" fmla="*/ 2451167 w 3418229"/>
              <a:gd name="csY9" fmla="*/ 1359259 h 1362630"/>
              <a:gd name="csX10" fmla="*/ 2652239 w 3418229"/>
              <a:gd name="csY10" fmla="*/ 440072 h 1362630"/>
              <a:gd name="csX11" fmla="*/ 2795862 w 3418229"/>
              <a:gd name="csY11" fmla="*/ 526245 h 1362630"/>
              <a:gd name="csX12" fmla="*/ 3011297 w 3418229"/>
              <a:gd name="csY12" fmla="*/ 4415 h 1362630"/>
              <a:gd name="csX13" fmla="*/ 3135770 w 3418229"/>
              <a:gd name="csY13" fmla="*/ 866153 h 1362630"/>
              <a:gd name="csX14" fmla="*/ 3284181 w 3418229"/>
              <a:gd name="csY14" fmla="*/ 645931 h 1362630"/>
              <a:gd name="csX15" fmla="*/ 3418229 w 3418229"/>
              <a:gd name="csY15" fmla="*/ 1172549 h 1362630"/>
              <a:gd name="csX0" fmla="*/ 0 w 3418229"/>
              <a:gd name="csY0" fmla="*/ 799129 h 1362630"/>
              <a:gd name="csX1" fmla="*/ 402145 w 3418229"/>
              <a:gd name="csY1" fmla="*/ 162400 h 1362630"/>
              <a:gd name="csX2" fmla="*/ 742053 w 3418229"/>
              <a:gd name="csY2" fmla="*/ 1220423 h 1362630"/>
              <a:gd name="csX3" fmla="*/ 1101110 w 3418229"/>
              <a:gd name="csY3" fmla="*/ 650719 h 1362630"/>
              <a:gd name="csX4" fmla="*/ 1485387 w 3418229"/>
              <a:gd name="csY4" fmla="*/ 944377 h 1362630"/>
              <a:gd name="csX5" fmla="*/ 1841282 w 3418229"/>
              <a:gd name="csY5" fmla="*/ 271699 h 1362630"/>
              <a:gd name="csX6" fmla="*/ 1958061 w 3418229"/>
              <a:gd name="csY6" fmla="*/ 420922 h 1362630"/>
              <a:gd name="csX7" fmla="*/ 2068172 w 3418229"/>
              <a:gd name="csY7" fmla="*/ 1043288 h 1362630"/>
              <a:gd name="csX8" fmla="*/ 2283607 w 3418229"/>
              <a:gd name="csY8" fmla="*/ 760830 h 1362630"/>
              <a:gd name="csX9" fmla="*/ 2451167 w 3418229"/>
              <a:gd name="csY9" fmla="*/ 1359259 h 1362630"/>
              <a:gd name="csX10" fmla="*/ 2652239 w 3418229"/>
              <a:gd name="csY10" fmla="*/ 440072 h 1362630"/>
              <a:gd name="csX11" fmla="*/ 2795862 w 3418229"/>
              <a:gd name="csY11" fmla="*/ 526245 h 1362630"/>
              <a:gd name="csX12" fmla="*/ 3011297 w 3418229"/>
              <a:gd name="csY12" fmla="*/ 4415 h 1362630"/>
              <a:gd name="csX13" fmla="*/ 3135770 w 3418229"/>
              <a:gd name="csY13" fmla="*/ 866153 h 1362630"/>
              <a:gd name="csX14" fmla="*/ 3284181 w 3418229"/>
              <a:gd name="csY14" fmla="*/ 645931 h 1362630"/>
              <a:gd name="csX15" fmla="*/ 3418229 w 3418229"/>
              <a:gd name="csY15" fmla="*/ 1172549 h 1362630"/>
              <a:gd name="csX0" fmla="*/ 0 w 3418229"/>
              <a:gd name="csY0" fmla="*/ 799129 h 1362630"/>
              <a:gd name="csX1" fmla="*/ 402145 w 3418229"/>
              <a:gd name="csY1" fmla="*/ 162400 h 1362630"/>
              <a:gd name="csX2" fmla="*/ 742053 w 3418229"/>
              <a:gd name="csY2" fmla="*/ 1220423 h 1362630"/>
              <a:gd name="csX3" fmla="*/ 1101110 w 3418229"/>
              <a:gd name="csY3" fmla="*/ 650719 h 1362630"/>
              <a:gd name="csX4" fmla="*/ 1485387 w 3418229"/>
              <a:gd name="csY4" fmla="*/ 944377 h 1362630"/>
              <a:gd name="csX5" fmla="*/ 1841282 w 3418229"/>
              <a:gd name="csY5" fmla="*/ 271699 h 1362630"/>
              <a:gd name="csX6" fmla="*/ 2068172 w 3418229"/>
              <a:gd name="csY6" fmla="*/ 1043288 h 1362630"/>
              <a:gd name="csX7" fmla="*/ 2283607 w 3418229"/>
              <a:gd name="csY7" fmla="*/ 760830 h 1362630"/>
              <a:gd name="csX8" fmla="*/ 2451167 w 3418229"/>
              <a:gd name="csY8" fmla="*/ 1359259 h 1362630"/>
              <a:gd name="csX9" fmla="*/ 2652239 w 3418229"/>
              <a:gd name="csY9" fmla="*/ 440072 h 1362630"/>
              <a:gd name="csX10" fmla="*/ 2795862 w 3418229"/>
              <a:gd name="csY10" fmla="*/ 526245 h 1362630"/>
              <a:gd name="csX11" fmla="*/ 3011297 w 3418229"/>
              <a:gd name="csY11" fmla="*/ 4415 h 1362630"/>
              <a:gd name="csX12" fmla="*/ 3135770 w 3418229"/>
              <a:gd name="csY12" fmla="*/ 866153 h 1362630"/>
              <a:gd name="csX13" fmla="*/ 3284181 w 3418229"/>
              <a:gd name="csY13" fmla="*/ 645931 h 1362630"/>
              <a:gd name="csX14" fmla="*/ 3418229 w 3418229"/>
              <a:gd name="csY14" fmla="*/ 1172549 h 1362630"/>
              <a:gd name="csX0" fmla="*/ 0 w 3418229"/>
              <a:gd name="csY0" fmla="*/ 799129 h 1363463"/>
              <a:gd name="csX1" fmla="*/ 402145 w 3418229"/>
              <a:gd name="csY1" fmla="*/ 162400 h 1363463"/>
              <a:gd name="csX2" fmla="*/ 742053 w 3418229"/>
              <a:gd name="csY2" fmla="*/ 1220423 h 1363463"/>
              <a:gd name="csX3" fmla="*/ 1101110 w 3418229"/>
              <a:gd name="csY3" fmla="*/ 650719 h 1363463"/>
              <a:gd name="csX4" fmla="*/ 1485387 w 3418229"/>
              <a:gd name="csY4" fmla="*/ 944377 h 1363463"/>
              <a:gd name="csX5" fmla="*/ 1841282 w 3418229"/>
              <a:gd name="csY5" fmla="*/ 271699 h 1363463"/>
              <a:gd name="csX6" fmla="*/ 2283607 w 3418229"/>
              <a:gd name="csY6" fmla="*/ 760830 h 1363463"/>
              <a:gd name="csX7" fmla="*/ 2451167 w 3418229"/>
              <a:gd name="csY7" fmla="*/ 1359259 h 1363463"/>
              <a:gd name="csX8" fmla="*/ 2652239 w 3418229"/>
              <a:gd name="csY8" fmla="*/ 440072 h 1363463"/>
              <a:gd name="csX9" fmla="*/ 2795862 w 3418229"/>
              <a:gd name="csY9" fmla="*/ 526245 h 1363463"/>
              <a:gd name="csX10" fmla="*/ 3011297 w 3418229"/>
              <a:gd name="csY10" fmla="*/ 4415 h 1363463"/>
              <a:gd name="csX11" fmla="*/ 3135770 w 3418229"/>
              <a:gd name="csY11" fmla="*/ 866153 h 1363463"/>
              <a:gd name="csX12" fmla="*/ 3284181 w 3418229"/>
              <a:gd name="csY12" fmla="*/ 645931 h 1363463"/>
              <a:gd name="csX13" fmla="*/ 3418229 w 3418229"/>
              <a:gd name="csY13" fmla="*/ 1172549 h 1363463"/>
              <a:gd name="csX0" fmla="*/ 0 w 3418229"/>
              <a:gd name="csY0" fmla="*/ 799129 h 1365037"/>
              <a:gd name="csX1" fmla="*/ 402145 w 3418229"/>
              <a:gd name="csY1" fmla="*/ 162400 h 1365037"/>
              <a:gd name="csX2" fmla="*/ 742053 w 3418229"/>
              <a:gd name="csY2" fmla="*/ 1220423 h 1365037"/>
              <a:gd name="csX3" fmla="*/ 1101110 w 3418229"/>
              <a:gd name="csY3" fmla="*/ 650719 h 1365037"/>
              <a:gd name="csX4" fmla="*/ 1485387 w 3418229"/>
              <a:gd name="csY4" fmla="*/ 944377 h 1365037"/>
              <a:gd name="csX5" fmla="*/ 1841282 w 3418229"/>
              <a:gd name="csY5" fmla="*/ 271699 h 1365037"/>
              <a:gd name="csX6" fmla="*/ 2235904 w 3418229"/>
              <a:gd name="csY6" fmla="*/ 804558 h 1365037"/>
              <a:gd name="csX7" fmla="*/ 2451167 w 3418229"/>
              <a:gd name="csY7" fmla="*/ 1359259 h 1365037"/>
              <a:gd name="csX8" fmla="*/ 2652239 w 3418229"/>
              <a:gd name="csY8" fmla="*/ 440072 h 1365037"/>
              <a:gd name="csX9" fmla="*/ 2795862 w 3418229"/>
              <a:gd name="csY9" fmla="*/ 526245 h 1365037"/>
              <a:gd name="csX10" fmla="*/ 3011297 w 3418229"/>
              <a:gd name="csY10" fmla="*/ 4415 h 1365037"/>
              <a:gd name="csX11" fmla="*/ 3135770 w 3418229"/>
              <a:gd name="csY11" fmla="*/ 866153 h 1365037"/>
              <a:gd name="csX12" fmla="*/ 3284181 w 3418229"/>
              <a:gd name="csY12" fmla="*/ 645931 h 1365037"/>
              <a:gd name="csX13" fmla="*/ 3418229 w 3418229"/>
              <a:gd name="csY13" fmla="*/ 1172549 h 1365037"/>
              <a:gd name="csX0" fmla="*/ 0 w 3418229"/>
              <a:gd name="csY0" fmla="*/ 799129 h 1227942"/>
              <a:gd name="csX1" fmla="*/ 402145 w 3418229"/>
              <a:gd name="csY1" fmla="*/ 162400 h 1227942"/>
              <a:gd name="csX2" fmla="*/ 742053 w 3418229"/>
              <a:gd name="csY2" fmla="*/ 1220423 h 1227942"/>
              <a:gd name="csX3" fmla="*/ 1101110 w 3418229"/>
              <a:gd name="csY3" fmla="*/ 650719 h 1227942"/>
              <a:gd name="csX4" fmla="*/ 1485387 w 3418229"/>
              <a:gd name="csY4" fmla="*/ 944377 h 1227942"/>
              <a:gd name="csX5" fmla="*/ 1841282 w 3418229"/>
              <a:gd name="csY5" fmla="*/ 271699 h 1227942"/>
              <a:gd name="csX6" fmla="*/ 2235904 w 3418229"/>
              <a:gd name="csY6" fmla="*/ 804558 h 1227942"/>
              <a:gd name="csX7" fmla="*/ 2652239 w 3418229"/>
              <a:gd name="csY7" fmla="*/ 440072 h 1227942"/>
              <a:gd name="csX8" fmla="*/ 2795862 w 3418229"/>
              <a:gd name="csY8" fmla="*/ 526245 h 1227942"/>
              <a:gd name="csX9" fmla="*/ 3011297 w 3418229"/>
              <a:gd name="csY9" fmla="*/ 4415 h 1227942"/>
              <a:gd name="csX10" fmla="*/ 3135770 w 3418229"/>
              <a:gd name="csY10" fmla="*/ 866153 h 1227942"/>
              <a:gd name="csX11" fmla="*/ 3284181 w 3418229"/>
              <a:gd name="csY11" fmla="*/ 645931 h 1227942"/>
              <a:gd name="csX12" fmla="*/ 3418229 w 3418229"/>
              <a:gd name="csY12" fmla="*/ 1172549 h 1227942"/>
              <a:gd name="csX0" fmla="*/ 0 w 3418229"/>
              <a:gd name="csY0" fmla="*/ 799378 h 1228191"/>
              <a:gd name="csX1" fmla="*/ 402145 w 3418229"/>
              <a:gd name="csY1" fmla="*/ 162649 h 1228191"/>
              <a:gd name="csX2" fmla="*/ 742053 w 3418229"/>
              <a:gd name="csY2" fmla="*/ 1220672 h 1228191"/>
              <a:gd name="csX3" fmla="*/ 1101110 w 3418229"/>
              <a:gd name="csY3" fmla="*/ 650968 h 1228191"/>
              <a:gd name="csX4" fmla="*/ 1485387 w 3418229"/>
              <a:gd name="csY4" fmla="*/ 944626 h 1228191"/>
              <a:gd name="csX5" fmla="*/ 1841282 w 3418229"/>
              <a:gd name="csY5" fmla="*/ 271948 h 1228191"/>
              <a:gd name="csX6" fmla="*/ 2235904 w 3418229"/>
              <a:gd name="csY6" fmla="*/ 804807 h 1228191"/>
              <a:gd name="csX7" fmla="*/ 2600560 w 3418229"/>
              <a:gd name="csY7" fmla="*/ 619210 h 1228191"/>
              <a:gd name="csX8" fmla="*/ 2795862 w 3418229"/>
              <a:gd name="csY8" fmla="*/ 526494 h 1228191"/>
              <a:gd name="csX9" fmla="*/ 3011297 w 3418229"/>
              <a:gd name="csY9" fmla="*/ 4664 h 1228191"/>
              <a:gd name="csX10" fmla="*/ 3135770 w 3418229"/>
              <a:gd name="csY10" fmla="*/ 866402 h 1228191"/>
              <a:gd name="csX11" fmla="*/ 3284181 w 3418229"/>
              <a:gd name="csY11" fmla="*/ 646180 h 1228191"/>
              <a:gd name="csX12" fmla="*/ 3418229 w 3418229"/>
              <a:gd name="csY12" fmla="*/ 1172798 h 1228191"/>
              <a:gd name="csX0" fmla="*/ 0 w 3418229"/>
              <a:gd name="csY0" fmla="*/ 797022 h 1225835"/>
              <a:gd name="csX1" fmla="*/ 402145 w 3418229"/>
              <a:gd name="csY1" fmla="*/ 160293 h 1225835"/>
              <a:gd name="csX2" fmla="*/ 742053 w 3418229"/>
              <a:gd name="csY2" fmla="*/ 1218316 h 1225835"/>
              <a:gd name="csX3" fmla="*/ 1101110 w 3418229"/>
              <a:gd name="csY3" fmla="*/ 648612 h 1225835"/>
              <a:gd name="csX4" fmla="*/ 1485387 w 3418229"/>
              <a:gd name="csY4" fmla="*/ 942270 h 1225835"/>
              <a:gd name="csX5" fmla="*/ 1841282 w 3418229"/>
              <a:gd name="csY5" fmla="*/ 269592 h 1225835"/>
              <a:gd name="csX6" fmla="*/ 2235904 w 3418229"/>
              <a:gd name="csY6" fmla="*/ 802451 h 1225835"/>
              <a:gd name="csX7" fmla="*/ 2600560 w 3418229"/>
              <a:gd name="csY7" fmla="*/ 616854 h 1225835"/>
              <a:gd name="csX8" fmla="*/ 3011297 w 3418229"/>
              <a:gd name="csY8" fmla="*/ 2308 h 1225835"/>
              <a:gd name="csX9" fmla="*/ 3135770 w 3418229"/>
              <a:gd name="csY9" fmla="*/ 864046 h 1225835"/>
              <a:gd name="csX10" fmla="*/ 3284181 w 3418229"/>
              <a:gd name="csY10" fmla="*/ 643824 h 1225835"/>
              <a:gd name="csX11" fmla="*/ 3418229 w 3418229"/>
              <a:gd name="csY11" fmla="*/ 1170442 h 1225835"/>
              <a:gd name="csX0" fmla="*/ 0 w 3418229"/>
              <a:gd name="csY0" fmla="*/ 794745 h 1223558"/>
              <a:gd name="csX1" fmla="*/ 402145 w 3418229"/>
              <a:gd name="csY1" fmla="*/ 158016 h 1223558"/>
              <a:gd name="csX2" fmla="*/ 742053 w 3418229"/>
              <a:gd name="csY2" fmla="*/ 1216039 h 1223558"/>
              <a:gd name="csX3" fmla="*/ 1101110 w 3418229"/>
              <a:gd name="csY3" fmla="*/ 646335 h 1223558"/>
              <a:gd name="csX4" fmla="*/ 1485387 w 3418229"/>
              <a:gd name="csY4" fmla="*/ 939993 h 1223558"/>
              <a:gd name="csX5" fmla="*/ 1841282 w 3418229"/>
              <a:gd name="csY5" fmla="*/ 267315 h 1223558"/>
              <a:gd name="csX6" fmla="*/ 2235904 w 3418229"/>
              <a:gd name="csY6" fmla="*/ 800174 h 1223558"/>
              <a:gd name="csX7" fmla="*/ 2600560 w 3418229"/>
              <a:gd name="csY7" fmla="*/ 614577 h 1223558"/>
              <a:gd name="csX8" fmla="*/ 3011297 w 3418229"/>
              <a:gd name="csY8" fmla="*/ 31 h 1223558"/>
              <a:gd name="csX9" fmla="*/ 3284181 w 3418229"/>
              <a:gd name="csY9" fmla="*/ 641547 h 1223558"/>
              <a:gd name="csX10" fmla="*/ 3418229 w 3418229"/>
              <a:gd name="csY10" fmla="*/ 1168165 h 1223558"/>
              <a:gd name="csX0" fmla="*/ 0 w 3418229"/>
              <a:gd name="csY0" fmla="*/ 797134 h 1225947"/>
              <a:gd name="csX1" fmla="*/ 402145 w 3418229"/>
              <a:gd name="csY1" fmla="*/ 160405 h 1225947"/>
              <a:gd name="csX2" fmla="*/ 742053 w 3418229"/>
              <a:gd name="csY2" fmla="*/ 1218428 h 1225947"/>
              <a:gd name="csX3" fmla="*/ 1101110 w 3418229"/>
              <a:gd name="csY3" fmla="*/ 648724 h 1225947"/>
              <a:gd name="csX4" fmla="*/ 1485387 w 3418229"/>
              <a:gd name="csY4" fmla="*/ 942382 h 1225947"/>
              <a:gd name="csX5" fmla="*/ 1841282 w 3418229"/>
              <a:gd name="csY5" fmla="*/ 269704 h 1225947"/>
              <a:gd name="csX6" fmla="*/ 2235904 w 3418229"/>
              <a:gd name="csY6" fmla="*/ 802563 h 1225947"/>
              <a:gd name="csX7" fmla="*/ 2600560 w 3418229"/>
              <a:gd name="csY7" fmla="*/ 616966 h 1225947"/>
              <a:gd name="csX8" fmla="*/ 3011297 w 3418229"/>
              <a:gd name="csY8" fmla="*/ 2420 h 1225947"/>
              <a:gd name="csX9" fmla="*/ 3343811 w 3418229"/>
              <a:gd name="csY9" fmla="*/ 870528 h 1225947"/>
              <a:gd name="csX10" fmla="*/ 3418229 w 3418229"/>
              <a:gd name="csY10" fmla="*/ 1170554 h 1225947"/>
              <a:gd name="csX0" fmla="*/ 0 w 3406303"/>
              <a:gd name="csY0" fmla="*/ 622220 h 1225947"/>
              <a:gd name="csX1" fmla="*/ 390219 w 3406303"/>
              <a:gd name="csY1" fmla="*/ 160405 h 1225947"/>
              <a:gd name="csX2" fmla="*/ 730127 w 3406303"/>
              <a:gd name="csY2" fmla="*/ 1218428 h 1225947"/>
              <a:gd name="csX3" fmla="*/ 1089184 w 3406303"/>
              <a:gd name="csY3" fmla="*/ 648724 h 1225947"/>
              <a:gd name="csX4" fmla="*/ 1473461 w 3406303"/>
              <a:gd name="csY4" fmla="*/ 942382 h 1225947"/>
              <a:gd name="csX5" fmla="*/ 1829356 w 3406303"/>
              <a:gd name="csY5" fmla="*/ 269704 h 1225947"/>
              <a:gd name="csX6" fmla="*/ 2223978 w 3406303"/>
              <a:gd name="csY6" fmla="*/ 802563 h 1225947"/>
              <a:gd name="csX7" fmla="*/ 2588634 w 3406303"/>
              <a:gd name="csY7" fmla="*/ 616966 h 1225947"/>
              <a:gd name="csX8" fmla="*/ 2999371 w 3406303"/>
              <a:gd name="csY8" fmla="*/ 2420 h 1225947"/>
              <a:gd name="csX9" fmla="*/ 3331885 w 3406303"/>
              <a:gd name="csY9" fmla="*/ 870528 h 1225947"/>
              <a:gd name="csX10" fmla="*/ 3406303 w 3406303"/>
              <a:gd name="csY10" fmla="*/ 1170554 h 1225947"/>
              <a:gd name="csX0" fmla="*/ 0 w 3406303"/>
              <a:gd name="csY0" fmla="*/ 622220 h 1225947"/>
              <a:gd name="csX1" fmla="*/ 390219 w 3406303"/>
              <a:gd name="csY1" fmla="*/ 160405 h 1225947"/>
              <a:gd name="csX2" fmla="*/ 730127 w 3406303"/>
              <a:gd name="csY2" fmla="*/ 1218428 h 1225947"/>
              <a:gd name="csX3" fmla="*/ 1089184 w 3406303"/>
              <a:gd name="csY3" fmla="*/ 648724 h 1225947"/>
              <a:gd name="csX4" fmla="*/ 1473461 w 3406303"/>
              <a:gd name="csY4" fmla="*/ 942382 h 1225947"/>
              <a:gd name="csX5" fmla="*/ 1829356 w 3406303"/>
              <a:gd name="csY5" fmla="*/ 269704 h 1225947"/>
              <a:gd name="csX6" fmla="*/ 2223978 w 3406303"/>
              <a:gd name="csY6" fmla="*/ 802563 h 1225947"/>
              <a:gd name="csX7" fmla="*/ 2588634 w 3406303"/>
              <a:gd name="csY7" fmla="*/ 616966 h 1225947"/>
              <a:gd name="csX8" fmla="*/ 2999371 w 3406303"/>
              <a:gd name="csY8" fmla="*/ 2420 h 1225947"/>
              <a:gd name="csX9" fmla="*/ 3331885 w 3406303"/>
              <a:gd name="csY9" fmla="*/ 870528 h 1225947"/>
              <a:gd name="csX10" fmla="*/ 3406303 w 3406303"/>
              <a:gd name="csY10" fmla="*/ 1170554 h 1225947"/>
              <a:gd name="csX0" fmla="*/ 0 w 3406303"/>
              <a:gd name="csY0" fmla="*/ 622220 h 1225947"/>
              <a:gd name="csX1" fmla="*/ 346491 w 3406303"/>
              <a:gd name="csY1" fmla="*/ 160405 h 1225947"/>
              <a:gd name="csX2" fmla="*/ 730127 w 3406303"/>
              <a:gd name="csY2" fmla="*/ 1218428 h 1225947"/>
              <a:gd name="csX3" fmla="*/ 1089184 w 3406303"/>
              <a:gd name="csY3" fmla="*/ 648724 h 1225947"/>
              <a:gd name="csX4" fmla="*/ 1473461 w 3406303"/>
              <a:gd name="csY4" fmla="*/ 942382 h 1225947"/>
              <a:gd name="csX5" fmla="*/ 1829356 w 3406303"/>
              <a:gd name="csY5" fmla="*/ 269704 h 1225947"/>
              <a:gd name="csX6" fmla="*/ 2223978 w 3406303"/>
              <a:gd name="csY6" fmla="*/ 802563 h 1225947"/>
              <a:gd name="csX7" fmla="*/ 2588634 w 3406303"/>
              <a:gd name="csY7" fmla="*/ 616966 h 1225947"/>
              <a:gd name="csX8" fmla="*/ 2999371 w 3406303"/>
              <a:gd name="csY8" fmla="*/ 2420 h 1225947"/>
              <a:gd name="csX9" fmla="*/ 3331885 w 3406303"/>
              <a:gd name="csY9" fmla="*/ 870528 h 1225947"/>
              <a:gd name="csX10" fmla="*/ 3406303 w 3406303"/>
              <a:gd name="csY10" fmla="*/ 1170554 h 1225947"/>
              <a:gd name="csX0" fmla="*/ 0 w 3406303"/>
              <a:gd name="csY0" fmla="*/ 622220 h 1225947"/>
              <a:gd name="csX1" fmla="*/ 346491 w 3406303"/>
              <a:gd name="csY1" fmla="*/ 160405 h 1225947"/>
              <a:gd name="csX2" fmla="*/ 730127 w 3406303"/>
              <a:gd name="csY2" fmla="*/ 1218428 h 1225947"/>
              <a:gd name="csX3" fmla="*/ 1089184 w 3406303"/>
              <a:gd name="csY3" fmla="*/ 648724 h 1225947"/>
              <a:gd name="csX4" fmla="*/ 1473461 w 3406303"/>
              <a:gd name="csY4" fmla="*/ 942382 h 1225947"/>
              <a:gd name="csX5" fmla="*/ 1829356 w 3406303"/>
              <a:gd name="csY5" fmla="*/ 269704 h 1225947"/>
              <a:gd name="csX6" fmla="*/ 2223978 w 3406303"/>
              <a:gd name="csY6" fmla="*/ 802563 h 1225947"/>
              <a:gd name="csX7" fmla="*/ 2588634 w 3406303"/>
              <a:gd name="csY7" fmla="*/ 616966 h 1225947"/>
              <a:gd name="csX8" fmla="*/ 2999371 w 3406303"/>
              <a:gd name="csY8" fmla="*/ 2420 h 1225947"/>
              <a:gd name="csX9" fmla="*/ 3331885 w 3406303"/>
              <a:gd name="csY9" fmla="*/ 870528 h 1225947"/>
              <a:gd name="csX10" fmla="*/ 3406303 w 3406303"/>
              <a:gd name="csY10" fmla="*/ 1170554 h 1225947"/>
              <a:gd name="csX0" fmla="*/ 0 w 3406303"/>
              <a:gd name="csY0" fmla="*/ 622220 h 1218431"/>
              <a:gd name="csX1" fmla="*/ 346491 w 3406303"/>
              <a:gd name="csY1" fmla="*/ 160405 h 1218431"/>
              <a:gd name="csX2" fmla="*/ 730127 w 3406303"/>
              <a:gd name="csY2" fmla="*/ 1218428 h 1218431"/>
              <a:gd name="csX3" fmla="*/ 1089184 w 3406303"/>
              <a:gd name="csY3" fmla="*/ 648724 h 1218431"/>
              <a:gd name="csX4" fmla="*/ 1473461 w 3406303"/>
              <a:gd name="csY4" fmla="*/ 942382 h 1218431"/>
              <a:gd name="csX5" fmla="*/ 1829356 w 3406303"/>
              <a:gd name="csY5" fmla="*/ 269704 h 1218431"/>
              <a:gd name="csX6" fmla="*/ 2223978 w 3406303"/>
              <a:gd name="csY6" fmla="*/ 802563 h 1218431"/>
              <a:gd name="csX7" fmla="*/ 2588634 w 3406303"/>
              <a:gd name="csY7" fmla="*/ 616966 h 1218431"/>
              <a:gd name="csX8" fmla="*/ 2999371 w 3406303"/>
              <a:gd name="csY8" fmla="*/ 2420 h 1218431"/>
              <a:gd name="csX9" fmla="*/ 3331885 w 3406303"/>
              <a:gd name="csY9" fmla="*/ 870528 h 1218431"/>
              <a:gd name="csX10" fmla="*/ 3406303 w 3406303"/>
              <a:gd name="csY10" fmla="*/ 1170554 h 1218431"/>
              <a:gd name="csX0" fmla="*/ 0 w 3406303"/>
              <a:gd name="csY0" fmla="*/ 622220 h 1224919"/>
              <a:gd name="csX1" fmla="*/ 346491 w 3406303"/>
              <a:gd name="csY1" fmla="*/ 160405 h 1224919"/>
              <a:gd name="csX2" fmla="*/ 730127 w 3406303"/>
              <a:gd name="csY2" fmla="*/ 1218428 h 1224919"/>
              <a:gd name="csX3" fmla="*/ 1097134 w 3406303"/>
              <a:gd name="csY3" fmla="*/ 620897 h 1224919"/>
              <a:gd name="csX4" fmla="*/ 1473461 w 3406303"/>
              <a:gd name="csY4" fmla="*/ 942382 h 1224919"/>
              <a:gd name="csX5" fmla="*/ 1829356 w 3406303"/>
              <a:gd name="csY5" fmla="*/ 269704 h 1224919"/>
              <a:gd name="csX6" fmla="*/ 2223978 w 3406303"/>
              <a:gd name="csY6" fmla="*/ 802563 h 1224919"/>
              <a:gd name="csX7" fmla="*/ 2588634 w 3406303"/>
              <a:gd name="csY7" fmla="*/ 616966 h 1224919"/>
              <a:gd name="csX8" fmla="*/ 2999371 w 3406303"/>
              <a:gd name="csY8" fmla="*/ 2420 h 1224919"/>
              <a:gd name="csX9" fmla="*/ 3331885 w 3406303"/>
              <a:gd name="csY9" fmla="*/ 870528 h 1224919"/>
              <a:gd name="csX10" fmla="*/ 3406303 w 3406303"/>
              <a:gd name="csY10" fmla="*/ 1170554 h 1224919"/>
              <a:gd name="csX0" fmla="*/ 0 w 3406303"/>
              <a:gd name="csY0" fmla="*/ 622220 h 1224501"/>
              <a:gd name="csX1" fmla="*/ 346491 w 3406303"/>
              <a:gd name="csY1" fmla="*/ 160405 h 1224501"/>
              <a:gd name="csX2" fmla="*/ 730127 w 3406303"/>
              <a:gd name="csY2" fmla="*/ 1218428 h 1224501"/>
              <a:gd name="csX3" fmla="*/ 1097134 w 3406303"/>
              <a:gd name="csY3" fmla="*/ 620897 h 1224501"/>
              <a:gd name="csX4" fmla="*/ 1473461 w 3406303"/>
              <a:gd name="csY4" fmla="*/ 942382 h 1224501"/>
              <a:gd name="csX5" fmla="*/ 1829356 w 3406303"/>
              <a:gd name="csY5" fmla="*/ 269704 h 1224501"/>
              <a:gd name="csX6" fmla="*/ 2223978 w 3406303"/>
              <a:gd name="csY6" fmla="*/ 802563 h 1224501"/>
              <a:gd name="csX7" fmla="*/ 2588634 w 3406303"/>
              <a:gd name="csY7" fmla="*/ 616966 h 1224501"/>
              <a:gd name="csX8" fmla="*/ 2999371 w 3406303"/>
              <a:gd name="csY8" fmla="*/ 2420 h 1224501"/>
              <a:gd name="csX9" fmla="*/ 3331885 w 3406303"/>
              <a:gd name="csY9" fmla="*/ 870528 h 1224501"/>
              <a:gd name="csX10" fmla="*/ 3406303 w 3406303"/>
              <a:gd name="csY10" fmla="*/ 1170554 h 1224501"/>
              <a:gd name="csX0" fmla="*/ 0 w 3406303"/>
              <a:gd name="csY0" fmla="*/ 622220 h 1224950"/>
              <a:gd name="csX1" fmla="*/ 346491 w 3406303"/>
              <a:gd name="csY1" fmla="*/ 160405 h 1224950"/>
              <a:gd name="csX2" fmla="*/ 730127 w 3406303"/>
              <a:gd name="csY2" fmla="*/ 1218428 h 1224950"/>
              <a:gd name="csX3" fmla="*/ 1097134 w 3406303"/>
              <a:gd name="csY3" fmla="*/ 620897 h 1224950"/>
              <a:gd name="csX4" fmla="*/ 1453585 w 3406303"/>
              <a:gd name="csY4" fmla="*/ 922505 h 1224950"/>
              <a:gd name="csX5" fmla="*/ 1829356 w 3406303"/>
              <a:gd name="csY5" fmla="*/ 269704 h 1224950"/>
              <a:gd name="csX6" fmla="*/ 2223978 w 3406303"/>
              <a:gd name="csY6" fmla="*/ 802563 h 1224950"/>
              <a:gd name="csX7" fmla="*/ 2588634 w 3406303"/>
              <a:gd name="csY7" fmla="*/ 616966 h 1224950"/>
              <a:gd name="csX8" fmla="*/ 2999371 w 3406303"/>
              <a:gd name="csY8" fmla="*/ 2420 h 1224950"/>
              <a:gd name="csX9" fmla="*/ 3331885 w 3406303"/>
              <a:gd name="csY9" fmla="*/ 870528 h 1224950"/>
              <a:gd name="csX10" fmla="*/ 3406303 w 3406303"/>
              <a:gd name="csY10" fmla="*/ 1170554 h 1224950"/>
              <a:gd name="csX0" fmla="*/ 0 w 3406303"/>
              <a:gd name="csY0" fmla="*/ 622220 h 1224950"/>
              <a:gd name="csX1" fmla="*/ 346491 w 3406303"/>
              <a:gd name="csY1" fmla="*/ 160405 h 1224950"/>
              <a:gd name="csX2" fmla="*/ 730127 w 3406303"/>
              <a:gd name="csY2" fmla="*/ 1218428 h 1224950"/>
              <a:gd name="csX3" fmla="*/ 1097134 w 3406303"/>
              <a:gd name="csY3" fmla="*/ 620897 h 1224950"/>
              <a:gd name="csX4" fmla="*/ 1453585 w 3406303"/>
              <a:gd name="csY4" fmla="*/ 922505 h 1224950"/>
              <a:gd name="csX5" fmla="*/ 1829356 w 3406303"/>
              <a:gd name="csY5" fmla="*/ 269704 h 1224950"/>
              <a:gd name="csX6" fmla="*/ 2223978 w 3406303"/>
              <a:gd name="csY6" fmla="*/ 802563 h 1224950"/>
              <a:gd name="csX7" fmla="*/ 2588634 w 3406303"/>
              <a:gd name="csY7" fmla="*/ 616966 h 1224950"/>
              <a:gd name="csX8" fmla="*/ 2999371 w 3406303"/>
              <a:gd name="csY8" fmla="*/ 2420 h 1224950"/>
              <a:gd name="csX9" fmla="*/ 3331885 w 3406303"/>
              <a:gd name="csY9" fmla="*/ 870528 h 1224950"/>
              <a:gd name="csX10" fmla="*/ 3406303 w 3406303"/>
              <a:gd name="csY10" fmla="*/ 1170554 h 1224950"/>
              <a:gd name="csX0" fmla="*/ 0 w 3406303"/>
              <a:gd name="csY0" fmla="*/ 622220 h 1224950"/>
              <a:gd name="csX1" fmla="*/ 346491 w 3406303"/>
              <a:gd name="csY1" fmla="*/ 160405 h 1224950"/>
              <a:gd name="csX2" fmla="*/ 730127 w 3406303"/>
              <a:gd name="csY2" fmla="*/ 1218428 h 1224950"/>
              <a:gd name="csX3" fmla="*/ 1097134 w 3406303"/>
              <a:gd name="csY3" fmla="*/ 620897 h 1224950"/>
              <a:gd name="csX4" fmla="*/ 1453585 w 3406303"/>
              <a:gd name="csY4" fmla="*/ 922505 h 1224950"/>
              <a:gd name="csX5" fmla="*/ 1829356 w 3406303"/>
              <a:gd name="csY5" fmla="*/ 269704 h 1224950"/>
              <a:gd name="csX6" fmla="*/ 2223978 w 3406303"/>
              <a:gd name="csY6" fmla="*/ 802563 h 1224950"/>
              <a:gd name="csX7" fmla="*/ 2588634 w 3406303"/>
              <a:gd name="csY7" fmla="*/ 616966 h 1224950"/>
              <a:gd name="csX8" fmla="*/ 2999371 w 3406303"/>
              <a:gd name="csY8" fmla="*/ 2420 h 1224950"/>
              <a:gd name="csX9" fmla="*/ 3331885 w 3406303"/>
              <a:gd name="csY9" fmla="*/ 870528 h 1224950"/>
              <a:gd name="csX10" fmla="*/ 3406303 w 3406303"/>
              <a:gd name="csY10" fmla="*/ 1170554 h 1224950"/>
              <a:gd name="csX0" fmla="*/ 0 w 3406303"/>
              <a:gd name="csY0" fmla="*/ 622220 h 1224950"/>
              <a:gd name="csX1" fmla="*/ 346491 w 3406303"/>
              <a:gd name="csY1" fmla="*/ 160405 h 1224950"/>
              <a:gd name="csX2" fmla="*/ 730127 w 3406303"/>
              <a:gd name="csY2" fmla="*/ 1218428 h 1224950"/>
              <a:gd name="csX3" fmla="*/ 1097134 w 3406303"/>
              <a:gd name="csY3" fmla="*/ 620897 h 1224950"/>
              <a:gd name="csX4" fmla="*/ 1453585 w 3406303"/>
              <a:gd name="csY4" fmla="*/ 922505 h 1224950"/>
              <a:gd name="csX5" fmla="*/ 1829356 w 3406303"/>
              <a:gd name="csY5" fmla="*/ 269704 h 1224950"/>
              <a:gd name="csX6" fmla="*/ 2223978 w 3406303"/>
              <a:gd name="csY6" fmla="*/ 802563 h 1224950"/>
              <a:gd name="csX7" fmla="*/ 2588634 w 3406303"/>
              <a:gd name="csY7" fmla="*/ 616966 h 1224950"/>
              <a:gd name="csX8" fmla="*/ 2999371 w 3406303"/>
              <a:gd name="csY8" fmla="*/ 2420 h 1224950"/>
              <a:gd name="csX9" fmla="*/ 3331885 w 3406303"/>
              <a:gd name="csY9" fmla="*/ 870528 h 1224950"/>
              <a:gd name="csX10" fmla="*/ 3406303 w 3406303"/>
              <a:gd name="csY10" fmla="*/ 1170554 h 1224950"/>
              <a:gd name="csX0" fmla="*/ 0 w 3406303"/>
              <a:gd name="csY0" fmla="*/ 622220 h 1224950"/>
              <a:gd name="csX1" fmla="*/ 346491 w 3406303"/>
              <a:gd name="csY1" fmla="*/ 160405 h 1224950"/>
              <a:gd name="csX2" fmla="*/ 730127 w 3406303"/>
              <a:gd name="csY2" fmla="*/ 1218428 h 1224950"/>
              <a:gd name="csX3" fmla="*/ 1097134 w 3406303"/>
              <a:gd name="csY3" fmla="*/ 620897 h 1224950"/>
              <a:gd name="csX4" fmla="*/ 1453585 w 3406303"/>
              <a:gd name="csY4" fmla="*/ 922505 h 1224950"/>
              <a:gd name="csX5" fmla="*/ 1845258 w 3406303"/>
              <a:gd name="csY5" fmla="*/ 269704 h 1224950"/>
              <a:gd name="csX6" fmla="*/ 2223978 w 3406303"/>
              <a:gd name="csY6" fmla="*/ 802563 h 1224950"/>
              <a:gd name="csX7" fmla="*/ 2588634 w 3406303"/>
              <a:gd name="csY7" fmla="*/ 616966 h 1224950"/>
              <a:gd name="csX8" fmla="*/ 2999371 w 3406303"/>
              <a:gd name="csY8" fmla="*/ 2420 h 1224950"/>
              <a:gd name="csX9" fmla="*/ 3331885 w 3406303"/>
              <a:gd name="csY9" fmla="*/ 870528 h 1224950"/>
              <a:gd name="csX10" fmla="*/ 3406303 w 3406303"/>
              <a:gd name="csY10" fmla="*/ 1170554 h 1224950"/>
              <a:gd name="csX0" fmla="*/ 0 w 3501710"/>
              <a:gd name="csY0" fmla="*/ 622220 h 1224950"/>
              <a:gd name="csX1" fmla="*/ 346491 w 3501710"/>
              <a:gd name="csY1" fmla="*/ 160405 h 1224950"/>
              <a:gd name="csX2" fmla="*/ 730127 w 3501710"/>
              <a:gd name="csY2" fmla="*/ 1218428 h 1224950"/>
              <a:gd name="csX3" fmla="*/ 1097134 w 3501710"/>
              <a:gd name="csY3" fmla="*/ 620897 h 1224950"/>
              <a:gd name="csX4" fmla="*/ 1453585 w 3501710"/>
              <a:gd name="csY4" fmla="*/ 922505 h 1224950"/>
              <a:gd name="csX5" fmla="*/ 1845258 w 3501710"/>
              <a:gd name="csY5" fmla="*/ 269704 h 1224950"/>
              <a:gd name="csX6" fmla="*/ 2223978 w 3501710"/>
              <a:gd name="csY6" fmla="*/ 802563 h 1224950"/>
              <a:gd name="csX7" fmla="*/ 2588634 w 3501710"/>
              <a:gd name="csY7" fmla="*/ 616966 h 1224950"/>
              <a:gd name="csX8" fmla="*/ 2999371 w 3501710"/>
              <a:gd name="csY8" fmla="*/ 2420 h 1224950"/>
              <a:gd name="csX9" fmla="*/ 3331885 w 3501710"/>
              <a:gd name="csY9" fmla="*/ 870528 h 1224950"/>
              <a:gd name="csX10" fmla="*/ 3501710 w 3501710"/>
              <a:gd name="csY10" fmla="*/ 712599 h 1224950"/>
              <a:gd name="csX0" fmla="*/ 0 w 3501710"/>
              <a:gd name="csY0" fmla="*/ 622220 h 1224950"/>
              <a:gd name="csX1" fmla="*/ 346491 w 3501710"/>
              <a:gd name="csY1" fmla="*/ 160405 h 1224950"/>
              <a:gd name="csX2" fmla="*/ 730127 w 3501710"/>
              <a:gd name="csY2" fmla="*/ 1218428 h 1224950"/>
              <a:gd name="csX3" fmla="*/ 1097134 w 3501710"/>
              <a:gd name="csY3" fmla="*/ 620897 h 1224950"/>
              <a:gd name="csX4" fmla="*/ 1453585 w 3501710"/>
              <a:gd name="csY4" fmla="*/ 922505 h 1224950"/>
              <a:gd name="csX5" fmla="*/ 1845258 w 3501710"/>
              <a:gd name="csY5" fmla="*/ 269704 h 1224950"/>
              <a:gd name="csX6" fmla="*/ 2223978 w 3501710"/>
              <a:gd name="csY6" fmla="*/ 802563 h 1224950"/>
              <a:gd name="csX7" fmla="*/ 2588634 w 3501710"/>
              <a:gd name="csY7" fmla="*/ 616966 h 1224950"/>
              <a:gd name="csX8" fmla="*/ 2999371 w 3501710"/>
              <a:gd name="csY8" fmla="*/ 2420 h 1224950"/>
              <a:gd name="csX9" fmla="*/ 3331885 w 3501710"/>
              <a:gd name="csY9" fmla="*/ 870528 h 1224950"/>
              <a:gd name="csX10" fmla="*/ 3501710 w 3501710"/>
              <a:gd name="csY10" fmla="*/ 712599 h 1224950"/>
              <a:gd name="csX0" fmla="*/ 0 w 3454006"/>
              <a:gd name="csY0" fmla="*/ 622220 h 1224950"/>
              <a:gd name="csX1" fmla="*/ 346491 w 3454006"/>
              <a:gd name="csY1" fmla="*/ 160405 h 1224950"/>
              <a:gd name="csX2" fmla="*/ 730127 w 3454006"/>
              <a:gd name="csY2" fmla="*/ 1218428 h 1224950"/>
              <a:gd name="csX3" fmla="*/ 1097134 w 3454006"/>
              <a:gd name="csY3" fmla="*/ 620897 h 1224950"/>
              <a:gd name="csX4" fmla="*/ 1453585 w 3454006"/>
              <a:gd name="csY4" fmla="*/ 922505 h 1224950"/>
              <a:gd name="csX5" fmla="*/ 1845258 w 3454006"/>
              <a:gd name="csY5" fmla="*/ 269704 h 1224950"/>
              <a:gd name="csX6" fmla="*/ 2223978 w 3454006"/>
              <a:gd name="csY6" fmla="*/ 802563 h 1224950"/>
              <a:gd name="csX7" fmla="*/ 2588634 w 3454006"/>
              <a:gd name="csY7" fmla="*/ 616966 h 1224950"/>
              <a:gd name="csX8" fmla="*/ 2999371 w 3454006"/>
              <a:gd name="csY8" fmla="*/ 2420 h 1224950"/>
              <a:gd name="csX9" fmla="*/ 3331885 w 3454006"/>
              <a:gd name="csY9" fmla="*/ 870528 h 1224950"/>
              <a:gd name="csX10" fmla="*/ 3454006 w 3454006"/>
              <a:gd name="csY10" fmla="*/ 751359 h 1224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454006" h="1224950">
                <a:moveTo>
                  <a:pt x="0" y="622220"/>
                </a:moveTo>
                <a:cubicBezTo>
                  <a:pt x="95706" y="584975"/>
                  <a:pt x="216852" y="172345"/>
                  <a:pt x="346491" y="160405"/>
                </a:cubicBezTo>
                <a:cubicBezTo>
                  <a:pt x="476130" y="148465"/>
                  <a:pt x="605020" y="1141679"/>
                  <a:pt x="730127" y="1218428"/>
                </a:cubicBezTo>
                <a:cubicBezTo>
                  <a:pt x="855234" y="1295177"/>
                  <a:pt x="976558" y="670218"/>
                  <a:pt x="1097134" y="620897"/>
                </a:cubicBezTo>
                <a:cubicBezTo>
                  <a:pt x="1217710" y="571577"/>
                  <a:pt x="1328898" y="981037"/>
                  <a:pt x="1453585" y="922505"/>
                </a:cubicBezTo>
                <a:cubicBezTo>
                  <a:pt x="1578272" y="863973"/>
                  <a:pt x="1708909" y="253916"/>
                  <a:pt x="1845258" y="269704"/>
                </a:cubicBezTo>
                <a:cubicBezTo>
                  <a:pt x="1981607" y="285492"/>
                  <a:pt x="2100082" y="744686"/>
                  <a:pt x="2223978" y="802563"/>
                </a:cubicBezTo>
                <a:cubicBezTo>
                  <a:pt x="2347874" y="860440"/>
                  <a:pt x="2459402" y="750323"/>
                  <a:pt x="2588634" y="616966"/>
                </a:cubicBezTo>
                <a:cubicBezTo>
                  <a:pt x="2717866" y="483609"/>
                  <a:pt x="2875496" y="-39840"/>
                  <a:pt x="2999371" y="2420"/>
                </a:cubicBezTo>
                <a:cubicBezTo>
                  <a:pt x="3123246" y="44680"/>
                  <a:pt x="3264063" y="675839"/>
                  <a:pt x="3331885" y="870528"/>
                </a:cubicBezTo>
                <a:cubicBezTo>
                  <a:pt x="3378962" y="921594"/>
                  <a:pt x="3405266" y="828957"/>
                  <a:pt x="3454006" y="751359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A8DED396-FBF3-8CF4-EE88-9DB32A780DB6}"/>
              </a:ext>
            </a:extLst>
          </p:cNvPr>
          <p:cNvSpPr/>
          <p:nvPr/>
        </p:nvSpPr>
        <p:spPr>
          <a:xfrm>
            <a:off x="4619270" y="6217371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82E7A7C-4EB6-0100-B826-9C2466858B87}"/>
              </a:ext>
            </a:extLst>
          </p:cNvPr>
          <p:cNvSpPr/>
          <p:nvPr/>
        </p:nvSpPr>
        <p:spPr>
          <a:xfrm>
            <a:off x="5614273" y="6545792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E1A49F9-1153-47B6-483D-283E135C6B41}"/>
              </a:ext>
            </a:extLst>
          </p:cNvPr>
          <p:cNvSpPr/>
          <p:nvPr/>
        </p:nvSpPr>
        <p:spPr>
          <a:xfrm>
            <a:off x="3634487" y="5749777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2415DE4-AB1D-7EC7-B38B-6F52DC0D1593}"/>
              </a:ext>
            </a:extLst>
          </p:cNvPr>
          <p:cNvSpPr/>
          <p:nvPr/>
        </p:nvSpPr>
        <p:spPr>
          <a:xfrm>
            <a:off x="2639484" y="6220259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79CC238B-CB37-B015-D32F-20B3F8DFA535}"/>
              </a:ext>
            </a:extLst>
          </p:cNvPr>
          <p:cNvSpPr/>
          <p:nvPr/>
        </p:nvSpPr>
        <p:spPr>
          <a:xfrm>
            <a:off x="1654701" y="5610860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B0428407-9C5F-576F-CBF4-0DD8A3103FD8}"/>
              </a:ext>
            </a:extLst>
          </p:cNvPr>
          <p:cNvSpPr/>
          <p:nvPr/>
        </p:nvSpPr>
        <p:spPr>
          <a:xfrm>
            <a:off x="5100211" y="5392778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D9CCDEFC-29DF-4B5F-C148-DA7F4547867C}"/>
              </a:ext>
            </a:extLst>
          </p:cNvPr>
          <p:cNvSpPr/>
          <p:nvPr/>
        </p:nvSpPr>
        <p:spPr>
          <a:xfrm>
            <a:off x="4115428" y="6458803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D108B425-2444-E8A8-08CE-6D4AB2C6D651}"/>
              </a:ext>
            </a:extLst>
          </p:cNvPr>
          <p:cNvSpPr/>
          <p:nvPr/>
        </p:nvSpPr>
        <p:spPr>
          <a:xfrm>
            <a:off x="3120425" y="6623056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D7B09F89-7C2B-7CBB-15BD-6A004EBCB927}"/>
              </a:ext>
            </a:extLst>
          </p:cNvPr>
          <p:cNvSpPr/>
          <p:nvPr/>
        </p:nvSpPr>
        <p:spPr>
          <a:xfrm>
            <a:off x="2135642" y="7004820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BE4BBB63-D291-5297-6D47-1A5669F564C0}"/>
              </a:ext>
            </a:extLst>
          </p:cNvPr>
          <p:cNvSpPr/>
          <p:nvPr/>
        </p:nvSpPr>
        <p:spPr>
          <a:xfrm>
            <a:off x="9635706" y="6923783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9FB1619A-7124-C107-7C64-6BB6E61B1BC5}"/>
              </a:ext>
            </a:extLst>
          </p:cNvPr>
          <p:cNvSpPr/>
          <p:nvPr/>
        </p:nvSpPr>
        <p:spPr>
          <a:xfrm>
            <a:off x="10633481" y="6523570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048F1626-0699-A63E-1116-2DC5F061DBC2}"/>
              </a:ext>
            </a:extLst>
          </p:cNvPr>
          <p:cNvSpPr/>
          <p:nvPr/>
        </p:nvSpPr>
        <p:spPr>
          <a:xfrm>
            <a:off x="8739696" y="6469179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82EBFA0C-9EB6-4B4B-0733-36E2F376EF2B}"/>
              </a:ext>
            </a:extLst>
          </p:cNvPr>
          <p:cNvSpPr/>
          <p:nvPr/>
        </p:nvSpPr>
        <p:spPr>
          <a:xfrm>
            <a:off x="7689534" y="5567646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30E3D468-2C4D-D279-D7C3-E07269AFD886}"/>
              </a:ext>
            </a:extLst>
          </p:cNvPr>
          <p:cNvSpPr/>
          <p:nvPr/>
        </p:nvSpPr>
        <p:spPr>
          <a:xfrm>
            <a:off x="6657142" y="7002724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98E75AC7-7956-9EEE-5D73-5A426BAE5B0C}"/>
              </a:ext>
            </a:extLst>
          </p:cNvPr>
          <p:cNvSpPr/>
          <p:nvPr/>
        </p:nvSpPr>
        <p:spPr>
          <a:xfrm>
            <a:off x="10102652" y="6806221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B262F51E-0F27-7973-FAF3-130AF126BA83}"/>
              </a:ext>
            </a:extLst>
          </p:cNvPr>
          <p:cNvSpPr/>
          <p:nvPr/>
        </p:nvSpPr>
        <p:spPr>
          <a:xfrm>
            <a:off x="9168110" y="6806221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2F988E6-4B99-2700-3FEA-38EADFE61BE8}"/>
              </a:ext>
            </a:extLst>
          </p:cNvPr>
          <p:cNvSpPr/>
          <p:nvPr/>
        </p:nvSpPr>
        <p:spPr>
          <a:xfrm>
            <a:off x="8307138" y="5937580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9D013BE8-A2EF-23F7-DD43-D127D1EA694B}"/>
              </a:ext>
            </a:extLst>
          </p:cNvPr>
          <p:cNvSpPr/>
          <p:nvPr/>
        </p:nvSpPr>
        <p:spPr>
          <a:xfrm>
            <a:off x="7138083" y="6189425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ABA38F1-AFBA-02A4-2164-6FA02F2AD552}"/>
              </a:ext>
            </a:extLst>
          </p:cNvPr>
          <p:cNvCxnSpPr/>
          <p:nvPr/>
        </p:nvCxnSpPr>
        <p:spPr>
          <a:xfrm>
            <a:off x="1182921" y="2956636"/>
            <a:ext cx="48639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4F0F0F37-6D78-3D48-AAA0-D55B4A553E6E}"/>
              </a:ext>
            </a:extLst>
          </p:cNvPr>
          <p:cNvCxnSpPr>
            <a:cxnSpLocks/>
          </p:cNvCxnSpPr>
          <p:nvPr/>
        </p:nvCxnSpPr>
        <p:spPr>
          <a:xfrm flipV="1">
            <a:off x="1182916" y="995792"/>
            <a:ext cx="0" cy="1960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79F1047-7992-63A7-CE96-0B6AD750634F}"/>
              </a:ext>
            </a:extLst>
          </p:cNvPr>
          <p:cNvCxnSpPr/>
          <p:nvPr/>
        </p:nvCxnSpPr>
        <p:spPr>
          <a:xfrm>
            <a:off x="1182921" y="5096615"/>
            <a:ext cx="48639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4CE2297F-674C-C860-3F40-ED78E249575E}"/>
              </a:ext>
            </a:extLst>
          </p:cNvPr>
          <p:cNvCxnSpPr>
            <a:cxnSpLocks/>
          </p:cNvCxnSpPr>
          <p:nvPr/>
        </p:nvCxnSpPr>
        <p:spPr>
          <a:xfrm flipV="1">
            <a:off x="1182916" y="3135771"/>
            <a:ext cx="0" cy="1960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C79CC05A-B6A4-204D-9E1F-99F454D0DED8}"/>
              </a:ext>
            </a:extLst>
          </p:cNvPr>
          <p:cNvSpPr txBox="1"/>
          <p:nvPr/>
        </p:nvSpPr>
        <p:spPr>
          <a:xfrm rot="16200000">
            <a:off x="136984" y="1792430"/>
            <a:ext cx="1643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Concentration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18D2F7F-2E23-FFD6-1F13-7B4A2192825C}"/>
              </a:ext>
            </a:extLst>
          </p:cNvPr>
          <p:cNvSpPr txBox="1"/>
          <p:nvPr/>
        </p:nvSpPr>
        <p:spPr>
          <a:xfrm rot="16200000">
            <a:off x="153683" y="3965454"/>
            <a:ext cx="1643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Concentration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78D11A0D-44EC-4815-8C98-0581F5FBCA59}"/>
              </a:ext>
            </a:extLst>
          </p:cNvPr>
          <p:cNvCxnSpPr/>
          <p:nvPr/>
        </p:nvCxnSpPr>
        <p:spPr>
          <a:xfrm>
            <a:off x="1191064" y="7355988"/>
            <a:ext cx="48639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FC725264-CCED-4615-C12B-90854F07D19F}"/>
              </a:ext>
            </a:extLst>
          </p:cNvPr>
          <p:cNvCxnSpPr>
            <a:cxnSpLocks/>
          </p:cNvCxnSpPr>
          <p:nvPr/>
        </p:nvCxnSpPr>
        <p:spPr>
          <a:xfrm flipV="1">
            <a:off x="1191059" y="5389899"/>
            <a:ext cx="0" cy="1960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FF337684-7CAC-A464-F065-FB643B416BEA}"/>
              </a:ext>
            </a:extLst>
          </p:cNvPr>
          <p:cNvCxnSpPr/>
          <p:nvPr/>
        </p:nvCxnSpPr>
        <p:spPr>
          <a:xfrm>
            <a:off x="6237515" y="2964845"/>
            <a:ext cx="48639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E4129634-B798-78A5-BF8D-BCED90DA03AE}"/>
              </a:ext>
            </a:extLst>
          </p:cNvPr>
          <p:cNvCxnSpPr>
            <a:cxnSpLocks/>
          </p:cNvCxnSpPr>
          <p:nvPr/>
        </p:nvCxnSpPr>
        <p:spPr>
          <a:xfrm flipV="1">
            <a:off x="6237510" y="1004001"/>
            <a:ext cx="0" cy="1960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9F3E011-A83F-3B28-9FEE-16516A893B23}"/>
              </a:ext>
            </a:extLst>
          </p:cNvPr>
          <p:cNvCxnSpPr/>
          <p:nvPr/>
        </p:nvCxnSpPr>
        <p:spPr>
          <a:xfrm>
            <a:off x="6259292" y="5099165"/>
            <a:ext cx="48639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02CF940A-30C3-776B-2EE0-46C8C7765CF4}"/>
              </a:ext>
            </a:extLst>
          </p:cNvPr>
          <p:cNvCxnSpPr>
            <a:cxnSpLocks/>
          </p:cNvCxnSpPr>
          <p:nvPr/>
        </p:nvCxnSpPr>
        <p:spPr>
          <a:xfrm flipV="1">
            <a:off x="6259287" y="3138321"/>
            <a:ext cx="0" cy="1960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B26CA4FE-726A-F5EA-BA21-CCB2E54A3937}"/>
              </a:ext>
            </a:extLst>
          </p:cNvPr>
          <p:cNvCxnSpPr/>
          <p:nvPr/>
        </p:nvCxnSpPr>
        <p:spPr>
          <a:xfrm>
            <a:off x="6259936" y="7363322"/>
            <a:ext cx="48639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D5C5142-6569-918E-1CA6-0455F568D93B}"/>
              </a:ext>
            </a:extLst>
          </p:cNvPr>
          <p:cNvCxnSpPr>
            <a:cxnSpLocks/>
          </p:cNvCxnSpPr>
          <p:nvPr/>
        </p:nvCxnSpPr>
        <p:spPr>
          <a:xfrm flipV="1">
            <a:off x="6259931" y="5397233"/>
            <a:ext cx="0" cy="1960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D9445A4B-F085-86B0-6409-F5236D4A7EE7}"/>
              </a:ext>
            </a:extLst>
          </p:cNvPr>
          <p:cNvSpPr txBox="1"/>
          <p:nvPr/>
        </p:nvSpPr>
        <p:spPr>
          <a:xfrm rot="16200000">
            <a:off x="171838" y="6250206"/>
            <a:ext cx="1643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Concentration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DEF4863-7EFA-0278-1101-D9BD16F22852}"/>
              </a:ext>
            </a:extLst>
          </p:cNvPr>
          <p:cNvSpPr txBox="1"/>
          <p:nvPr/>
        </p:nvSpPr>
        <p:spPr>
          <a:xfrm>
            <a:off x="7695324" y="7379996"/>
            <a:ext cx="2149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Space (in km units)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BE7ED4F-4F8F-6AC4-5563-81B00C94CE75}"/>
              </a:ext>
            </a:extLst>
          </p:cNvPr>
          <p:cNvSpPr txBox="1"/>
          <p:nvPr/>
        </p:nvSpPr>
        <p:spPr>
          <a:xfrm>
            <a:off x="1459531" y="103856"/>
            <a:ext cx="4354825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alatino" pitchFamily="2" charset="77"/>
                <a:ea typeface="Palatino" pitchFamily="2" charset="77"/>
              </a:rPr>
              <a:t>Patchy distribution in space</a:t>
            </a:r>
            <a:br>
              <a:rPr lang="en-US" dirty="0">
                <a:latin typeface="Palatino" pitchFamily="2" charset="77"/>
                <a:ea typeface="Palatino" pitchFamily="2" charset="77"/>
              </a:rPr>
            </a:br>
            <a:r>
              <a:rPr lang="en-US" dirty="0">
                <a:latin typeface="Palatino" pitchFamily="2" charset="77"/>
                <a:ea typeface="Palatino" pitchFamily="2" charset="77"/>
              </a:rPr>
              <a:t>(low rho values)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624BF6E-9324-8ACC-FF4A-7ECA5C33BBAD}"/>
              </a:ext>
            </a:extLst>
          </p:cNvPr>
          <p:cNvSpPr txBox="1"/>
          <p:nvPr/>
        </p:nvSpPr>
        <p:spPr>
          <a:xfrm>
            <a:off x="6577514" y="106112"/>
            <a:ext cx="4354825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alatino" pitchFamily="2" charset="77"/>
                <a:ea typeface="Palatino" pitchFamily="2" charset="77"/>
              </a:rPr>
              <a:t>Smooth distribution in space</a:t>
            </a:r>
            <a:br>
              <a:rPr lang="en-US" dirty="0">
                <a:latin typeface="Palatino" pitchFamily="2" charset="77"/>
                <a:ea typeface="Palatino" pitchFamily="2" charset="77"/>
              </a:rPr>
            </a:br>
            <a:r>
              <a:rPr lang="en-US" dirty="0">
                <a:latin typeface="Palatino" pitchFamily="2" charset="77"/>
                <a:ea typeface="Palatino" pitchFamily="2" charset="77"/>
              </a:rPr>
              <a:t>(high rho values)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7B684CC-80EF-6C52-6B79-DB6E294FC486}"/>
              </a:ext>
            </a:extLst>
          </p:cNvPr>
          <p:cNvSpPr txBox="1"/>
          <p:nvPr/>
        </p:nvSpPr>
        <p:spPr>
          <a:xfrm rot="16200000">
            <a:off x="-467026" y="3787607"/>
            <a:ext cx="1676379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alatino" pitchFamily="2" charset="77"/>
                <a:ea typeface="Palatino" pitchFamily="2" charset="77"/>
              </a:rPr>
              <a:t>Low number of samples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47DC1864-66A0-8CC4-E070-DB85381DF9B1}"/>
              </a:ext>
            </a:extLst>
          </p:cNvPr>
          <p:cNvCxnSpPr/>
          <p:nvPr/>
        </p:nvCxnSpPr>
        <p:spPr>
          <a:xfrm>
            <a:off x="11415398" y="3537083"/>
            <a:ext cx="2400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54241668-41C6-B537-EC21-40FF4086E02C}"/>
              </a:ext>
            </a:extLst>
          </p:cNvPr>
          <p:cNvCxnSpPr/>
          <p:nvPr/>
        </p:nvCxnSpPr>
        <p:spPr>
          <a:xfrm>
            <a:off x="11420961" y="4458547"/>
            <a:ext cx="240030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2F489631-1CDE-34C9-D977-3B24E7A4B61A}"/>
              </a:ext>
            </a:extLst>
          </p:cNvPr>
          <p:cNvSpPr txBox="1"/>
          <p:nvPr/>
        </p:nvSpPr>
        <p:spPr>
          <a:xfrm>
            <a:off x="11674349" y="3333934"/>
            <a:ext cx="2543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True concentration distribution across space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34613DE-583C-8208-E1B2-17D2824E1A3E}"/>
              </a:ext>
            </a:extLst>
          </p:cNvPr>
          <p:cNvSpPr txBox="1"/>
          <p:nvPr/>
        </p:nvSpPr>
        <p:spPr>
          <a:xfrm>
            <a:off x="11688343" y="4219021"/>
            <a:ext cx="2626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Predicted concentration distribution across space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5275427-3FA4-D3FE-BAFB-208E0CD2ECC5}"/>
              </a:ext>
            </a:extLst>
          </p:cNvPr>
          <p:cNvSpPr txBox="1"/>
          <p:nvPr/>
        </p:nvSpPr>
        <p:spPr>
          <a:xfrm>
            <a:off x="11688350" y="5145566"/>
            <a:ext cx="2626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Discrete observation point</a:t>
            </a: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E2B71EE2-FBF1-6EB0-53BF-0A75C8F796F7}"/>
              </a:ext>
            </a:extLst>
          </p:cNvPr>
          <p:cNvSpPr/>
          <p:nvPr/>
        </p:nvSpPr>
        <p:spPr>
          <a:xfrm>
            <a:off x="11486585" y="5267828"/>
            <a:ext cx="117562" cy="11756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3E97CED-E701-6EB3-532A-2A2371B73247}"/>
              </a:ext>
            </a:extLst>
          </p:cNvPr>
          <p:cNvSpPr txBox="1"/>
          <p:nvPr/>
        </p:nvSpPr>
        <p:spPr>
          <a:xfrm>
            <a:off x="2614514" y="7379996"/>
            <a:ext cx="2149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Space (in km units)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A17E37C-B642-21EF-9096-6BAE1A498787}"/>
              </a:ext>
            </a:extLst>
          </p:cNvPr>
          <p:cNvSpPr txBox="1"/>
          <p:nvPr/>
        </p:nvSpPr>
        <p:spPr>
          <a:xfrm>
            <a:off x="11294939" y="2798068"/>
            <a:ext cx="2543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Palatino" pitchFamily="2" charset="77"/>
                <a:ea typeface="Palatino" pitchFamily="2" charset="77"/>
              </a:rPr>
              <a:t>Legend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DAF94AB-1E6B-4E86-AE8B-CF9E3BD5E86F}"/>
              </a:ext>
            </a:extLst>
          </p:cNvPr>
          <p:cNvSpPr txBox="1"/>
          <p:nvPr/>
        </p:nvSpPr>
        <p:spPr>
          <a:xfrm>
            <a:off x="719328" y="145338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Palatino" pitchFamily="2" charset="77"/>
                <a:ea typeface="Palatino" pitchFamily="2" charset="77"/>
              </a:rPr>
              <a:t>A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D40DFB3-A646-C306-3EF9-0605D95BE3BE}"/>
              </a:ext>
            </a:extLst>
          </p:cNvPr>
          <p:cNvSpPr txBox="1"/>
          <p:nvPr/>
        </p:nvSpPr>
        <p:spPr>
          <a:xfrm>
            <a:off x="5956531" y="142659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Palatino" pitchFamily="2" charset="77"/>
                <a:ea typeface="Palatino" pitchFamily="2" charset="77"/>
              </a:rPr>
              <a:t>B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9529477-A4A1-40A3-ED9E-77F8EF7B7016}"/>
              </a:ext>
            </a:extLst>
          </p:cNvPr>
          <p:cNvSpPr txBox="1"/>
          <p:nvPr/>
        </p:nvSpPr>
        <p:spPr>
          <a:xfrm rot="16200000">
            <a:off x="-468636" y="6111708"/>
            <a:ext cx="1676379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alatino" pitchFamily="2" charset="77"/>
                <a:ea typeface="Palatino" pitchFamily="2" charset="77"/>
              </a:rPr>
              <a:t>High number of samples</a:t>
            </a:r>
          </a:p>
        </p:txBody>
      </p:sp>
    </p:spTree>
    <p:extLst>
      <p:ext uri="{BB962C8B-B14F-4D97-AF65-F5344CB8AC3E}">
        <p14:creationId xmlns:p14="http://schemas.microsoft.com/office/powerpoint/2010/main" val="2654580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2603</TotalTime>
  <Words>118</Words>
  <Application>Microsoft Macintosh PowerPoint</Application>
  <PresentationFormat>Custom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Palatino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Gledis Guri</dc:creator>
  <cp:lastModifiedBy>Gledis Guri</cp:lastModifiedBy>
  <cp:revision>2</cp:revision>
  <dcterms:created xsi:type="dcterms:W3CDTF">2026-04-06T22:10:15Z</dcterms:created>
  <dcterms:modified xsi:type="dcterms:W3CDTF">2026-05-06T17:05:22Z</dcterms:modified>
</cp:coreProperties>
</file>