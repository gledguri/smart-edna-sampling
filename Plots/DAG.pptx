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4"/>
  </p:notesMasterIdLst>
  <p:sldIdLst>
    <p:sldId id="256" r:id="rId2"/>
    <p:sldId id="257" r:id="rId3"/>
  </p:sldIdLst>
  <p:sldSz cx="13342938" cy="815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E41D0-47FE-0C48-835E-9BBCB5C60E1A}" v="55" dt="2025-10-30T16:58:27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4"/>
    <p:restoredTop sz="94599"/>
  </p:normalViewPr>
  <p:slideViewPr>
    <p:cSldViewPr snapToGrid="0">
      <p:cViewPr>
        <p:scale>
          <a:sx n="132" d="100"/>
          <a:sy n="132" d="100"/>
        </p:scale>
        <p:origin x="427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dis Guri" userId="83df82f3-47dd-4c7f-8014-681978acda03" providerId="ADAL" clId="{4ACBB8A1-FBE2-5251-858B-E09541376FB7}"/>
    <pc:docChg chg="undo redo custSel addSld modSld modMainMaster modNotesMaster">
      <pc:chgData name="Gledis Guri" userId="83df82f3-47dd-4c7f-8014-681978acda03" providerId="ADAL" clId="{4ACBB8A1-FBE2-5251-858B-E09541376FB7}" dt="2025-10-30T16:58:43.281" v="944" actId="14100"/>
      <pc:docMkLst>
        <pc:docMk/>
      </pc:docMkLst>
      <pc:sldChg chg="addSp delSp modSp mod modShow modNotes">
        <pc:chgData name="Gledis Guri" userId="83df82f3-47dd-4c7f-8014-681978acda03" providerId="ADAL" clId="{4ACBB8A1-FBE2-5251-858B-E09541376FB7}" dt="2025-10-30T16:58:43.281" v="944" actId="14100"/>
        <pc:sldMkLst>
          <pc:docMk/>
          <pc:sldMk cId="968940828" sldId="256"/>
        </pc:sldMkLst>
        <pc:spChg chg="add mod">
          <ac:chgData name="Gledis Guri" userId="83df82f3-47dd-4c7f-8014-681978acda03" providerId="ADAL" clId="{4ACBB8A1-FBE2-5251-858B-E09541376FB7}" dt="2025-10-29T23:21:06.739" v="56" actId="1076"/>
          <ac:spMkLst>
            <pc:docMk/>
            <pc:sldMk cId="968940828" sldId="256"/>
            <ac:spMk id="3" creationId="{3ED93E74-8FF1-9C97-B168-BAF1864BEE49}"/>
          </ac:spMkLst>
        </pc:spChg>
        <pc:spChg chg="mod">
          <ac:chgData name="Gledis Guri" userId="83df82f3-47dd-4c7f-8014-681978acda03" providerId="ADAL" clId="{4ACBB8A1-FBE2-5251-858B-E09541376FB7}" dt="2025-10-29T23:28:03.649" v="210" actId="1076"/>
          <ac:spMkLst>
            <pc:docMk/>
            <pc:sldMk cId="968940828" sldId="256"/>
            <ac:spMk id="4" creationId="{9078BC28-2315-D285-78DB-E39BED5B05E8}"/>
          </ac:spMkLst>
        </pc:spChg>
        <pc:spChg chg="mod">
          <ac:chgData name="Gledis Guri" userId="83df82f3-47dd-4c7f-8014-681978acda03" providerId="ADAL" clId="{4ACBB8A1-FBE2-5251-858B-E09541376FB7}" dt="2025-10-29T23:37:36.448" v="450" actId="6549"/>
          <ac:spMkLst>
            <pc:docMk/>
            <pc:sldMk cId="968940828" sldId="256"/>
            <ac:spMk id="5" creationId="{0D5B6291-0610-1BBF-91EA-F31B4213CCF8}"/>
          </ac:spMkLst>
        </pc:spChg>
        <pc:spChg chg="add 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9" creationId="{68431FF5-091E-F3F1-F094-35B1DD6BE927}"/>
          </ac:spMkLst>
        </pc:spChg>
        <pc:spChg chg="mod">
          <ac:chgData name="Gledis Guri" userId="83df82f3-47dd-4c7f-8014-681978acda03" providerId="ADAL" clId="{4ACBB8A1-FBE2-5251-858B-E09541376FB7}" dt="2025-10-29T23:19:40.460" v="35" actId="1035"/>
          <ac:spMkLst>
            <pc:docMk/>
            <pc:sldMk cId="968940828" sldId="256"/>
            <ac:spMk id="10" creationId="{97FD5699-105E-97C3-6F25-3EEC7B6152DD}"/>
          </ac:spMkLst>
        </pc:spChg>
        <pc:spChg chg="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11" creationId="{239A2089-3BD9-E174-E440-9B3915234459}"/>
          </ac:spMkLst>
        </pc:spChg>
        <pc:spChg chg="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15" creationId="{26A5E25C-31FF-018B-4B20-51C2552638C5}"/>
          </ac:spMkLst>
        </pc:spChg>
        <pc:spChg chg="mod">
          <ac:chgData name="Gledis Guri" userId="83df82f3-47dd-4c7f-8014-681978acda03" providerId="ADAL" clId="{4ACBB8A1-FBE2-5251-858B-E09541376FB7}" dt="2025-10-29T23:41:49.777" v="591" actId="1076"/>
          <ac:spMkLst>
            <pc:docMk/>
            <pc:sldMk cId="968940828" sldId="256"/>
            <ac:spMk id="16" creationId="{2676946D-3295-C638-23AC-2FD3D52D375F}"/>
          </ac:spMkLst>
        </pc:spChg>
        <pc:spChg chg="mod">
          <ac:chgData name="Gledis Guri" userId="83df82f3-47dd-4c7f-8014-681978acda03" providerId="ADAL" clId="{4ACBB8A1-FBE2-5251-858B-E09541376FB7}" dt="2025-10-29T23:33:02.053" v="353" actId="1076"/>
          <ac:spMkLst>
            <pc:docMk/>
            <pc:sldMk cId="968940828" sldId="256"/>
            <ac:spMk id="18" creationId="{AB85943A-856B-4A29-9D9A-AF8AC4D6BAB1}"/>
          </ac:spMkLst>
        </pc:spChg>
        <pc:spChg chg="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19" creationId="{BAA0DD5F-4326-7EEC-FA42-309D71DBC8EA}"/>
          </ac:spMkLst>
        </pc:spChg>
        <pc:spChg chg="del mod">
          <ac:chgData name="Gledis Guri" userId="83df82f3-47dd-4c7f-8014-681978acda03" providerId="ADAL" clId="{4ACBB8A1-FBE2-5251-858B-E09541376FB7}" dt="2025-10-30T16:57:24.633" v="932" actId="478"/>
          <ac:spMkLst>
            <pc:docMk/>
            <pc:sldMk cId="968940828" sldId="256"/>
            <ac:spMk id="23" creationId="{74A3AAE1-2FFD-64BF-BA3D-309FFB297D80}"/>
          </ac:spMkLst>
        </pc:spChg>
        <pc:spChg chg="del mod">
          <ac:chgData name="Gledis Guri" userId="83df82f3-47dd-4c7f-8014-681978acda03" providerId="ADAL" clId="{4ACBB8A1-FBE2-5251-858B-E09541376FB7}" dt="2025-10-29T23:43:13.378" v="661" actId="478"/>
          <ac:spMkLst>
            <pc:docMk/>
            <pc:sldMk cId="968940828" sldId="256"/>
            <ac:spMk id="24" creationId="{C83F17A2-1D3F-F166-DA03-35CCB5E826E9}"/>
          </ac:spMkLst>
        </pc:spChg>
        <pc:spChg chg="del mod">
          <ac:chgData name="Gledis Guri" userId="83df82f3-47dd-4c7f-8014-681978acda03" providerId="ADAL" clId="{4ACBB8A1-FBE2-5251-858B-E09541376FB7}" dt="2025-10-30T16:57:27.327" v="933" actId="478"/>
          <ac:spMkLst>
            <pc:docMk/>
            <pc:sldMk cId="968940828" sldId="256"/>
            <ac:spMk id="25" creationId="{9F794300-2367-6D74-C405-9E60987D0173}"/>
          </ac:spMkLst>
        </pc:spChg>
        <pc:spChg chg="del mod">
          <ac:chgData name="Gledis Guri" userId="83df82f3-47dd-4c7f-8014-681978acda03" providerId="ADAL" clId="{4ACBB8A1-FBE2-5251-858B-E09541376FB7}" dt="2025-10-30T16:57:31.409" v="934" actId="478"/>
          <ac:spMkLst>
            <pc:docMk/>
            <pc:sldMk cId="968940828" sldId="256"/>
            <ac:spMk id="26" creationId="{CC3D8DE1-1FC7-B8F4-BCA0-A7FCC5227A96}"/>
          </ac:spMkLst>
        </pc:spChg>
        <pc:spChg chg="del">
          <ac:chgData name="Gledis Guri" userId="83df82f3-47dd-4c7f-8014-681978acda03" providerId="ADAL" clId="{4ACBB8A1-FBE2-5251-858B-E09541376FB7}" dt="2025-10-29T23:19:24.258" v="8" actId="478"/>
          <ac:spMkLst>
            <pc:docMk/>
            <pc:sldMk cId="968940828" sldId="256"/>
            <ac:spMk id="27" creationId="{52251ADA-5CF6-F14B-2273-B9765BD3DB04}"/>
          </ac:spMkLst>
        </pc:spChg>
        <pc:spChg chg="del">
          <ac:chgData name="Gledis Guri" userId="83df82f3-47dd-4c7f-8014-681978acda03" providerId="ADAL" clId="{4ACBB8A1-FBE2-5251-858B-E09541376FB7}" dt="2025-10-29T23:19:24.258" v="8" actId="478"/>
          <ac:spMkLst>
            <pc:docMk/>
            <pc:sldMk cId="968940828" sldId="256"/>
            <ac:spMk id="29" creationId="{05E3BB91-2227-5941-23ED-84BE43D7DE89}"/>
          </ac:spMkLst>
        </pc:spChg>
        <pc:spChg chg="del">
          <ac:chgData name="Gledis Guri" userId="83df82f3-47dd-4c7f-8014-681978acda03" providerId="ADAL" clId="{4ACBB8A1-FBE2-5251-858B-E09541376FB7}" dt="2025-10-29T23:22:36.046" v="102" actId="478"/>
          <ac:spMkLst>
            <pc:docMk/>
            <pc:sldMk cId="968940828" sldId="256"/>
            <ac:spMk id="30" creationId="{9261A203-DACB-9D9D-B306-9A296147D564}"/>
          </ac:spMkLst>
        </pc:spChg>
        <pc:spChg chg="del mod">
          <ac:chgData name="Gledis Guri" userId="83df82f3-47dd-4c7f-8014-681978acda03" providerId="ADAL" clId="{4ACBB8A1-FBE2-5251-858B-E09541376FB7}" dt="2025-10-29T23:22:36.046" v="102" actId="478"/>
          <ac:spMkLst>
            <pc:docMk/>
            <pc:sldMk cId="968940828" sldId="256"/>
            <ac:spMk id="31" creationId="{015507DC-348C-AB70-A0E7-707729216D39}"/>
          </ac:spMkLst>
        </pc:spChg>
        <pc:spChg chg="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32" creationId="{C5DD8408-1556-736A-E990-11A8EB0B4BD1}"/>
          </ac:spMkLst>
        </pc:spChg>
        <pc:spChg chg="mod">
          <ac:chgData name="Gledis Guri" userId="83df82f3-47dd-4c7f-8014-681978acda03" providerId="ADAL" clId="{4ACBB8A1-FBE2-5251-858B-E09541376FB7}" dt="2025-10-29T23:38:11.041" v="452" actId="1076"/>
          <ac:spMkLst>
            <pc:docMk/>
            <pc:sldMk cId="968940828" sldId="256"/>
            <ac:spMk id="33" creationId="{3151C0E8-DCB6-37AC-1490-7731A5D1EE3A}"/>
          </ac:spMkLst>
        </pc:spChg>
        <pc:spChg chg="del">
          <ac:chgData name="Gledis Guri" userId="83df82f3-47dd-4c7f-8014-681978acda03" providerId="ADAL" clId="{4ACBB8A1-FBE2-5251-858B-E09541376FB7}" dt="2025-10-29T23:19:27.346" v="9" actId="478"/>
          <ac:spMkLst>
            <pc:docMk/>
            <pc:sldMk cId="968940828" sldId="256"/>
            <ac:spMk id="35" creationId="{0B75A0F8-2248-0959-CB4D-C96DBFBD65E5}"/>
          </ac:spMkLst>
        </pc:spChg>
        <pc:spChg chg="del">
          <ac:chgData name="Gledis Guri" userId="83df82f3-47dd-4c7f-8014-681978acda03" providerId="ADAL" clId="{4ACBB8A1-FBE2-5251-858B-E09541376FB7}" dt="2025-10-29T23:19:27.346" v="9" actId="478"/>
          <ac:spMkLst>
            <pc:docMk/>
            <pc:sldMk cId="968940828" sldId="256"/>
            <ac:spMk id="36" creationId="{5D495E16-E9F8-8425-82D6-56046733D6F7}"/>
          </ac:spMkLst>
        </pc:spChg>
        <pc:spChg chg="mod">
          <ac:chgData name="Gledis Guri" userId="83df82f3-47dd-4c7f-8014-681978acda03" providerId="ADAL" clId="{4ACBB8A1-FBE2-5251-858B-E09541376FB7}" dt="2025-10-29T23:19:40.460" v="35" actId="1035"/>
          <ac:spMkLst>
            <pc:docMk/>
            <pc:sldMk cId="968940828" sldId="256"/>
            <ac:spMk id="37" creationId="{90686430-6E9D-64F1-E443-50A4C6145762}"/>
          </ac:spMkLst>
        </pc:spChg>
        <pc:spChg chg="del mod">
          <ac:chgData name="Gledis Guri" userId="83df82f3-47dd-4c7f-8014-681978acda03" providerId="ADAL" clId="{4ACBB8A1-FBE2-5251-858B-E09541376FB7}" dt="2025-10-29T23:22:29.580" v="100" actId="478"/>
          <ac:spMkLst>
            <pc:docMk/>
            <pc:sldMk cId="968940828" sldId="256"/>
            <ac:spMk id="42" creationId="{F115704F-D87C-7C65-524A-68C5173A2531}"/>
          </ac:spMkLst>
        </pc:spChg>
        <pc:spChg chg="mod">
          <ac:chgData name="Gledis Guri" userId="83df82f3-47dd-4c7f-8014-681978acda03" providerId="ADAL" clId="{4ACBB8A1-FBE2-5251-858B-E09541376FB7}" dt="2025-10-29T23:28:22.857" v="213" actId="1076"/>
          <ac:spMkLst>
            <pc:docMk/>
            <pc:sldMk cId="968940828" sldId="256"/>
            <ac:spMk id="45" creationId="{3D755E36-D116-05D1-CCF7-5C2984F9ABB6}"/>
          </ac:spMkLst>
        </pc:spChg>
        <pc:spChg chg="mod">
          <ac:chgData name="Gledis Guri" userId="83df82f3-47dd-4c7f-8014-681978acda03" providerId="ADAL" clId="{4ACBB8A1-FBE2-5251-858B-E09541376FB7}" dt="2025-10-29T23:36:23.598" v="445" actId="1076"/>
          <ac:spMkLst>
            <pc:docMk/>
            <pc:sldMk cId="968940828" sldId="256"/>
            <ac:spMk id="50" creationId="{857847AD-4E47-4CB2-2B0F-FDE207FD82D3}"/>
          </ac:spMkLst>
        </pc:spChg>
        <pc:spChg chg="mod">
          <ac:chgData name="Gledis Guri" userId="83df82f3-47dd-4c7f-8014-681978acda03" providerId="ADAL" clId="{4ACBB8A1-FBE2-5251-858B-E09541376FB7}" dt="2025-10-29T23:27:57.775" v="209" actId="1076"/>
          <ac:spMkLst>
            <pc:docMk/>
            <pc:sldMk cId="968940828" sldId="256"/>
            <ac:spMk id="51" creationId="{A96138FD-B672-D8D6-65C7-F420EC2BEF52}"/>
          </ac:spMkLst>
        </pc:spChg>
        <pc:spChg chg="mod">
          <ac:chgData name="Gledis Guri" userId="83df82f3-47dd-4c7f-8014-681978acda03" providerId="ADAL" clId="{4ACBB8A1-FBE2-5251-858B-E09541376FB7}" dt="2025-10-29T23:28:22.857" v="213" actId="1076"/>
          <ac:spMkLst>
            <pc:docMk/>
            <pc:sldMk cId="968940828" sldId="256"/>
            <ac:spMk id="52" creationId="{4646FA36-9F27-54CF-ADDD-68201DDE2650}"/>
          </ac:spMkLst>
        </pc:spChg>
        <pc:spChg chg="mod">
          <ac:chgData name="Gledis Guri" userId="83df82f3-47dd-4c7f-8014-681978acda03" providerId="ADAL" clId="{4ACBB8A1-FBE2-5251-858B-E09541376FB7}" dt="2025-10-29T23:23:32.675" v="128" actId="1076"/>
          <ac:spMkLst>
            <pc:docMk/>
            <pc:sldMk cId="968940828" sldId="256"/>
            <ac:spMk id="53" creationId="{A8FAD09D-445B-865B-E399-8A4391A1A87F}"/>
          </ac:spMkLst>
        </pc:spChg>
        <pc:spChg chg="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54" creationId="{AE3FE0F0-A441-D1CC-171D-2BD86536CC5E}"/>
          </ac:spMkLst>
        </pc:spChg>
        <pc:spChg chg="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55" creationId="{9F137226-378C-5203-4D02-EFC36A5C5BD7}"/>
          </ac:spMkLst>
        </pc:spChg>
        <pc:spChg chg="mod">
          <ac:chgData name="Gledis Guri" userId="83df82f3-47dd-4c7f-8014-681978acda03" providerId="ADAL" clId="{4ACBB8A1-FBE2-5251-858B-E09541376FB7}" dt="2025-10-29T23:28:22.857" v="213" actId="1076"/>
          <ac:spMkLst>
            <pc:docMk/>
            <pc:sldMk cId="968940828" sldId="256"/>
            <ac:spMk id="56" creationId="{F1482F87-6863-CD1E-D427-AE3AF5D7616D}"/>
          </ac:spMkLst>
        </pc:spChg>
        <pc:spChg chg="add mod">
          <ac:chgData name="Gledis Guri" userId="83df82f3-47dd-4c7f-8014-681978acda03" providerId="ADAL" clId="{4ACBB8A1-FBE2-5251-858B-E09541376FB7}" dt="2025-10-29T23:36:17.575" v="443" actId="1038"/>
          <ac:spMkLst>
            <pc:docMk/>
            <pc:sldMk cId="968940828" sldId="256"/>
            <ac:spMk id="57" creationId="{A899847D-EED1-101B-5CAA-9EA8CEB22CBB}"/>
          </ac:spMkLst>
        </pc:spChg>
        <pc:spChg chg="mod">
          <ac:chgData name="Gledis Guri" userId="83df82f3-47dd-4c7f-8014-681978acda03" providerId="ADAL" clId="{4ACBB8A1-FBE2-5251-858B-E09541376FB7}" dt="2025-10-29T23:28:22.857" v="213" actId="1076"/>
          <ac:spMkLst>
            <pc:docMk/>
            <pc:sldMk cId="968940828" sldId="256"/>
            <ac:spMk id="59" creationId="{1405F162-3842-83B0-A64F-1D131049C9B8}"/>
          </ac:spMkLst>
        </pc:spChg>
        <pc:spChg chg="add mod">
          <ac:chgData name="Gledis Guri" userId="83df82f3-47dd-4c7f-8014-681978acda03" providerId="ADAL" clId="{4ACBB8A1-FBE2-5251-858B-E09541376FB7}" dt="2025-10-29T23:36:25.575" v="446" actId="1076"/>
          <ac:spMkLst>
            <pc:docMk/>
            <pc:sldMk cId="968940828" sldId="256"/>
            <ac:spMk id="60" creationId="{CCBEA90D-6F23-AD00-D70F-1B7C22AA788D}"/>
          </ac:spMkLst>
        </pc:spChg>
        <pc:spChg chg="add mod">
          <ac:chgData name="Gledis Guri" userId="83df82f3-47dd-4c7f-8014-681978acda03" providerId="ADAL" clId="{4ACBB8A1-FBE2-5251-858B-E09541376FB7}" dt="2025-10-29T23:36:28.383" v="447" actId="1076"/>
          <ac:spMkLst>
            <pc:docMk/>
            <pc:sldMk cId="968940828" sldId="256"/>
            <ac:spMk id="61" creationId="{FC2C9CA4-17F2-F935-D698-BBA60A03CDAC}"/>
          </ac:spMkLst>
        </pc:spChg>
        <pc:spChg chg="add del mod">
          <ac:chgData name="Gledis Guri" userId="83df82f3-47dd-4c7f-8014-681978acda03" providerId="ADAL" clId="{4ACBB8A1-FBE2-5251-858B-E09541376FB7}" dt="2025-10-29T23:22:05.100" v="83" actId="478"/>
          <ac:spMkLst>
            <pc:docMk/>
            <pc:sldMk cId="968940828" sldId="256"/>
            <ac:spMk id="62" creationId="{8AA3FA3A-832A-3263-6598-C83362F1C986}"/>
          </ac:spMkLst>
        </pc:spChg>
        <pc:spChg chg="del mod">
          <ac:chgData name="Gledis Guri" userId="83df82f3-47dd-4c7f-8014-681978acda03" providerId="ADAL" clId="{4ACBB8A1-FBE2-5251-858B-E09541376FB7}" dt="2025-10-29T23:30:36.981" v="313" actId="478"/>
          <ac:spMkLst>
            <pc:docMk/>
            <pc:sldMk cId="968940828" sldId="256"/>
            <ac:spMk id="63" creationId="{3E7A385C-80B2-C61C-8A6A-BA390644CE8D}"/>
          </ac:spMkLst>
        </pc:spChg>
        <pc:spChg chg="del mod">
          <ac:chgData name="Gledis Guri" userId="83df82f3-47dd-4c7f-8014-681978acda03" providerId="ADAL" clId="{4ACBB8A1-FBE2-5251-858B-E09541376FB7}" dt="2025-10-29T23:30:36.981" v="313" actId="478"/>
          <ac:spMkLst>
            <pc:docMk/>
            <pc:sldMk cId="968940828" sldId="256"/>
            <ac:spMk id="64" creationId="{E4E331B3-CF27-FC93-866E-333E07FE8A4B}"/>
          </ac:spMkLst>
        </pc:spChg>
        <pc:spChg chg="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66" creationId="{10062492-DAFB-045E-D8FF-956B901B429F}"/>
          </ac:spMkLst>
        </pc:spChg>
        <pc:spChg chg="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67" creationId="{333A17B5-6EC3-1983-EA2F-419F82539A98}"/>
          </ac:spMkLst>
        </pc:spChg>
        <pc:spChg chg="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69" creationId="{4991E42B-2096-B8C8-B72B-58415AF0E872}"/>
          </ac:spMkLst>
        </pc:spChg>
        <pc:spChg chg="mod">
          <ac:chgData name="Gledis Guri" userId="83df82f3-47dd-4c7f-8014-681978acda03" providerId="ADAL" clId="{4ACBB8A1-FBE2-5251-858B-E09541376FB7}" dt="2025-10-29T23:32:24.419" v="347" actId="1076"/>
          <ac:spMkLst>
            <pc:docMk/>
            <pc:sldMk cId="968940828" sldId="256"/>
            <ac:spMk id="70" creationId="{09496019-3FF7-31B0-4F31-108D9D95FD06}"/>
          </ac:spMkLst>
        </pc:spChg>
        <pc:spChg chg="add 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71" creationId="{135DA53E-D3FE-4A56-7D4B-44CE67CC25B6}"/>
          </ac:spMkLst>
        </pc:spChg>
        <pc:spChg chg="mod">
          <ac:chgData name="Gledis Guri" userId="83df82f3-47dd-4c7f-8014-681978acda03" providerId="ADAL" clId="{4ACBB8A1-FBE2-5251-858B-E09541376FB7}" dt="2025-10-29T23:38:06.947" v="451" actId="14100"/>
          <ac:spMkLst>
            <pc:docMk/>
            <pc:sldMk cId="968940828" sldId="256"/>
            <ac:spMk id="72" creationId="{EF6B9225-3044-8DB7-759B-CD4A014F0976}"/>
          </ac:spMkLst>
        </pc:spChg>
        <pc:spChg chg="mod">
          <ac:chgData name="Gledis Guri" userId="83df82f3-47dd-4c7f-8014-681978acda03" providerId="ADAL" clId="{4ACBB8A1-FBE2-5251-858B-E09541376FB7}" dt="2025-10-29T23:38:17.552" v="453" actId="1076"/>
          <ac:spMkLst>
            <pc:docMk/>
            <pc:sldMk cId="968940828" sldId="256"/>
            <ac:spMk id="73" creationId="{0D9C0873-2E67-C301-B46F-10EA49FF5F74}"/>
          </ac:spMkLst>
        </pc:spChg>
        <pc:spChg chg="mod">
          <ac:chgData name="Gledis Guri" userId="83df82f3-47dd-4c7f-8014-681978acda03" providerId="ADAL" clId="{4ACBB8A1-FBE2-5251-858B-E09541376FB7}" dt="2025-10-29T23:38:17.552" v="453" actId="1076"/>
          <ac:spMkLst>
            <pc:docMk/>
            <pc:sldMk cId="968940828" sldId="256"/>
            <ac:spMk id="74" creationId="{FC33BEFD-3829-D67B-8049-33315AFC2029}"/>
          </ac:spMkLst>
        </pc:spChg>
        <pc:spChg chg="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75" creationId="{F8BAE2B9-00AF-BF86-90AA-5E50B1E970D2}"/>
          </ac:spMkLst>
        </pc:spChg>
        <pc:spChg chg="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76" creationId="{DE196E0D-A117-99C0-B53D-D7D27F3D36CC}"/>
          </ac:spMkLst>
        </pc:spChg>
        <pc:spChg chg="mod">
          <ac:chgData name="Gledis Guri" userId="83df82f3-47dd-4c7f-8014-681978acda03" providerId="ADAL" clId="{4ACBB8A1-FBE2-5251-858B-E09541376FB7}" dt="2025-10-29T23:39:44.075" v="488" actId="1037"/>
          <ac:spMkLst>
            <pc:docMk/>
            <pc:sldMk cId="968940828" sldId="256"/>
            <ac:spMk id="77" creationId="{8CF6E7A9-32CE-480B-21F7-443673BC4F97}"/>
          </ac:spMkLst>
        </pc:spChg>
        <pc:spChg chg="add 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78" creationId="{CB488E57-6706-F8E1-215E-F0D79C9C2F32}"/>
          </ac:spMkLst>
        </pc:spChg>
        <pc:spChg chg="add mod">
          <ac:chgData name="Gledis Guri" userId="83df82f3-47dd-4c7f-8014-681978acda03" providerId="ADAL" clId="{4ACBB8A1-FBE2-5251-858B-E09541376FB7}" dt="2025-10-29T23:28:22.857" v="213" actId="1076"/>
          <ac:spMkLst>
            <pc:docMk/>
            <pc:sldMk cId="968940828" sldId="256"/>
            <ac:spMk id="83" creationId="{4623DF83-2216-3C85-CA43-DB69A12ECBE5}"/>
          </ac:spMkLst>
        </pc:spChg>
        <pc:spChg chg="add mod">
          <ac:chgData name="Gledis Guri" userId="83df82f3-47dd-4c7f-8014-681978acda03" providerId="ADAL" clId="{4ACBB8A1-FBE2-5251-858B-E09541376FB7}" dt="2025-10-29T23:23:32.675" v="128" actId="1076"/>
          <ac:spMkLst>
            <pc:docMk/>
            <pc:sldMk cId="968940828" sldId="256"/>
            <ac:spMk id="84" creationId="{33210729-CD88-3D8D-7115-350EA94A2603}"/>
          </ac:spMkLst>
        </pc:spChg>
        <pc:spChg chg="add 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91" creationId="{B70C5602-AF39-E4CB-B34B-858327384F70}"/>
          </ac:spMkLst>
        </pc:spChg>
        <pc:spChg chg="add mod">
          <ac:chgData name="Gledis Guri" userId="83df82f3-47dd-4c7f-8014-681978acda03" providerId="ADAL" clId="{4ACBB8A1-FBE2-5251-858B-E09541376FB7}" dt="2025-10-29T23:36:03.676" v="429" actId="1076"/>
          <ac:spMkLst>
            <pc:docMk/>
            <pc:sldMk cId="968940828" sldId="256"/>
            <ac:spMk id="94" creationId="{766C98C6-8C4F-8D6A-1AA0-4C72FD66A6E5}"/>
          </ac:spMkLst>
        </pc:spChg>
        <pc:spChg chg="add mod">
          <ac:chgData name="Gledis Guri" userId="83df82f3-47dd-4c7f-8014-681978acda03" providerId="ADAL" clId="{4ACBB8A1-FBE2-5251-858B-E09541376FB7}" dt="2025-10-29T23:42:37.067" v="632" actId="1036"/>
          <ac:spMkLst>
            <pc:docMk/>
            <pc:sldMk cId="968940828" sldId="256"/>
            <ac:spMk id="95" creationId="{A5F61853-71AA-5AFE-1B6E-DF32B8DB06FA}"/>
          </ac:spMkLst>
        </pc:spChg>
        <pc:spChg chg="add 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96" creationId="{886D3B40-68A5-3A90-B610-BB74487BEEA1}"/>
          </ac:spMkLst>
        </pc:spChg>
        <pc:spChg chg="add mod">
          <ac:chgData name="Gledis Guri" userId="83df82f3-47dd-4c7f-8014-681978acda03" providerId="ADAL" clId="{4ACBB8A1-FBE2-5251-858B-E09541376FB7}" dt="2025-10-29T23:36:03.676" v="429" actId="1076"/>
          <ac:spMkLst>
            <pc:docMk/>
            <pc:sldMk cId="968940828" sldId="256"/>
            <ac:spMk id="97" creationId="{B1AE81F8-00CB-1BBD-B6DC-EE342DDB74A8}"/>
          </ac:spMkLst>
        </pc:spChg>
        <pc:spChg chg="add mod">
          <ac:chgData name="Gledis Guri" userId="83df82f3-47dd-4c7f-8014-681978acda03" providerId="ADAL" clId="{4ACBB8A1-FBE2-5251-858B-E09541376FB7}" dt="2025-10-29T23:44:35.345" v="700" actId="1036"/>
          <ac:spMkLst>
            <pc:docMk/>
            <pc:sldMk cId="968940828" sldId="256"/>
            <ac:spMk id="99" creationId="{87630922-8A54-D0C3-A643-65985250E3DD}"/>
          </ac:spMkLst>
        </pc:spChg>
        <pc:spChg chg="add mod">
          <ac:chgData name="Gledis Guri" userId="83df82f3-47dd-4c7f-8014-681978acda03" providerId="ADAL" clId="{4ACBB8A1-FBE2-5251-858B-E09541376FB7}" dt="2025-10-29T23:30:50.007" v="316" actId="1076"/>
          <ac:spMkLst>
            <pc:docMk/>
            <pc:sldMk cId="968940828" sldId="256"/>
            <ac:spMk id="100" creationId="{EFC810EF-A046-2988-6C75-0DD66DF4D299}"/>
          </ac:spMkLst>
        </pc:spChg>
        <pc:spChg chg="add 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101" creationId="{7D016054-5D32-D1A6-E795-6169C505E7BD}"/>
          </ac:spMkLst>
        </pc:spChg>
        <pc:spChg chg="add mod">
          <ac:chgData name="Gledis Guri" userId="83df82f3-47dd-4c7f-8014-681978acda03" providerId="ADAL" clId="{4ACBB8A1-FBE2-5251-858B-E09541376FB7}" dt="2025-10-29T23:30:50.007" v="316" actId="1076"/>
          <ac:spMkLst>
            <pc:docMk/>
            <pc:sldMk cId="968940828" sldId="256"/>
            <ac:spMk id="102" creationId="{2E727547-5CE9-6A1C-30DF-E4BF8151B525}"/>
          </ac:spMkLst>
        </pc:spChg>
        <pc:spChg chg="add mod">
          <ac:chgData name="Gledis Guri" userId="83df82f3-47dd-4c7f-8014-681978acda03" providerId="ADAL" clId="{4ACBB8A1-FBE2-5251-858B-E09541376FB7}" dt="2025-10-29T23:40:55.040" v="582" actId="1035"/>
          <ac:spMkLst>
            <pc:docMk/>
            <pc:sldMk cId="968940828" sldId="256"/>
            <ac:spMk id="103" creationId="{2CAF085A-F2DF-4181-FD61-978FFFAB2DE8}"/>
          </ac:spMkLst>
        </pc:spChg>
        <pc:spChg chg="add 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109" creationId="{6783D07B-C9E0-1651-1C1B-9042C83A60B3}"/>
          </ac:spMkLst>
        </pc:spChg>
        <pc:spChg chg="add mod">
          <ac:chgData name="Gledis Guri" userId="83df82f3-47dd-4c7f-8014-681978acda03" providerId="ADAL" clId="{4ACBB8A1-FBE2-5251-858B-E09541376FB7}" dt="2025-10-29T23:43:57.059" v="685" actId="1038"/>
          <ac:spMkLst>
            <pc:docMk/>
            <pc:sldMk cId="968940828" sldId="256"/>
            <ac:spMk id="113" creationId="{111E7D29-B58B-5219-1B05-7186947EBCDB}"/>
          </ac:spMkLst>
        </pc:spChg>
        <pc:spChg chg="add mod">
          <ac:chgData name="Gledis Guri" userId="83df82f3-47dd-4c7f-8014-681978acda03" providerId="ADAL" clId="{4ACBB8A1-FBE2-5251-858B-E09541376FB7}" dt="2025-10-29T23:42:37.067" v="632" actId="1036"/>
          <ac:spMkLst>
            <pc:docMk/>
            <pc:sldMk cId="968940828" sldId="256"/>
            <ac:spMk id="115" creationId="{9D98AE85-FACE-3808-8F8F-F30EA2B2B92C}"/>
          </ac:spMkLst>
        </pc:spChg>
        <pc:spChg chg="add mod">
          <ac:chgData name="Gledis Guri" userId="83df82f3-47dd-4c7f-8014-681978acda03" providerId="ADAL" clId="{4ACBB8A1-FBE2-5251-858B-E09541376FB7}" dt="2025-10-29T23:36:03.676" v="429" actId="1076"/>
          <ac:spMkLst>
            <pc:docMk/>
            <pc:sldMk cId="968940828" sldId="256"/>
            <ac:spMk id="116" creationId="{229DCE43-CD9D-665A-5DA1-9DA1F4F45167}"/>
          </ac:spMkLst>
        </pc:spChg>
        <pc:spChg chg="add mod">
          <ac:chgData name="Gledis Guri" userId="83df82f3-47dd-4c7f-8014-681978acda03" providerId="ADAL" clId="{4ACBB8A1-FBE2-5251-858B-E09541376FB7}" dt="2025-10-29T23:36:03.676" v="429" actId="1076"/>
          <ac:spMkLst>
            <pc:docMk/>
            <pc:sldMk cId="968940828" sldId="256"/>
            <ac:spMk id="117" creationId="{EC46A7F5-1F7C-93C5-07F6-11B7A6447095}"/>
          </ac:spMkLst>
        </pc:spChg>
        <pc:spChg chg="add mod">
          <ac:chgData name="Gledis Guri" userId="83df82f3-47dd-4c7f-8014-681978acda03" providerId="ADAL" clId="{4ACBB8A1-FBE2-5251-858B-E09541376FB7}" dt="2025-10-29T23:42:48.863" v="657" actId="1076"/>
          <ac:spMkLst>
            <pc:docMk/>
            <pc:sldMk cId="968940828" sldId="256"/>
            <ac:spMk id="119" creationId="{C92C5FF2-6FD1-7D28-E506-20797A7E5062}"/>
          </ac:spMkLst>
        </pc:spChg>
        <pc:spChg chg="add mod">
          <ac:chgData name="Gledis Guri" userId="83df82f3-47dd-4c7f-8014-681978acda03" providerId="ADAL" clId="{4ACBB8A1-FBE2-5251-858B-E09541376FB7}" dt="2025-10-29T23:48:11.859" v="917" actId="1035"/>
          <ac:spMkLst>
            <pc:docMk/>
            <pc:sldMk cId="968940828" sldId="256"/>
            <ac:spMk id="120" creationId="{8C270442-E5B6-5A25-A927-8AA7E681428C}"/>
          </ac:spMkLst>
        </pc:spChg>
        <pc:spChg chg="add 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121" creationId="{3E4D1CC5-2C8F-636E-6E03-995706A0CDEE}"/>
          </ac:spMkLst>
        </pc:spChg>
        <pc:spChg chg="add del mod">
          <ac:chgData name="Gledis Guri" userId="83df82f3-47dd-4c7f-8014-681978acda03" providerId="ADAL" clId="{4ACBB8A1-FBE2-5251-858B-E09541376FB7}" dt="2025-10-29T23:42:10.313" v="596" actId="478"/>
          <ac:spMkLst>
            <pc:docMk/>
            <pc:sldMk cId="968940828" sldId="256"/>
            <ac:spMk id="126" creationId="{62A79C6B-C51C-CF0A-3414-3A9EB5A10C83}"/>
          </ac:spMkLst>
        </pc:spChg>
        <pc:spChg chg="add mod">
          <ac:chgData name="Gledis Guri" userId="83df82f3-47dd-4c7f-8014-681978acda03" providerId="ADAL" clId="{4ACBB8A1-FBE2-5251-858B-E09541376FB7}" dt="2025-10-29T23:44:49.583" v="733" actId="1076"/>
          <ac:spMkLst>
            <pc:docMk/>
            <pc:sldMk cId="968940828" sldId="256"/>
            <ac:spMk id="127" creationId="{8654BB17-4A53-E759-E65A-BC328CB9660E}"/>
          </ac:spMkLst>
        </pc:spChg>
        <pc:spChg chg="add del mod">
          <ac:chgData name="Gledis Guri" userId="83df82f3-47dd-4c7f-8014-681978acda03" providerId="ADAL" clId="{4ACBB8A1-FBE2-5251-858B-E09541376FB7}" dt="2025-10-29T23:44:51.889" v="734" actId="478"/>
          <ac:spMkLst>
            <pc:docMk/>
            <pc:sldMk cId="968940828" sldId="256"/>
            <ac:spMk id="128" creationId="{013BF133-E7F5-F884-F08C-CC705702437E}"/>
          </ac:spMkLst>
        </pc:spChg>
        <pc:spChg chg="add del mod">
          <ac:chgData name="Gledis Guri" userId="83df82f3-47dd-4c7f-8014-681978acda03" providerId="ADAL" clId="{4ACBB8A1-FBE2-5251-858B-E09541376FB7}" dt="2025-10-30T16:57:31.409" v="934" actId="478"/>
          <ac:spMkLst>
            <pc:docMk/>
            <pc:sldMk cId="968940828" sldId="256"/>
            <ac:spMk id="130" creationId="{EAB7ABA6-E08A-0CC9-9E93-28558D5BDD84}"/>
          </ac:spMkLst>
        </pc:spChg>
        <pc:spChg chg="add mod">
          <ac:chgData name="Gledis Guri" userId="83df82f3-47dd-4c7f-8014-681978acda03" providerId="ADAL" clId="{4ACBB8A1-FBE2-5251-858B-E09541376FB7}" dt="2025-10-29T23:44:39.924" v="717" actId="1037"/>
          <ac:spMkLst>
            <pc:docMk/>
            <pc:sldMk cId="968940828" sldId="256"/>
            <ac:spMk id="131" creationId="{0DB59F59-3A3C-8742-FE8B-4C4C99AF974A}"/>
          </ac:spMkLst>
        </pc:spChg>
        <pc:spChg chg="add mod">
          <ac:chgData name="Gledis Guri" userId="83df82f3-47dd-4c7f-8014-681978acda03" providerId="ADAL" clId="{4ACBB8A1-FBE2-5251-858B-E09541376FB7}" dt="2025-10-29T23:44:43.556" v="732" actId="1037"/>
          <ac:spMkLst>
            <pc:docMk/>
            <pc:sldMk cId="968940828" sldId="256"/>
            <ac:spMk id="132" creationId="{47150D91-EE74-4ED8-9A25-1E3316C40BBE}"/>
          </ac:spMkLst>
        </pc:spChg>
        <pc:spChg chg="add mod">
          <ac:chgData name="Gledis Guri" userId="83df82f3-47dd-4c7f-8014-681978acda03" providerId="ADAL" clId="{4ACBB8A1-FBE2-5251-858B-E09541376FB7}" dt="2025-10-29T23:44:57.290" v="737" actId="1076"/>
          <ac:spMkLst>
            <pc:docMk/>
            <pc:sldMk cId="968940828" sldId="256"/>
            <ac:spMk id="133" creationId="{65DE7CE8-D064-63AB-09DE-34126FC51555}"/>
          </ac:spMkLst>
        </pc:spChg>
        <pc:spChg chg="add mod">
          <ac:chgData name="Gledis Guri" userId="83df82f3-47dd-4c7f-8014-681978acda03" providerId="ADAL" clId="{4ACBB8A1-FBE2-5251-858B-E09541376FB7}" dt="2025-10-29T23:46:43.223" v="870" actId="20577"/>
          <ac:spMkLst>
            <pc:docMk/>
            <pc:sldMk cId="968940828" sldId="256"/>
            <ac:spMk id="135" creationId="{6591C19C-1E07-3EF0-6395-9899B8CBEA9A}"/>
          </ac:spMkLst>
        </pc:spChg>
        <pc:spChg chg="add mod">
          <ac:chgData name="Gledis Guri" userId="83df82f3-47dd-4c7f-8014-681978acda03" providerId="ADAL" clId="{4ACBB8A1-FBE2-5251-858B-E09541376FB7}" dt="2025-10-29T23:46:40.351" v="869" actId="20577"/>
          <ac:spMkLst>
            <pc:docMk/>
            <pc:sldMk cId="968940828" sldId="256"/>
            <ac:spMk id="136" creationId="{48CD3AD8-493E-69D8-BC40-5120C1B0213B}"/>
          </ac:spMkLst>
        </pc:spChg>
        <pc:spChg chg="add mod">
          <ac:chgData name="Gledis Guri" userId="83df82f3-47dd-4c7f-8014-681978acda03" providerId="ADAL" clId="{4ACBB8A1-FBE2-5251-858B-E09541376FB7}" dt="2025-10-29T23:46:18.085" v="862" actId="1038"/>
          <ac:spMkLst>
            <pc:docMk/>
            <pc:sldMk cId="968940828" sldId="256"/>
            <ac:spMk id="137" creationId="{F34A60BA-2296-D836-76EF-B657C7C951B6}"/>
          </ac:spMkLst>
        </pc:spChg>
        <pc:spChg chg="add mod">
          <ac:chgData name="Gledis Guri" userId="83df82f3-47dd-4c7f-8014-681978acda03" providerId="ADAL" clId="{4ACBB8A1-FBE2-5251-858B-E09541376FB7}" dt="2025-10-29T23:45:51.904" v="839" actId="1076"/>
          <ac:spMkLst>
            <pc:docMk/>
            <pc:sldMk cId="968940828" sldId="256"/>
            <ac:spMk id="138" creationId="{6319F6A4-9958-371F-83CD-EDE499930E82}"/>
          </ac:spMkLst>
        </pc:spChg>
        <pc:spChg chg="add mod">
          <ac:chgData name="Gledis Guri" userId="83df82f3-47dd-4c7f-8014-681978acda03" providerId="ADAL" clId="{4ACBB8A1-FBE2-5251-858B-E09541376FB7}" dt="2025-10-29T23:45:54.620" v="840" actId="1076"/>
          <ac:spMkLst>
            <pc:docMk/>
            <pc:sldMk cId="968940828" sldId="256"/>
            <ac:spMk id="139" creationId="{5AD66305-D8E4-C1D1-A536-814FD3E3F2C8}"/>
          </ac:spMkLst>
        </pc:spChg>
        <pc:spChg chg="add mod">
          <ac:chgData name="Gledis Guri" userId="83df82f3-47dd-4c7f-8014-681978acda03" providerId="ADAL" clId="{4ACBB8A1-FBE2-5251-858B-E09541376FB7}" dt="2025-10-29T23:47:00.096" v="891" actId="20577"/>
          <ac:spMkLst>
            <pc:docMk/>
            <pc:sldMk cId="968940828" sldId="256"/>
            <ac:spMk id="140" creationId="{1EFB1FD4-AA6C-CB19-C885-1A792A5E8AE9}"/>
          </ac:spMkLst>
        </pc:spChg>
        <pc:spChg chg="add mod">
          <ac:chgData name="Gledis Guri" userId="83df82f3-47dd-4c7f-8014-681978acda03" providerId="ADAL" clId="{4ACBB8A1-FBE2-5251-858B-E09541376FB7}" dt="2025-10-29T23:47:14.014" v="893" actId="1076"/>
          <ac:spMkLst>
            <pc:docMk/>
            <pc:sldMk cId="968940828" sldId="256"/>
            <ac:spMk id="141" creationId="{4DB040F4-791E-2A63-4522-FBB8ED733A29}"/>
          </ac:spMkLst>
        </pc:spChg>
        <pc:spChg chg="add mod">
          <ac:chgData name="Gledis Guri" userId="83df82f3-47dd-4c7f-8014-681978acda03" providerId="ADAL" clId="{4ACBB8A1-FBE2-5251-858B-E09541376FB7}" dt="2025-10-29T23:47:14.014" v="893" actId="1076"/>
          <ac:spMkLst>
            <pc:docMk/>
            <pc:sldMk cId="968940828" sldId="256"/>
            <ac:spMk id="142" creationId="{2A36842E-4592-CA92-2424-A98576C7D6AF}"/>
          </ac:spMkLst>
        </pc:spChg>
        <pc:spChg chg="add mod">
          <ac:chgData name="Gledis Guri" userId="83df82f3-47dd-4c7f-8014-681978acda03" providerId="ADAL" clId="{4ACBB8A1-FBE2-5251-858B-E09541376FB7}" dt="2025-10-29T23:47:14.014" v="893" actId="1076"/>
          <ac:spMkLst>
            <pc:docMk/>
            <pc:sldMk cId="968940828" sldId="256"/>
            <ac:spMk id="143" creationId="{D00674BC-1292-91BE-20BD-E67825105386}"/>
          </ac:spMkLst>
        </pc:spChg>
        <pc:spChg chg="add mod">
          <ac:chgData name="Gledis Guri" userId="83df82f3-47dd-4c7f-8014-681978acda03" providerId="ADAL" clId="{4ACBB8A1-FBE2-5251-858B-E09541376FB7}" dt="2025-10-29T23:47:14.014" v="893" actId="1076"/>
          <ac:spMkLst>
            <pc:docMk/>
            <pc:sldMk cId="968940828" sldId="256"/>
            <ac:spMk id="144" creationId="{0AB8734D-7E30-D6A4-5256-57148F669246}"/>
          </ac:spMkLst>
        </pc:spChg>
        <pc:spChg chg="add mod">
          <ac:chgData name="Gledis Guri" userId="83df82f3-47dd-4c7f-8014-681978acda03" providerId="ADAL" clId="{4ACBB8A1-FBE2-5251-858B-E09541376FB7}" dt="2025-10-29T23:48:26.007" v="921" actId="1035"/>
          <ac:spMkLst>
            <pc:docMk/>
            <pc:sldMk cId="968940828" sldId="256"/>
            <ac:spMk id="145" creationId="{DD5D69C2-C9C0-C0D6-CF9B-EE0004F852AA}"/>
          </ac:spMkLst>
        </pc:spChg>
        <pc:spChg chg="add mod">
          <ac:chgData name="Gledis Guri" userId="83df82f3-47dd-4c7f-8014-681978acda03" providerId="ADAL" clId="{4ACBB8A1-FBE2-5251-858B-E09541376FB7}" dt="2025-10-29T23:47:14.014" v="893" actId="1076"/>
          <ac:spMkLst>
            <pc:docMk/>
            <pc:sldMk cId="968940828" sldId="256"/>
            <ac:spMk id="146" creationId="{DB6A3BDB-A5B9-3851-378B-87A64C351FE8}"/>
          </ac:spMkLst>
        </pc:spChg>
        <pc:spChg chg="add mod">
          <ac:chgData name="Gledis Guri" userId="83df82f3-47dd-4c7f-8014-681978acda03" providerId="ADAL" clId="{4ACBB8A1-FBE2-5251-858B-E09541376FB7}" dt="2025-10-30T16:58:43.281" v="944" actId="14100"/>
          <ac:spMkLst>
            <pc:docMk/>
            <pc:sldMk cId="968940828" sldId="256"/>
            <ac:spMk id="147" creationId="{C369CAAE-47D0-2E9C-1289-81C32B2DA36E}"/>
          </ac:spMkLst>
        </pc:spChg>
        <pc:spChg chg="add mod">
          <ac:chgData name="Gledis Guri" userId="83df82f3-47dd-4c7f-8014-681978acda03" providerId="ADAL" clId="{4ACBB8A1-FBE2-5251-858B-E09541376FB7}" dt="2025-10-30T16:58:35.466" v="942" actId="2085"/>
          <ac:spMkLst>
            <pc:docMk/>
            <pc:sldMk cId="968940828" sldId="256"/>
            <ac:spMk id="148" creationId="{3710E2DB-5461-B96E-8F04-5ED60806E5C1}"/>
          </ac:spMkLst>
        </pc:spChg>
        <pc:cxnChg chg="del">
          <ac:chgData name="Gledis Guri" userId="83df82f3-47dd-4c7f-8014-681978acda03" providerId="ADAL" clId="{4ACBB8A1-FBE2-5251-858B-E09541376FB7}" dt="2025-10-29T23:19:50.790" v="36" actId="478"/>
          <ac:cxnSpMkLst>
            <pc:docMk/>
            <pc:sldMk cId="968940828" sldId="256"/>
            <ac:cxnSpMk id="2" creationId="{6C67A58A-A6E4-572B-89C9-B4C6010F6F83}"/>
          </ac:cxnSpMkLst>
        </pc:cxnChg>
        <pc:cxnChg chg="del">
          <ac:chgData name="Gledis Guri" userId="83df82f3-47dd-4c7f-8014-681978acda03" providerId="ADAL" clId="{4ACBB8A1-FBE2-5251-858B-E09541376FB7}" dt="2025-10-29T23:19:51.626" v="37" actId="478"/>
          <ac:cxnSpMkLst>
            <pc:docMk/>
            <pc:sldMk cId="968940828" sldId="256"/>
            <ac:cxnSpMk id="6" creationId="{D1591567-9EF0-B22C-5683-C46BBCA13C6D}"/>
          </ac:cxnSpMkLst>
        </pc:cxnChg>
        <pc:cxnChg chg="mod">
          <ac:chgData name="Gledis Guri" userId="83df82f3-47dd-4c7f-8014-681978acda03" providerId="ADAL" clId="{4ACBB8A1-FBE2-5251-858B-E09541376FB7}" dt="2025-10-29T23:21:09.606" v="57" actId="14100"/>
          <ac:cxnSpMkLst>
            <pc:docMk/>
            <pc:sldMk cId="968940828" sldId="256"/>
            <ac:cxnSpMk id="7" creationId="{032C401E-ED08-07EF-8328-EF60D5A8FCAB}"/>
          </ac:cxnSpMkLst>
        </pc:cxnChg>
        <pc:cxnChg chg="mod">
          <ac:chgData name="Gledis Guri" userId="83df82f3-47dd-4c7f-8014-681978acda03" providerId="ADAL" clId="{4ACBB8A1-FBE2-5251-858B-E09541376FB7}" dt="2025-10-29T23:28:08.666" v="212" actId="14100"/>
          <ac:cxnSpMkLst>
            <pc:docMk/>
            <pc:sldMk cId="968940828" sldId="256"/>
            <ac:cxnSpMk id="8" creationId="{2BB01450-EC19-615D-CEDC-31B66C5ABFC7}"/>
          </ac:cxnSpMkLst>
        </pc:cxnChg>
        <pc:cxnChg chg="del">
          <ac:chgData name="Gledis Guri" userId="83df82f3-47dd-4c7f-8014-681978acda03" providerId="ADAL" clId="{4ACBB8A1-FBE2-5251-858B-E09541376FB7}" dt="2025-10-29T23:22:27.197" v="99" actId="478"/>
          <ac:cxnSpMkLst>
            <pc:docMk/>
            <pc:sldMk cId="968940828" sldId="256"/>
            <ac:cxnSpMk id="12" creationId="{D0D1F087-CA26-BD47-0080-C3F0D541C285}"/>
          </ac:cxnSpMkLst>
        </pc:cxnChg>
        <pc:cxnChg chg="del mod">
          <ac:chgData name="Gledis Guri" userId="83df82f3-47dd-4c7f-8014-681978acda03" providerId="ADAL" clId="{4ACBB8A1-FBE2-5251-858B-E09541376FB7}" dt="2025-10-29T23:41:52.456" v="592" actId="478"/>
          <ac:cxnSpMkLst>
            <pc:docMk/>
            <pc:sldMk cId="968940828" sldId="256"/>
            <ac:cxnSpMk id="17" creationId="{6376B0B8-7245-6E9F-4D16-E4658AC13B70}"/>
          </ac:cxnSpMkLst>
        </pc:cxnChg>
        <pc:cxnChg chg="mod">
          <ac:chgData name="Gledis Guri" userId="83df82f3-47dd-4c7f-8014-681978acda03" providerId="ADAL" clId="{4ACBB8A1-FBE2-5251-858B-E09541376FB7}" dt="2025-10-29T23:32:34.618" v="349" actId="14100"/>
          <ac:cxnSpMkLst>
            <pc:docMk/>
            <pc:sldMk cId="968940828" sldId="256"/>
            <ac:cxnSpMk id="20" creationId="{AC22839F-96E3-E7DE-D293-EA830648C862}"/>
          </ac:cxnSpMkLst>
        </pc:cxnChg>
        <pc:cxnChg chg="add mod">
          <ac:chgData name="Gledis Guri" userId="83df82f3-47dd-4c7f-8014-681978acda03" providerId="ADAL" clId="{4ACBB8A1-FBE2-5251-858B-E09541376FB7}" dt="2025-10-29T23:21:13.935" v="60" actId="14100"/>
          <ac:cxnSpMkLst>
            <pc:docMk/>
            <pc:sldMk cId="968940828" sldId="256"/>
            <ac:cxnSpMk id="28" creationId="{12A6313A-1E0F-1FFD-5710-CB570E9DB10E}"/>
          </ac:cxnSpMkLst>
        </pc:cxnChg>
        <pc:cxnChg chg="add mod">
          <ac:chgData name="Gledis Guri" userId="83df82f3-47dd-4c7f-8014-681978acda03" providerId="ADAL" clId="{4ACBB8A1-FBE2-5251-858B-E09541376FB7}" dt="2025-10-29T23:21:18.428" v="63" actId="14100"/>
          <ac:cxnSpMkLst>
            <pc:docMk/>
            <pc:sldMk cId="968940828" sldId="256"/>
            <ac:cxnSpMk id="39" creationId="{409ABB2E-C567-252D-C175-35023E57D416}"/>
          </ac:cxnSpMkLst>
        </pc:cxnChg>
        <pc:cxnChg chg="add mod">
          <ac:chgData name="Gledis Guri" userId="83df82f3-47dd-4c7f-8014-681978acda03" providerId="ADAL" clId="{4ACBB8A1-FBE2-5251-858B-E09541376FB7}" dt="2025-10-29T23:21:22.821" v="66" actId="14100"/>
          <ac:cxnSpMkLst>
            <pc:docMk/>
            <pc:sldMk cId="968940828" sldId="256"/>
            <ac:cxnSpMk id="43" creationId="{30FC0C78-C609-55BF-056B-A07D2397621E}"/>
          </ac:cxnSpMkLst>
        </pc:cxnChg>
        <pc:cxnChg chg="add mod">
          <ac:chgData name="Gledis Guri" userId="83df82f3-47dd-4c7f-8014-681978acda03" providerId="ADAL" clId="{4ACBB8A1-FBE2-5251-858B-E09541376FB7}" dt="2025-10-29T23:21:28.131" v="69" actId="14100"/>
          <ac:cxnSpMkLst>
            <pc:docMk/>
            <pc:sldMk cId="968940828" sldId="256"/>
            <ac:cxnSpMk id="47" creationId="{A72C7CAF-D387-DC43-FD77-030ADA159D50}"/>
          </ac:cxnSpMkLst>
        </pc:cxnChg>
        <pc:cxnChg chg="mod">
          <ac:chgData name="Gledis Guri" userId="83df82f3-47dd-4c7f-8014-681978acda03" providerId="ADAL" clId="{4ACBB8A1-FBE2-5251-858B-E09541376FB7}" dt="2025-10-29T23:31:45.891" v="342" actId="1037"/>
          <ac:cxnSpMkLst>
            <pc:docMk/>
            <pc:sldMk cId="968940828" sldId="256"/>
            <ac:cxnSpMk id="58" creationId="{5C2D6C77-CB56-E276-F931-CB04651AC717}"/>
          </ac:cxnSpMkLst>
        </pc:cxnChg>
        <pc:cxnChg chg="del">
          <ac:chgData name="Gledis Guri" userId="83df82f3-47dd-4c7f-8014-681978acda03" providerId="ADAL" clId="{4ACBB8A1-FBE2-5251-858B-E09541376FB7}" dt="2025-10-29T23:30:40.190" v="314" actId="478"/>
          <ac:cxnSpMkLst>
            <pc:docMk/>
            <pc:sldMk cId="968940828" sldId="256"/>
            <ac:cxnSpMk id="65" creationId="{29B13C8C-82FC-A9E1-2D3F-02E262EC39B0}"/>
          </ac:cxnSpMkLst>
        </pc:cxnChg>
        <pc:cxnChg chg="del">
          <ac:chgData name="Gledis Guri" userId="83df82f3-47dd-4c7f-8014-681978acda03" providerId="ADAL" clId="{4ACBB8A1-FBE2-5251-858B-E09541376FB7}" dt="2025-10-29T23:30:40.190" v="314" actId="478"/>
          <ac:cxnSpMkLst>
            <pc:docMk/>
            <pc:sldMk cId="968940828" sldId="256"/>
            <ac:cxnSpMk id="68" creationId="{1982342F-2B64-1401-4276-5C80408E0AE9}"/>
          </ac:cxnSpMkLst>
        </pc:cxnChg>
        <pc:cxnChg chg="add mod">
          <ac:chgData name="Gledis Guri" userId="83df82f3-47dd-4c7f-8014-681978acda03" providerId="ADAL" clId="{4ACBB8A1-FBE2-5251-858B-E09541376FB7}" dt="2025-10-29T23:38:11.041" v="452" actId="1076"/>
          <ac:cxnSpMkLst>
            <pc:docMk/>
            <pc:sldMk cId="968940828" sldId="256"/>
            <ac:cxnSpMk id="79" creationId="{F5781AA9-8469-B2A7-9CD5-92F5433645E1}"/>
          </ac:cxnSpMkLst>
        </pc:cxnChg>
        <pc:cxnChg chg="add mod">
          <ac:chgData name="Gledis Guri" userId="83df82f3-47dd-4c7f-8014-681978acda03" providerId="ADAL" clId="{4ACBB8A1-FBE2-5251-858B-E09541376FB7}" dt="2025-10-29T23:43:02.257" v="660" actId="1035"/>
          <ac:cxnSpMkLst>
            <pc:docMk/>
            <pc:sldMk cId="968940828" sldId="256"/>
            <ac:cxnSpMk id="86" creationId="{6C8FA76B-47E5-C758-48DC-4E82BEF3A5E4}"/>
          </ac:cxnSpMkLst>
        </pc:cxnChg>
        <pc:cxnChg chg="add mod">
          <ac:chgData name="Gledis Guri" userId="83df82f3-47dd-4c7f-8014-681978acda03" providerId="ADAL" clId="{4ACBB8A1-FBE2-5251-858B-E09541376FB7}" dt="2025-10-29T23:31:21.176" v="329" actId="1035"/>
          <ac:cxnSpMkLst>
            <pc:docMk/>
            <pc:sldMk cId="968940828" sldId="256"/>
            <ac:cxnSpMk id="104" creationId="{1F2B6B43-0283-98E6-535F-FD82F32D8B9B}"/>
          </ac:cxnSpMkLst>
        </pc:cxnChg>
        <pc:cxnChg chg="add mod">
          <ac:chgData name="Gledis Guri" userId="83df82f3-47dd-4c7f-8014-681978acda03" providerId="ADAL" clId="{4ACBB8A1-FBE2-5251-858B-E09541376FB7}" dt="2025-10-29T23:31:43.226" v="339" actId="1035"/>
          <ac:cxnSpMkLst>
            <pc:docMk/>
            <pc:sldMk cId="968940828" sldId="256"/>
            <ac:cxnSpMk id="110" creationId="{A1715215-7868-A4A4-D494-9A7FF572457B}"/>
          </ac:cxnSpMkLst>
        </pc:cxnChg>
        <pc:cxnChg chg="add mod">
          <ac:chgData name="Gledis Guri" userId="83df82f3-47dd-4c7f-8014-681978acda03" providerId="ADAL" clId="{4ACBB8A1-FBE2-5251-858B-E09541376FB7}" dt="2025-10-29T23:36:03.676" v="429" actId="1076"/>
          <ac:cxnSpMkLst>
            <pc:docMk/>
            <pc:sldMk cId="968940828" sldId="256"/>
            <ac:cxnSpMk id="118" creationId="{A4E32D8C-01BF-F675-EDD0-81304696F94D}"/>
          </ac:cxnSpMkLst>
        </pc:cxnChg>
        <pc:cxnChg chg="add mod">
          <ac:chgData name="Gledis Guri" userId="83df82f3-47dd-4c7f-8014-681978acda03" providerId="ADAL" clId="{4ACBB8A1-FBE2-5251-858B-E09541376FB7}" dt="2025-10-29T23:45:07.121" v="739" actId="1076"/>
          <ac:cxnSpMkLst>
            <pc:docMk/>
            <pc:sldMk cId="968940828" sldId="256"/>
            <ac:cxnSpMk id="134" creationId="{B6A8DF8E-C465-F898-C0D5-87ABE2A920C0}"/>
          </ac:cxnSpMkLst>
        </pc:cxnChg>
      </pc:sldChg>
      <pc:sldChg chg="addSp delSp modSp add mod modShow">
        <pc:chgData name="Gledis Guri" userId="83df82f3-47dd-4c7f-8014-681978acda03" providerId="ADAL" clId="{4ACBB8A1-FBE2-5251-858B-E09541376FB7}" dt="2025-10-29T23:48:23.459" v="918"/>
        <pc:sldMkLst>
          <pc:docMk/>
          <pc:sldMk cId="709753311" sldId="257"/>
        </pc:sldMkLst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5" creationId="{01F74BB8-B95E-CC68-279F-B7BF644A22CC}"/>
          </ac:spMkLst>
        </pc:spChg>
        <pc:spChg chg="add del 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10" creationId="{172E5664-B196-2CA7-C310-703BB6D684FE}"/>
          </ac:spMkLst>
        </pc:spChg>
        <pc:spChg chg="add del">
          <ac:chgData name="Gledis Guri" userId="83df82f3-47dd-4c7f-8014-681978acda03" providerId="ADAL" clId="{4ACBB8A1-FBE2-5251-858B-E09541376FB7}" dt="2025-10-29T23:19:18.821" v="4" actId="478"/>
          <ac:spMkLst>
            <pc:docMk/>
            <pc:sldMk cId="709753311" sldId="257"/>
            <ac:spMk id="11" creationId="{257B14F7-18D1-48AB-8EAA-7B3D2FB20459}"/>
          </ac:spMkLst>
        </pc:spChg>
        <pc:spChg chg="add del">
          <ac:chgData name="Gledis Guri" userId="83df82f3-47dd-4c7f-8014-681978acda03" providerId="ADAL" clId="{4ACBB8A1-FBE2-5251-858B-E09541376FB7}" dt="2025-10-29T23:19:19.099" v="5" actId="478"/>
          <ac:spMkLst>
            <pc:docMk/>
            <pc:sldMk cId="709753311" sldId="257"/>
            <ac:spMk id="27" creationId="{A5CCCBC9-13EF-359A-7B11-0A8CD8A87908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32" creationId="{BCCFFCC5-C690-B6DC-4B68-738D07E9CC1B}"/>
          </ac:spMkLst>
        </pc:spChg>
        <pc:spChg chg="add del">
          <ac:chgData name="Gledis Guri" userId="83df82f3-47dd-4c7f-8014-681978acda03" providerId="ADAL" clId="{4ACBB8A1-FBE2-5251-858B-E09541376FB7}" dt="2025-10-29T23:19:18.821" v="4" actId="478"/>
          <ac:spMkLst>
            <pc:docMk/>
            <pc:sldMk cId="709753311" sldId="257"/>
            <ac:spMk id="35" creationId="{4C1D9244-F5D1-7E20-D8C8-99E303CAF993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36" creationId="{CF88A934-106F-1157-3235-B13B47AB579C}"/>
          </ac:spMkLst>
        </pc:spChg>
        <pc:spChg chg="add del 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37" creationId="{40CC6514-3FB8-3BEC-C4B5-3E4836EFC3D2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50" creationId="{FDED7936-481B-2027-B216-C024126F97E5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54" creationId="{2CDCD53B-2EB9-79A9-3471-5EE1407F7D0E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64" creationId="{6AAC8D7C-C73E-860B-6783-01FB7D30A09F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66" creationId="{4540DDBE-D958-02FF-F922-23F22CDB48FA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k cId="709753311" sldId="257"/>
            <ac:spMk id="76" creationId="{E0E29D1B-64E5-BA2A-1D5F-8516A69533F0}"/>
          </ac:spMkLst>
        </pc:spChg>
      </pc:sldChg>
      <pc:sldMasterChg chg="modSp modSldLayout">
        <pc:chgData name="Gledis Guri" userId="83df82f3-47dd-4c7f-8014-681978acda03" providerId="ADAL" clId="{4ACBB8A1-FBE2-5251-858B-E09541376FB7}" dt="2025-10-29T23:39:03.345" v="454"/>
        <pc:sldMasterMkLst>
          <pc:docMk/>
          <pc:sldMasterMk cId="953724796" sldId="2147483648"/>
        </pc:sldMasterMkLst>
        <pc:spChg chg="mod">
          <ac:chgData name="Gledis Guri" userId="83df82f3-47dd-4c7f-8014-681978acda03" providerId="ADAL" clId="{4ACBB8A1-FBE2-5251-858B-E09541376FB7}" dt="2025-10-29T23:39:03.345" v="454"/>
          <ac:spMkLst>
            <pc:docMk/>
            <pc:sldMasterMk cId="953724796" sldId="2147483648"/>
            <ac:spMk id="2" creationId="{6CC3E4A5-E942-53F3-5393-211B55EB0ECF}"/>
          </ac:spMkLst>
        </pc:spChg>
        <pc:spChg chg="mod">
          <ac:chgData name="Gledis Guri" userId="83df82f3-47dd-4c7f-8014-681978acda03" providerId="ADAL" clId="{4ACBB8A1-FBE2-5251-858B-E09541376FB7}" dt="2025-10-29T23:39:03.345" v="454"/>
          <ac:spMkLst>
            <pc:docMk/>
            <pc:sldMasterMk cId="953724796" sldId="2147483648"/>
            <ac:spMk id="3" creationId="{89DB3C52-F270-372D-44AB-45F10AE32EA7}"/>
          </ac:spMkLst>
        </pc:spChg>
        <pc:spChg chg="mod">
          <ac:chgData name="Gledis Guri" userId="83df82f3-47dd-4c7f-8014-681978acda03" providerId="ADAL" clId="{4ACBB8A1-FBE2-5251-858B-E09541376FB7}" dt="2025-10-29T23:39:03.345" v="454"/>
          <ac:spMkLst>
            <pc:docMk/>
            <pc:sldMasterMk cId="953724796" sldId="2147483648"/>
            <ac:spMk id="4" creationId="{0995B48D-F6B5-0774-6BDE-4C2EDAF522C4}"/>
          </ac:spMkLst>
        </pc:spChg>
        <pc:spChg chg="mod">
          <ac:chgData name="Gledis Guri" userId="83df82f3-47dd-4c7f-8014-681978acda03" providerId="ADAL" clId="{4ACBB8A1-FBE2-5251-858B-E09541376FB7}" dt="2025-10-29T23:39:03.345" v="454"/>
          <ac:spMkLst>
            <pc:docMk/>
            <pc:sldMasterMk cId="953724796" sldId="2147483648"/>
            <ac:spMk id="5" creationId="{3C05C068-04BC-3F0B-B747-744CF84FE7FF}"/>
          </ac:spMkLst>
        </pc:spChg>
        <pc:spChg chg="mod">
          <ac:chgData name="Gledis Guri" userId="83df82f3-47dd-4c7f-8014-681978acda03" providerId="ADAL" clId="{4ACBB8A1-FBE2-5251-858B-E09541376FB7}" dt="2025-10-29T23:39:03.345" v="454"/>
          <ac:spMkLst>
            <pc:docMk/>
            <pc:sldMasterMk cId="953724796" sldId="2147483648"/>
            <ac:spMk id="6" creationId="{F44CC63C-C3A3-27D9-BE05-8447C1E619E7}"/>
          </ac:spMkLst>
        </pc:sp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1639721320" sldId="2147483649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639721320" sldId="2147483649"/>
              <ac:spMk id="2" creationId="{8391CE1E-8FE4-19F4-6E84-E08A25D56BFC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639721320" sldId="2147483649"/>
              <ac:spMk id="3" creationId="{9C3A5678-47BB-98C8-2F72-A3FEC24BF6F6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1538092482" sldId="2147483651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538092482" sldId="2147483651"/>
              <ac:spMk id="2" creationId="{B5B730F6-988F-130C-9AA5-9191FD45FE55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538092482" sldId="2147483651"/>
              <ac:spMk id="3" creationId="{A12CDBF6-E639-4DC6-6069-C41A68673D95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641594430" sldId="2147483652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641594430" sldId="2147483652"/>
              <ac:spMk id="3" creationId="{3D99B00E-1700-4463-4177-6DF0AD7A9BB7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641594430" sldId="2147483652"/>
              <ac:spMk id="4" creationId="{AC6FDDE9-8C1F-C66F-4CE3-35B9FCA76392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3785550036" sldId="2147483653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785550036" sldId="2147483653"/>
              <ac:spMk id="2" creationId="{00029243-08AE-65C9-4F1C-2591B05647B7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785550036" sldId="2147483653"/>
              <ac:spMk id="3" creationId="{270443C7-7D7B-5B73-E8B8-9AA0773E8FD0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785550036" sldId="2147483653"/>
              <ac:spMk id="4" creationId="{3ABCEF63-4952-5689-FFE7-D05E26C0418A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785550036" sldId="2147483653"/>
              <ac:spMk id="5" creationId="{71AE7BF7-33E3-5F7D-F361-6754BBD9CF56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785550036" sldId="2147483653"/>
              <ac:spMk id="6" creationId="{57E6F7BE-53D6-5299-52E3-F8624681BEA7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712237294" sldId="2147483656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712237294" sldId="2147483656"/>
              <ac:spMk id="2" creationId="{21C3C4DC-C32D-E60F-9E88-88507C135109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712237294" sldId="2147483656"/>
              <ac:spMk id="3" creationId="{60C10231-EA55-CD7B-B006-F11EBC84C7B9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712237294" sldId="2147483656"/>
              <ac:spMk id="4" creationId="{27233912-946A-1153-150A-BC238EA0509F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1673743904" sldId="2147483657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673743904" sldId="2147483657"/>
              <ac:spMk id="2" creationId="{EF9236D7-D6DC-E5F4-562B-42719B143174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673743904" sldId="2147483657"/>
              <ac:spMk id="3" creationId="{5FDA520F-9E5A-77CD-29FF-DFA26CE4C6BB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1673743904" sldId="2147483657"/>
              <ac:spMk id="4" creationId="{F40FDFB7-EEF6-A76B-A9C7-C6AE8B296A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03.345" v="454"/>
          <pc:sldLayoutMkLst>
            <pc:docMk/>
            <pc:sldMasterMk cId="953724796" sldId="2147483648"/>
            <pc:sldLayoutMk cId="3861500898" sldId="2147483659"/>
          </pc:sldLayoutMkLst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861500898" sldId="2147483659"/>
              <ac:spMk id="2" creationId="{AD5A876C-9A64-F471-E758-B495C1D45CE1}"/>
            </ac:spMkLst>
          </pc:spChg>
          <pc:spChg chg="mod">
            <ac:chgData name="Gledis Guri" userId="83df82f3-47dd-4c7f-8014-681978acda03" providerId="ADAL" clId="{4ACBB8A1-FBE2-5251-858B-E09541376FB7}" dt="2025-10-29T23:39:03.345" v="454"/>
            <ac:spMkLst>
              <pc:docMk/>
              <pc:sldMasterMk cId="953724796" sldId="2147483648"/>
              <pc:sldLayoutMk cId="3861500898" sldId="2147483659"/>
              <ac:spMk id="3" creationId="{92F40CFE-D262-70BC-C28B-746DA088F16A}"/>
            </ac:spMkLst>
          </pc:spChg>
        </pc:sldLayoutChg>
      </pc:sldMasterChg>
      <pc:sldMasterChg chg="modSp modSldLayout">
        <pc:chgData name="Gledis Guri" userId="83df82f3-47dd-4c7f-8014-681978acda03" providerId="ADAL" clId="{4ACBB8A1-FBE2-5251-858B-E09541376FB7}" dt="2025-10-29T23:39:38.912" v="472"/>
        <pc:sldMasterMkLst>
          <pc:docMk/>
          <pc:sldMasterMk cId="1751477069" sldId="2147483660"/>
        </pc:sldMasterMkLst>
        <pc:spChg chg="mod">
          <ac:chgData name="Gledis Guri" userId="83df82f3-47dd-4c7f-8014-681978acda03" providerId="ADAL" clId="{4ACBB8A1-FBE2-5251-858B-E09541376FB7}" dt="2025-10-29T23:39:38.912" v="472"/>
          <ac:spMkLst>
            <pc:docMk/>
            <pc:sldMasterMk cId="1751477069" sldId="2147483660"/>
            <ac:spMk id="2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39:38.912" v="472"/>
          <ac:spMkLst>
            <pc:docMk/>
            <pc:sldMasterMk cId="1751477069" sldId="2147483660"/>
            <ac:spMk id="3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39:38.912" v="472"/>
          <ac:spMkLst>
            <pc:docMk/>
            <pc:sldMasterMk cId="1751477069" sldId="2147483660"/>
            <ac:spMk id="4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39:38.912" v="472"/>
          <ac:spMkLst>
            <pc:docMk/>
            <pc:sldMasterMk cId="1751477069" sldId="2147483660"/>
            <ac:spMk id="5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39:38.912" v="472"/>
          <ac:spMkLst>
            <pc:docMk/>
            <pc:sldMasterMk cId="1751477069" sldId="2147483660"/>
            <ac:spMk id="6" creationId="{00000000-0000-0000-0000-000000000000}"/>
          </ac:spMkLst>
        </pc:sp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574184210" sldId="2147483661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574184210" sldId="2147483661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574184210" sldId="2147483661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4294322043" sldId="2147483663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4294322043" sldId="2147483663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4294322043" sldId="2147483663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3710479597" sldId="2147483664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3710479597" sldId="2147483664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3710479597" sldId="2147483664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1596898398" sldId="2147483665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1596898398" sldId="2147483665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1596898398" sldId="2147483665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1596898398" sldId="2147483665"/>
              <ac:spMk id="4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1596898398" sldId="2147483665"/>
              <ac:spMk id="5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1596898398" sldId="2147483665"/>
              <ac:spMk id="6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2482757819" sldId="2147483668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482757819" sldId="2147483668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482757819" sldId="2147483668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482757819" sldId="2147483668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2507519440" sldId="2147483669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507519440" sldId="2147483669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507519440" sldId="2147483669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507519440" sldId="2147483669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39:38.912" v="472"/>
          <pc:sldLayoutMkLst>
            <pc:docMk/>
            <pc:sldMasterMk cId="1751477069" sldId="2147483660"/>
            <pc:sldLayoutMk cId="2144323921" sldId="2147483671"/>
          </pc:sldLayoutMkLst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144323921" sldId="2147483671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39:38.912" v="472"/>
            <ac:spMkLst>
              <pc:docMk/>
              <pc:sldMasterMk cId="1751477069" sldId="2147483660"/>
              <pc:sldLayoutMk cId="2144323921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Gledis Guri" userId="83df82f3-47dd-4c7f-8014-681978acda03" providerId="ADAL" clId="{4ACBB8A1-FBE2-5251-858B-E09541376FB7}" dt="2025-10-29T23:40:50.869" v="564"/>
        <pc:sldMasterMkLst>
          <pc:docMk/>
          <pc:sldMasterMk cId="874423928" sldId="2147483672"/>
        </pc:sldMasterMkLst>
        <pc:spChg chg="mod">
          <ac:chgData name="Gledis Guri" userId="83df82f3-47dd-4c7f-8014-681978acda03" providerId="ADAL" clId="{4ACBB8A1-FBE2-5251-858B-E09541376FB7}" dt="2025-10-29T23:40:50.869" v="564"/>
          <ac:spMkLst>
            <pc:docMk/>
            <pc:sldMasterMk cId="874423928" sldId="2147483672"/>
            <ac:spMk id="2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0:50.869" v="564"/>
          <ac:spMkLst>
            <pc:docMk/>
            <pc:sldMasterMk cId="874423928" sldId="2147483672"/>
            <ac:spMk id="3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0:50.869" v="564"/>
          <ac:spMkLst>
            <pc:docMk/>
            <pc:sldMasterMk cId="874423928" sldId="2147483672"/>
            <ac:spMk id="4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0:50.869" v="564"/>
          <ac:spMkLst>
            <pc:docMk/>
            <pc:sldMasterMk cId="874423928" sldId="2147483672"/>
            <ac:spMk id="5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0:50.869" v="564"/>
          <ac:spMkLst>
            <pc:docMk/>
            <pc:sldMasterMk cId="874423928" sldId="2147483672"/>
            <ac:spMk id="6" creationId="{00000000-0000-0000-0000-000000000000}"/>
          </ac:spMkLst>
        </pc:sp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342211216" sldId="2147483673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342211216" sldId="2147483673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342211216" sldId="2147483673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1689891608" sldId="2147483675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689891608" sldId="2147483675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689891608" sldId="2147483675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3385751967" sldId="2147483676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3385751967" sldId="2147483676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3385751967" sldId="2147483676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1120386123" sldId="2147483677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120386123" sldId="2147483677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120386123" sldId="2147483677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120386123" sldId="2147483677"/>
              <ac:spMk id="4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120386123" sldId="2147483677"/>
              <ac:spMk id="5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1120386123" sldId="2147483677"/>
              <ac:spMk id="6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4242467989" sldId="2147483680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4242467989" sldId="2147483680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4242467989" sldId="2147483680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4242467989" sldId="2147483680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572492481" sldId="2147483681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572492481" sldId="2147483681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572492481" sldId="2147483681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572492481" sldId="2147483681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0:50.869" v="564"/>
          <pc:sldLayoutMkLst>
            <pc:docMk/>
            <pc:sldMasterMk cId="874423928" sldId="2147483672"/>
            <pc:sldLayoutMk cId="580936824" sldId="2147483683"/>
          </pc:sldLayoutMkLst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580936824" sldId="2147483683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0:50.869" v="564"/>
            <ac:spMkLst>
              <pc:docMk/>
              <pc:sldMasterMk cId="874423928" sldId="2147483672"/>
              <pc:sldLayoutMk cId="580936824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Gledis Guri" userId="83df82f3-47dd-4c7f-8014-681978acda03" providerId="ADAL" clId="{4ACBB8A1-FBE2-5251-858B-E09541376FB7}" dt="2025-10-29T23:47:43.499" v="894"/>
        <pc:sldMasterMkLst>
          <pc:docMk/>
          <pc:sldMasterMk cId="1039037500" sldId="2147483684"/>
        </pc:sldMasterMkLst>
        <pc:spChg chg="mod">
          <ac:chgData name="Gledis Guri" userId="83df82f3-47dd-4c7f-8014-681978acda03" providerId="ADAL" clId="{4ACBB8A1-FBE2-5251-858B-E09541376FB7}" dt="2025-10-29T23:47:43.499" v="894"/>
          <ac:spMkLst>
            <pc:docMk/>
            <pc:sldMasterMk cId="1039037500" sldId="2147483684"/>
            <ac:spMk id="2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43.499" v="894"/>
          <ac:spMkLst>
            <pc:docMk/>
            <pc:sldMasterMk cId="1039037500" sldId="2147483684"/>
            <ac:spMk id="3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43.499" v="894"/>
          <ac:spMkLst>
            <pc:docMk/>
            <pc:sldMasterMk cId="1039037500" sldId="2147483684"/>
            <ac:spMk id="4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43.499" v="894"/>
          <ac:spMkLst>
            <pc:docMk/>
            <pc:sldMasterMk cId="1039037500" sldId="2147483684"/>
            <ac:spMk id="5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43.499" v="894"/>
          <ac:spMkLst>
            <pc:docMk/>
            <pc:sldMasterMk cId="1039037500" sldId="2147483684"/>
            <ac:spMk id="6" creationId="{00000000-0000-0000-0000-000000000000}"/>
          </ac:spMkLst>
        </pc:sp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969936175" sldId="2147483685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969936175" sldId="2147483685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969936175" sldId="2147483685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1946562984" sldId="2147483687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946562984" sldId="2147483687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946562984" sldId="2147483687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3821369603" sldId="2147483688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3821369603" sldId="2147483688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3821369603" sldId="2147483688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1819425539" sldId="2147483689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819425539" sldId="2147483689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819425539" sldId="2147483689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819425539" sldId="2147483689"/>
              <ac:spMk id="4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819425539" sldId="2147483689"/>
              <ac:spMk id="5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819425539" sldId="2147483689"/>
              <ac:spMk id="6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2546134249" sldId="2147483692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2546134249" sldId="2147483692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2546134249" sldId="2147483692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2546134249" sldId="2147483692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141584398" sldId="2147483693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41584398" sldId="2147483693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41584398" sldId="2147483693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141584398" sldId="2147483693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43.499" v="894"/>
          <pc:sldLayoutMkLst>
            <pc:docMk/>
            <pc:sldMasterMk cId="1039037500" sldId="2147483684"/>
            <pc:sldLayoutMk cId="3896569070" sldId="2147483695"/>
          </pc:sldLayoutMkLst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3896569070" sldId="2147483695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43.499" v="894"/>
            <ac:spMkLst>
              <pc:docMk/>
              <pc:sldMasterMk cId="1039037500" sldId="2147483684"/>
              <pc:sldLayoutMk cId="3896569070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Gledis Guri" userId="83df82f3-47dd-4c7f-8014-681978acda03" providerId="ADAL" clId="{4ACBB8A1-FBE2-5251-858B-E09541376FB7}" dt="2025-10-29T23:47:57.579" v="902"/>
        <pc:sldMasterMkLst>
          <pc:docMk/>
          <pc:sldMasterMk cId="3452582484" sldId="2147483696"/>
        </pc:sldMasterMkLst>
        <pc:spChg chg="mod">
          <ac:chgData name="Gledis Guri" userId="83df82f3-47dd-4c7f-8014-681978acda03" providerId="ADAL" clId="{4ACBB8A1-FBE2-5251-858B-E09541376FB7}" dt="2025-10-29T23:47:57.579" v="902"/>
          <ac:spMkLst>
            <pc:docMk/>
            <pc:sldMasterMk cId="3452582484" sldId="2147483696"/>
            <ac:spMk id="2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57.579" v="902"/>
          <ac:spMkLst>
            <pc:docMk/>
            <pc:sldMasterMk cId="3452582484" sldId="2147483696"/>
            <ac:spMk id="3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57.579" v="902"/>
          <ac:spMkLst>
            <pc:docMk/>
            <pc:sldMasterMk cId="3452582484" sldId="2147483696"/>
            <ac:spMk id="4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57.579" v="902"/>
          <ac:spMkLst>
            <pc:docMk/>
            <pc:sldMasterMk cId="3452582484" sldId="2147483696"/>
            <ac:spMk id="5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7:57.579" v="902"/>
          <ac:spMkLst>
            <pc:docMk/>
            <pc:sldMasterMk cId="3452582484" sldId="2147483696"/>
            <ac:spMk id="6" creationId="{00000000-0000-0000-0000-000000000000}"/>
          </ac:spMkLst>
        </pc:sp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532484636" sldId="2147483697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532484636" sldId="2147483697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532484636" sldId="2147483697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3680168589" sldId="2147483699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680168589" sldId="2147483699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680168589" sldId="2147483699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3460552141" sldId="2147483700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460552141" sldId="2147483700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460552141" sldId="2147483700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3042636240" sldId="2147483701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042636240" sldId="2147483701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042636240" sldId="2147483701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042636240" sldId="2147483701"/>
              <ac:spMk id="4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042636240" sldId="2147483701"/>
              <ac:spMk id="5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042636240" sldId="2147483701"/>
              <ac:spMk id="6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971975991" sldId="2147483704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971975991" sldId="2147483704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971975991" sldId="2147483704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971975991" sldId="2147483704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3684931015" sldId="2147483705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684931015" sldId="2147483705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684931015" sldId="2147483705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3684931015" sldId="2147483705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7:57.579" v="902"/>
          <pc:sldLayoutMkLst>
            <pc:docMk/>
            <pc:sldMasterMk cId="3452582484" sldId="2147483696"/>
            <pc:sldLayoutMk cId="999743726" sldId="2147483707"/>
          </pc:sldLayoutMkLst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999743726" sldId="2147483707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7:57.579" v="902"/>
            <ac:spMkLst>
              <pc:docMk/>
              <pc:sldMasterMk cId="3452582484" sldId="2147483696"/>
              <pc:sldLayoutMk cId="999743726" sldId="2147483707"/>
              <ac:spMk id="3" creationId="{00000000-0000-0000-0000-000000000000}"/>
            </ac:spMkLst>
          </pc:spChg>
        </pc:sldLayoutChg>
      </pc:sldMasterChg>
      <pc:sldMasterChg chg="modSp modSldLayout">
        <pc:chgData name="Gledis Guri" userId="83df82f3-47dd-4c7f-8014-681978acda03" providerId="ADAL" clId="{4ACBB8A1-FBE2-5251-858B-E09541376FB7}" dt="2025-10-29T23:48:23.459" v="918"/>
        <pc:sldMasterMkLst>
          <pc:docMk/>
          <pc:sldMasterMk cId="624705748" sldId="2147483708"/>
        </pc:sldMasterMkLst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asterMk cId="624705748" sldId="2147483708"/>
            <ac:spMk id="2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asterMk cId="624705748" sldId="2147483708"/>
            <ac:spMk id="3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asterMk cId="624705748" sldId="2147483708"/>
            <ac:spMk id="4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asterMk cId="624705748" sldId="2147483708"/>
            <ac:spMk id="5" creationId="{00000000-0000-0000-0000-000000000000}"/>
          </ac:spMkLst>
        </pc:spChg>
        <pc:spChg chg="mod">
          <ac:chgData name="Gledis Guri" userId="83df82f3-47dd-4c7f-8014-681978acda03" providerId="ADAL" clId="{4ACBB8A1-FBE2-5251-858B-E09541376FB7}" dt="2025-10-29T23:48:23.459" v="918"/>
          <ac:spMkLst>
            <pc:docMk/>
            <pc:sldMasterMk cId="624705748" sldId="2147483708"/>
            <ac:spMk id="6" creationId="{00000000-0000-0000-0000-000000000000}"/>
          </ac:spMkLst>
        </pc:sp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4284706214" sldId="2147483709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4284706214" sldId="2147483709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4284706214" sldId="2147483709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3410050303" sldId="2147483711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410050303" sldId="2147483711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410050303" sldId="2147483711"/>
              <ac:spMk id="3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3596484759" sldId="2147483712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596484759" sldId="2147483712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596484759" sldId="2147483712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3330326409" sldId="2147483713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330326409" sldId="2147483713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330326409" sldId="2147483713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330326409" sldId="2147483713"/>
              <ac:spMk id="4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330326409" sldId="2147483713"/>
              <ac:spMk id="5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330326409" sldId="2147483713"/>
              <ac:spMk id="6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4003830788" sldId="2147483716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4003830788" sldId="2147483716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4003830788" sldId="2147483716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4003830788" sldId="2147483716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2996788638" sldId="2147483717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2996788638" sldId="2147483717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2996788638" sldId="2147483717"/>
              <ac:spMk id="3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2996788638" sldId="2147483717"/>
              <ac:spMk id="4" creationId="{00000000-0000-0000-0000-000000000000}"/>
            </ac:spMkLst>
          </pc:spChg>
        </pc:sldLayoutChg>
        <pc:sldLayoutChg chg="modSp">
          <pc:chgData name="Gledis Guri" userId="83df82f3-47dd-4c7f-8014-681978acda03" providerId="ADAL" clId="{4ACBB8A1-FBE2-5251-858B-E09541376FB7}" dt="2025-10-29T23:48:23.459" v="918"/>
          <pc:sldLayoutMkLst>
            <pc:docMk/>
            <pc:sldMasterMk cId="624705748" sldId="2147483708"/>
            <pc:sldLayoutMk cId="3608173818" sldId="2147483719"/>
          </pc:sldLayoutMkLst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608173818" sldId="2147483719"/>
              <ac:spMk id="2" creationId="{00000000-0000-0000-0000-000000000000}"/>
            </ac:spMkLst>
          </pc:spChg>
          <pc:spChg chg="mod">
            <ac:chgData name="Gledis Guri" userId="83df82f3-47dd-4c7f-8014-681978acda03" providerId="ADAL" clId="{4ACBB8A1-FBE2-5251-858B-E09541376FB7}" dt="2025-10-29T23:48:23.459" v="918"/>
            <ac:spMkLst>
              <pc:docMk/>
              <pc:sldMasterMk cId="624705748" sldId="2147483708"/>
              <pc:sldLayoutMk cId="3608173818" sldId="214748371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544B3-52A9-5C4C-9DC0-10052DB068A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1143000"/>
            <a:ext cx="5051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57D66-B86E-8A4F-8A9D-4ACADDF2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5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1pPr>
    <a:lvl2pPr marL="487467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2pPr>
    <a:lvl3pPr marL="974933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3pPr>
    <a:lvl4pPr marL="1462400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4pPr>
    <a:lvl5pPr marL="1949867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5pPr>
    <a:lvl6pPr marL="2437333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6pPr>
    <a:lvl7pPr marL="2924800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7pPr>
    <a:lvl8pPr marL="3412266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8pPr>
    <a:lvl9pPr marL="3899733" algn="l" defTabSz="974933" rtl="0" eaLnBrk="1" latinLnBrk="0" hangingPunct="1">
      <a:defRPr sz="12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57D66-B86E-8A4F-8A9D-4ACADDF260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9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867" y="1334105"/>
            <a:ext cx="10007204" cy="2838039"/>
          </a:xfrm>
        </p:spPr>
        <p:txBody>
          <a:bodyPr anchor="b"/>
          <a:lstStyle>
            <a:lvl1pPr algn="ctr">
              <a:defRPr sz="65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7867" y="4281589"/>
            <a:ext cx="10007204" cy="1968134"/>
          </a:xfrm>
        </p:spPr>
        <p:txBody>
          <a:bodyPr/>
          <a:lstStyle>
            <a:lvl1pPr marL="0" indent="0" algn="ctr">
              <a:buNone/>
              <a:defRPr sz="2627"/>
            </a:lvl1pPr>
            <a:lvl2pPr marL="500360" indent="0" algn="ctr">
              <a:buNone/>
              <a:defRPr sz="2189"/>
            </a:lvl2pPr>
            <a:lvl3pPr marL="1000719" indent="0" algn="ctr">
              <a:buNone/>
              <a:defRPr sz="1970"/>
            </a:lvl3pPr>
            <a:lvl4pPr marL="1501079" indent="0" algn="ctr">
              <a:buNone/>
              <a:defRPr sz="1751"/>
            </a:lvl4pPr>
            <a:lvl5pPr marL="2001439" indent="0" algn="ctr">
              <a:buNone/>
              <a:defRPr sz="1751"/>
            </a:lvl5pPr>
            <a:lvl6pPr marL="2501798" indent="0" algn="ctr">
              <a:buNone/>
              <a:defRPr sz="1751"/>
            </a:lvl6pPr>
            <a:lvl7pPr marL="3002158" indent="0" algn="ctr">
              <a:buNone/>
              <a:defRPr sz="1751"/>
            </a:lvl7pPr>
            <a:lvl8pPr marL="3502518" indent="0" algn="ctr">
              <a:buNone/>
              <a:defRPr sz="1751"/>
            </a:lvl8pPr>
            <a:lvl9pPr marL="4002877" indent="0" algn="ctr">
              <a:buNone/>
              <a:defRPr sz="17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4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4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378" y="2032294"/>
            <a:ext cx="11508284" cy="3390927"/>
          </a:xfrm>
        </p:spPr>
        <p:txBody>
          <a:bodyPr anchor="b"/>
          <a:lstStyle>
            <a:lvl1pPr>
              <a:defRPr sz="65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0378" y="5455300"/>
            <a:ext cx="11508284" cy="1783208"/>
          </a:xfrm>
        </p:spPr>
        <p:txBody>
          <a:bodyPr/>
          <a:lstStyle>
            <a:lvl1pPr marL="0" indent="0">
              <a:buNone/>
              <a:defRPr sz="2627">
                <a:solidFill>
                  <a:schemeClr val="tx1">
                    <a:tint val="82000"/>
                  </a:schemeClr>
                </a:solidFill>
              </a:defRPr>
            </a:lvl1pPr>
            <a:lvl2pPr marL="500360" indent="0">
              <a:buNone/>
              <a:defRPr sz="2189">
                <a:solidFill>
                  <a:schemeClr val="tx1">
                    <a:tint val="82000"/>
                  </a:schemeClr>
                </a:solidFill>
              </a:defRPr>
            </a:lvl2pPr>
            <a:lvl3pPr marL="1000719" indent="0">
              <a:buNone/>
              <a:defRPr sz="1970">
                <a:solidFill>
                  <a:schemeClr val="tx1">
                    <a:tint val="82000"/>
                  </a:schemeClr>
                </a:solidFill>
              </a:defRPr>
            </a:lvl3pPr>
            <a:lvl4pPr marL="1501079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4pPr>
            <a:lvl5pPr marL="2001439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5pPr>
            <a:lvl6pPr marL="2501798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6pPr>
            <a:lvl7pPr marL="3002158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7pPr>
            <a:lvl8pPr marL="3502518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8pPr>
            <a:lvl9pPr marL="4002877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1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7327" y="2170043"/>
            <a:ext cx="5670749" cy="517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4862" y="2170043"/>
            <a:ext cx="5670749" cy="517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4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065" y="434009"/>
            <a:ext cx="11508284" cy="1575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9065" y="1998327"/>
            <a:ext cx="5644688" cy="979349"/>
          </a:xfrm>
        </p:spPr>
        <p:txBody>
          <a:bodyPr anchor="b"/>
          <a:lstStyle>
            <a:lvl1pPr marL="0" indent="0">
              <a:buNone/>
              <a:defRPr sz="2627" b="1"/>
            </a:lvl1pPr>
            <a:lvl2pPr marL="500360" indent="0">
              <a:buNone/>
              <a:defRPr sz="2189" b="1"/>
            </a:lvl2pPr>
            <a:lvl3pPr marL="1000719" indent="0">
              <a:buNone/>
              <a:defRPr sz="1970" b="1"/>
            </a:lvl3pPr>
            <a:lvl4pPr marL="1501079" indent="0">
              <a:buNone/>
              <a:defRPr sz="1751" b="1"/>
            </a:lvl4pPr>
            <a:lvl5pPr marL="2001439" indent="0">
              <a:buNone/>
              <a:defRPr sz="1751" b="1"/>
            </a:lvl5pPr>
            <a:lvl6pPr marL="2501798" indent="0">
              <a:buNone/>
              <a:defRPr sz="1751" b="1"/>
            </a:lvl6pPr>
            <a:lvl7pPr marL="3002158" indent="0">
              <a:buNone/>
              <a:defRPr sz="1751" b="1"/>
            </a:lvl7pPr>
            <a:lvl8pPr marL="3502518" indent="0">
              <a:buNone/>
              <a:defRPr sz="1751" b="1"/>
            </a:lvl8pPr>
            <a:lvl9pPr marL="4002877" indent="0">
              <a:buNone/>
              <a:defRPr sz="17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9065" y="2977676"/>
            <a:ext cx="5644688" cy="4379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54862" y="1998327"/>
            <a:ext cx="5672487" cy="979349"/>
          </a:xfrm>
        </p:spPr>
        <p:txBody>
          <a:bodyPr anchor="b"/>
          <a:lstStyle>
            <a:lvl1pPr marL="0" indent="0">
              <a:buNone/>
              <a:defRPr sz="2627" b="1"/>
            </a:lvl1pPr>
            <a:lvl2pPr marL="500360" indent="0">
              <a:buNone/>
              <a:defRPr sz="2189" b="1"/>
            </a:lvl2pPr>
            <a:lvl3pPr marL="1000719" indent="0">
              <a:buNone/>
              <a:defRPr sz="1970" b="1"/>
            </a:lvl3pPr>
            <a:lvl4pPr marL="1501079" indent="0">
              <a:buNone/>
              <a:defRPr sz="1751" b="1"/>
            </a:lvl4pPr>
            <a:lvl5pPr marL="2001439" indent="0">
              <a:buNone/>
              <a:defRPr sz="1751" b="1"/>
            </a:lvl5pPr>
            <a:lvl6pPr marL="2501798" indent="0">
              <a:buNone/>
              <a:defRPr sz="1751" b="1"/>
            </a:lvl6pPr>
            <a:lvl7pPr marL="3002158" indent="0">
              <a:buNone/>
              <a:defRPr sz="1751" b="1"/>
            </a:lvl7pPr>
            <a:lvl8pPr marL="3502518" indent="0">
              <a:buNone/>
              <a:defRPr sz="1751" b="1"/>
            </a:lvl8pPr>
            <a:lvl9pPr marL="4002877" indent="0">
              <a:buNone/>
              <a:defRPr sz="17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54862" y="2977676"/>
            <a:ext cx="5672487" cy="4379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8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2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8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066" y="543454"/>
            <a:ext cx="4303444" cy="1902090"/>
          </a:xfrm>
        </p:spPr>
        <p:txBody>
          <a:bodyPr anchor="b"/>
          <a:lstStyle>
            <a:lvl1pPr>
              <a:defRPr sz="35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487" y="1173711"/>
            <a:ext cx="6754862" cy="5793071"/>
          </a:xfrm>
        </p:spPr>
        <p:txBody>
          <a:bodyPr/>
          <a:lstStyle>
            <a:lvl1pPr>
              <a:defRPr sz="3502"/>
            </a:lvl1pPr>
            <a:lvl2pPr>
              <a:defRPr sz="3064"/>
            </a:lvl2pPr>
            <a:lvl3pPr>
              <a:defRPr sz="2627"/>
            </a:lvl3pPr>
            <a:lvl4pPr>
              <a:defRPr sz="2189"/>
            </a:lvl4pPr>
            <a:lvl5pPr>
              <a:defRPr sz="2189"/>
            </a:lvl5pPr>
            <a:lvl6pPr>
              <a:defRPr sz="2189"/>
            </a:lvl6pPr>
            <a:lvl7pPr>
              <a:defRPr sz="2189"/>
            </a:lvl7pPr>
            <a:lvl8pPr>
              <a:defRPr sz="2189"/>
            </a:lvl8pPr>
            <a:lvl9pPr>
              <a:defRPr sz="21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9066" y="2445544"/>
            <a:ext cx="4303444" cy="4530673"/>
          </a:xfrm>
        </p:spPr>
        <p:txBody>
          <a:bodyPr/>
          <a:lstStyle>
            <a:lvl1pPr marL="0" indent="0">
              <a:buNone/>
              <a:defRPr sz="1751"/>
            </a:lvl1pPr>
            <a:lvl2pPr marL="500360" indent="0">
              <a:buNone/>
              <a:defRPr sz="1532"/>
            </a:lvl2pPr>
            <a:lvl3pPr marL="1000719" indent="0">
              <a:buNone/>
              <a:defRPr sz="1313"/>
            </a:lvl3pPr>
            <a:lvl4pPr marL="1501079" indent="0">
              <a:buNone/>
              <a:defRPr sz="1094"/>
            </a:lvl4pPr>
            <a:lvl5pPr marL="2001439" indent="0">
              <a:buNone/>
              <a:defRPr sz="1094"/>
            </a:lvl5pPr>
            <a:lvl6pPr marL="2501798" indent="0">
              <a:buNone/>
              <a:defRPr sz="1094"/>
            </a:lvl6pPr>
            <a:lvl7pPr marL="3002158" indent="0">
              <a:buNone/>
              <a:defRPr sz="1094"/>
            </a:lvl7pPr>
            <a:lvl8pPr marL="3502518" indent="0">
              <a:buNone/>
              <a:defRPr sz="1094"/>
            </a:lvl8pPr>
            <a:lvl9pPr marL="4002877" indent="0">
              <a:buNone/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3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066" y="543454"/>
            <a:ext cx="4303444" cy="1902090"/>
          </a:xfrm>
        </p:spPr>
        <p:txBody>
          <a:bodyPr anchor="b"/>
          <a:lstStyle>
            <a:lvl1pPr>
              <a:defRPr sz="35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72487" y="1173711"/>
            <a:ext cx="6754862" cy="5793071"/>
          </a:xfrm>
        </p:spPr>
        <p:txBody>
          <a:bodyPr anchor="t"/>
          <a:lstStyle>
            <a:lvl1pPr marL="0" indent="0">
              <a:buNone/>
              <a:defRPr sz="3502"/>
            </a:lvl1pPr>
            <a:lvl2pPr marL="500360" indent="0">
              <a:buNone/>
              <a:defRPr sz="3064"/>
            </a:lvl2pPr>
            <a:lvl3pPr marL="1000719" indent="0">
              <a:buNone/>
              <a:defRPr sz="2627"/>
            </a:lvl3pPr>
            <a:lvl4pPr marL="1501079" indent="0">
              <a:buNone/>
              <a:defRPr sz="2189"/>
            </a:lvl4pPr>
            <a:lvl5pPr marL="2001439" indent="0">
              <a:buNone/>
              <a:defRPr sz="2189"/>
            </a:lvl5pPr>
            <a:lvl6pPr marL="2501798" indent="0">
              <a:buNone/>
              <a:defRPr sz="2189"/>
            </a:lvl6pPr>
            <a:lvl7pPr marL="3002158" indent="0">
              <a:buNone/>
              <a:defRPr sz="2189"/>
            </a:lvl7pPr>
            <a:lvl8pPr marL="3502518" indent="0">
              <a:buNone/>
              <a:defRPr sz="2189"/>
            </a:lvl8pPr>
            <a:lvl9pPr marL="4002877" indent="0">
              <a:buNone/>
              <a:defRPr sz="21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9066" y="2445544"/>
            <a:ext cx="4303444" cy="4530673"/>
          </a:xfrm>
        </p:spPr>
        <p:txBody>
          <a:bodyPr/>
          <a:lstStyle>
            <a:lvl1pPr marL="0" indent="0">
              <a:buNone/>
              <a:defRPr sz="1751"/>
            </a:lvl1pPr>
            <a:lvl2pPr marL="500360" indent="0">
              <a:buNone/>
              <a:defRPr sz="1532"/>
            </a:lvl2pPr>
            <a:lvl3pPr marL="1000719" indent="0">
              <a:buNone/>
              <a:defRPr sz="1313"/>
            </a:lvl3pPr>
            <a:lvl4pPr marL="1501079" indent="0">
              <a:buNone/>
              <a:defRPr sz="1094"/>
            </a:lvl4pPr>
            <a:lvl5pPr marL="2001439" indent="0">
              <a:buNone/>
              <a:defRPr sz="1094"/>
            </a:lvl5pPr>
            <a:lvl6pPr marL="2501798" indent="0">
              <a:buNone/>
              <a:defRPr sz="1094"/>
            </a:lvl6pPr>
            <a:lvl7pPr marL="3002158" indent="0">
              <a:buNone/>
              <a:defRPr sz="1094"/>
            </a:lvl7pPr>
            <a:lvl8pPr marL="3502518" indent="0">
              <a:buNone/>
              <a:defRPr sz="1094"/>
            </a:lvl8pPr>
            <a:lvl9pPr marL="4002877" indent="0">
              <a:buNone/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3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4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48540" y="434008"/>
            <a:ext cx="2877071" cy="69082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7327" y="434008"/>
            <a:ext cx="8464426" cy="69082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7327" y="434009"/>
            <a:ext cx="11508284" cy="1575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327" y="2170043"/>
            <a:ext cx="11508284" cy="5172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7327" y="7555523"/>
            <a:ext cx="3002161" cy="434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20196-1B58-E641-A903-D49BF805FE2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9848" y="7555523"/>
            <a:ext cx="4503242" cy="434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23450" y="7555523"/>
            <a:ext cx="3002161" cy="434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2E6F0-2273-304A-B0D4-60514CD36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00719" rtl="0" eaLnBrk="1" latinLnBrk="0" hangingPunct="1">
        <a:lnSpc>
          <a:spcPct val="90000"/>
        </a:lnSpc>
        <a:spcBef>
          <a:spcPct val="0"/>
        </a:spcBef>
        <a:buNone/>
        <a:defRPr sz="4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180" indent="-250180" algn="l" defTabSz="1000719" rtl="0" eaLnBrk="1" latinLnBrk="0" hangingPunct="1">
        <a:lnSpc>
          <a:spcPct val="90000"/>
        </a:lnSpc>
        <a:spcBef>
          <a:spcPts val="1094"/>
        </a:spcBef>
        <a:buFont typeface="Arial" panose="020B0604020202020204" pitchFamily="34" charset="0"/>
        <a:buChar char="•"/>
        <a:defRPr sz="3064" kern="1200">
          <a:solidFill>
            <a:schemeClr val="tx1"/>
          </a:solidFill>
          <a:latin typeface="+mn-lt"/>
          <a:ea typeface="+mn-ea"/>
          <a:cs typeface="+mn-cs"/>
        </a:defRPr>
      </a:lvl1pPr>
      <a:lvl2pPr marL="750540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2627" kern="1200">
          <a:solidFill>
            <a:schemeClr val="tx1"/>
          </a:solidFill>
          <a:latin typeface="+mn-lt"/>
          <a:ea typeface="+mn-ea"/>
          <a:cs typeface="+mn-cs"/>
        </a:defRPr>
      </a:lvl2pPr>
      <a:lvl3pPr marL="1250899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2189" kern="1200">
          <a:solidFill>
            <a:schemeClr val="tx1"/>
          </a:solidFill>
          <a:latin typeface="+mn-lt"/>
          <a:ea typeface="+mn-ea"/>
          <a:cs typeface="+mn-cs"/>
        </a:defRPr>
      </a:lvl3pPr>
      <a:lvl4pPr marL="1751259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4pPr>
      <a:lvl5pPr marL="2251619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5pPr>
      <a:lvl6pPr marL="2751978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6pPr>
      <a:lvl7pPr marL="3252338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7pPr>
      <a:lvl8pPr marL="3752698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8pPr>
      <a:lvl9pPr marL="4253057" indent="-250180" algn="l" defTabSz="1000719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1pPr>
      <a:lvl2pPr marL="500360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2pPr>
      <a:lvl3pPr marL="1000719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3pPr>
      <a:lvl4pPr marL="1501079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4pPr>
      <a:lvl5pPr marL="2001439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5pPr>
      <a:lvl6pPr marL="2501798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6pPr>
      <a:lvl7pPr marL="3002158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7pPr>
      <a:lvl8pPr marL="3502518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8pPr>
      <a:lvl9pPr marL="4002877" algn="l" defTabSz="1000719" rtl="0" eaLnBrk="1" latinLnBrk="0" hangingPunct="1">
        <a:defRPr sz="19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C369CAAE-47D0-2E9C-1289-81C32B2DA36E}"/>
              </a:ext>
            </a:extLst>
          </p:cNvPr>
          <p:cNvSpPr/>
          <p:nvPr/>
        </p:nvSpPr>
        <p:spPr>
          <a:xfrm>
            <a:off x="-134754" y="-1"/>
            <a:ext cx="13477692" cy="81518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710E2DB-5461-B96E-8F04-5ED60806E5C1}"/>
              </a:ext>
            </a:extLst>
          </p:cNvPr>
          <p:cNvSpPr/>
          <p:nvPr/>
        </p:nvSpPr>
        <p:spPr>
          <a:xfrm>
            <a:off x="6364464" y="3819816"/>
            <a:ext cx="8084528" cy="64632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23DF83-2216-3C85-CA43-DB69A12ECBE5}"/>
              </a:ext>
            </a:extLst>
          </p:cNvPr>
          <p:cNvSpPr/>
          <p:nvPr/>
        </p:nvSpPr>
        <p:spPr>
          <a:xfrm>
            <a:off x="6235337" y="2311158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3210729-CD88-3D8D-7115-350EA94A2603}"/>
              </a:ext>
            </a:extLst>
          </p:cNvPr>
          <p:cNvSpPr/>
          <p:nvPr/>
        </p:nvSpPr>
        <p:spPr>
          <a:xfrm>
            <a:off x="5987478" y="2496187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31FF5-091E-F3F1-F094-35B1DD6BE927}"/>
              </a:ext>
            </a:extLst>
          </p:cNvPr>
          <p:cNvSpPr/>
          <p:nvPr/>
        </p:nvSpPr>
        <p:spPr>
          <a:xfrm>
            <a:off x="1740464" y="2351183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D93E74-8FF1-9C97-B168-BAF1864BEE49}"/>
              </a:ext>
            </a:extLst>
          </p:cNvPr>
          <p:cNvSpPr/>
          <p:nvPr/>
        </p:nvSpPr>
        <p:spPr>
          <a:xfrm>
            <a:off x="1492605" y="2536212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8BC28-2315-D285-78DB-E39BED5B05E8}"/>
              </a:ext>
            </a:extLst>
          </p:cNvPr>
          <p:cNvSpPr/>
          <p:nvPr/>
        </p:nvSpPr>
        <p:spPr>
          <a:xfrm>
            <a:off x="76602" y="487640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B6291-0610-1BBF-91EA-F31B4213CCF8}"/>
              </a:ext>
            </a:extLst>
          </p:cNvPr>
          <p:cNvSpPr txBox="1"/>
          <p:nvPr/>
        </p:nvSpPr>
        <p:spPr>
          <a:xfrm>
            <a:off x="353489" y="489259"/>
            <a:ext cx="1341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Generated </a:t>
            </a:r>
          </a:p>
          <a:p>
            <a:pPr algn="ctr"/>
            <a:r>
              <a:rPr lang="en-US" dirty="0"/>
              <a:t>spatial field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B01450-EC19-615D-CEDC-31B66C5ABFC7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036722" y="1140777"/>
            <a:ext cx="2548" cy="268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6A5E25C-31FF-018B-4B20-51C2552638C5}"/>
              </a:ext>
            </a:extLst>
          </p:cNvPr>
          <p:cNvSpPr/>
          <p:nvPr/>
        </p:nvSpPr>
        <p:spPr>
          <a:xfrm>
            <a:off x="7615588" y="4038912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76946D-3295-C638-23AC-2FD3D52D375F}"/>
              </a:ext>
            </a:extLst>
          </p:cNvPr>
          <p:cNvSpPr txBox="1"/>
          <p:nvPr/>
        </p:nvSpPr>
        <p:spPr>
          <a:xfrm>
            <a:off x="7668056" y="4039039"/>
            <a:ext cx="179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Unknown </a:t>
            </a:r>
          </a:p>
          <a:p>
            <a:pPr algn="ctr"/>
            <a:r>
              <a:rPr lang="en-US" dirty="0"/>
              <a:t>true spatial field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85943A-856B-4A29-9D9A-AF8AC4D6BAB1}"/>
              </a:ext>
            </a:extLst>
          </p:cNvPr>
          <p:cNvSpPr/>
          <p:nvPr/>
        </p:nvSpPr>
        <p:spPr>
          <a:xfrm>
            <a:off x="7648143" y="4969696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DD5F-4326-7EEC-FA42-309D71DBC8EA}"/>
              </a:ext>
            </a:extLst>
          </p:cNvPr>
          <p:cNvSpPr txBox="1"/>
          <p:nvPr/>
        </p:nvSpPr>
        <p:spPr>
          <a:xfrm>
            <a:off x="7615588" y="5109809"/>
            <a:ext cx="1985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sampling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22839F-96E3-E7DE-D293-EA830648C862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9568388" y="5292987"/>
            <a:ext cx="655695" cy="1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5DD8408-1556-736A-E990-11A8EB0B4BD1}"/>
              </a:ext>
            </a:extLst>
          </p:cNvPr>
          <p:cNvSpPr/>
          <p:nvPr/>
        </p:nvSpPr>
        <p:spPr>
          <a:xfrm>
            <a:off x="6088877" y="1409695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51C0E8-DCB6-37AC-1490-7731A5D1EE3A}"/>
              </a:ext>
            </a:extLst>
          </p:cNvPr>
          <p:cNvSpPr txBox="1"/>
          <p:nvPr/>
        </p:nvSpPr>
        <p:spPr>
          <a:xfrm>
            <a:off x="6056327" y="1542153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FAD09D-445B-865B-E399-8A4391A1A87F}"/>
              </a:ext>
            </a:extLst>
          </p:cNvPr>
          <p:cNvSpPr/>
          <p:nvPr/>
        </p:nvSpPr>
        <p:spPr>
          <a:xfrm>
            <a:off x="5579055" y="2700598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E3FE0F0-A441-D1CC-171D-2BD86536CC5E}"/>
              </a:ext>
            </a:extLst>
          </p:cNvPr>
          <p:cNvSpPr/>
          <p:nvPr/>
        </p:nvSpPr>
        <p:spPr>
          <a:xfrm>
            <a:off x="5272135" y="2902954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137226-378C-5203-4D02-EFC36A5C5BD7}"/>
              </a:ext>
            </a:extLst>
          </p:cNvPr>
          <p:cNvSpPr/>
          <p:nvPr/>
        </p:nvSpPr>
        <p:spPr>
          <a:xfrm>
            <a:off x="4867518" y="3117214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482F87-6863-CD1E-D427-AE3AF5D7616D}"/>
              </a:ext>
            </a:extLst>
          </p:cNvPr>
          <p:cNvSpPr txBox="1"/>
          <p:nvPr/>
        </p:nvSpPr>
        <p:spPr>
          <a:xfrm>
            <a:off x="4834968" y="3249672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C2D6C77-CB56-E276-F931-CB04651AC717}"/>
              </a:ext>
            </a:extLst>
          </p:cNvPr>
          <p:cNvCxnSpPr>
            <a:cxnSpLocks/>
          </p:cNvCxnSpPr>
          <p:nvPr/>
        </p:nvCxnSpPr>
        <p:spPr>
          <a:xfrm>
            <a:off x="4008000" y="3313055"/>
            <a:ext cx="827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ight Brace 58">
            <a:extLst>
              <a:ext uri="{FF2B5EF4-FFF2-40B4-BE49-F238E27FC236}">
                <a16:creationId xmlns:a16="http://schemas.microsoft.com/office/drawing/2014/main" id="{1405F162-3842-83B0-A64F-1D131049C9B8}"/>
              </a:ext>
            </a:extLst>
          </p:cNvPr>
          <p:cNvSpPr/>
          <p:nvPr/>
        </p:nvSpPr>
        <p:spPr>
          <a:xfrm>
            <a:off x="3741623" y="2288920"/>
            <a:ext cx="212651" cy="1431851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062492-DAFB-045E-D8FF-956B901B429F}"/>
              </a:ext>
            </a:extLst>
          </p:cNvPr>
          <p:cNvSpPr/>
          <p:nvPr/>
        </p:nvSpPr>
        <p:spPr>
          <a:xfrm>
            <a:off x="10256633" y="4975859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3A17B5-6EC3-1983-EA2F-419F82539A98}"/>
              </a:ext>
            </a:extLst>
          </p:cNvPr>
          <p:cNvSpPr txBox="1"/>
          <p:nvPr/>
        </p:nvSpPr>
        <p:spPr>
          <a:xfrm>
            <a:off x="10224083" y="5108317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991E42B-2096-B8C8-B72B-58415AF0E872}"/>
              </a:ext>
            </a:extLst>
          </p:cNvPr>
          <p:cNvSpPr/>
          <p:nvPr/>
        </p:nvSpPr>
        <p:spPr>
          <a:xfrm>
            <a:off x="10276611" y="6385398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496019-3FF7-31B0-4F31-108D9D95FD06}"/>
              </a:ext>
            </a:extLst>
          </p:cNvPr>
          <p:cNvSpPr txBox="1"/>
          <p:nvPr/>
        </p:nvSpPr>
        <p:spPr>
          <a:xfrm>
            <a:off x="10244061" y="6517856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EF6B9225-3044-8DB7-759B-CD4A014F0976}"/>
              </a:ext>
            </a:extLst>
          </p:cNvPr>
          <p:cNvSpPr/>
          <p:nvPr/>
        </p:nvSpPr>
        <p:spPr>
          <a:xfrm>
            <a:off x="8215428" y="1664721"/>
            <a:ext cx="399606" cy="1030446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33BEFD-3829-D67B-8049-33315AFC2029}"/>
              </a:ext>
            </a:extLst>
          </p:cNvPr>
          <p:cNvSpPr/>
          <p:nvPr/>
        </p:nvSpPr>
        <p:spPr>
          <a:xfrm>
            <a:off x="8699463" y="1910503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9C0873-2E67-C301-B46F-10EA49FF5F74}"/>
              </a:ext>
            </a:extLst>
          </p:cNvPr>
          <p:cNvSpPr txBox="1"/>
          <p:nvPr/>
        </p:nvSpPr>
        <p:spPr>
          <a:xfrm>
            <a:off x="8734723" y="1896854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endParaRPr lang="en-US" sz="2000" dirty="0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F8BAE2B9-00AF-BF86-90AA-5E50B1E970D2}"/>
              </a:ext>
            </a:extLst>
          </p:cNvPr>
          <p:cNvSpPr/>
          <p:nvPr/>
        </p:nvSpPr>
        <p:spPr>
          <a:xfrm>
            <a:off x="12369815" y="5218276"/>
            <a:ext cx="311304" cy="1330698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196E0D-A117-99C0-B53D-D7D27F3D36CC}"/>
              </a:ext>
            </a:extLst>
          </p:cNvPr>
          <p:cNvSpPr/>
          <p:nvPr/>
        </p:nvSpPr>
        <p:spPr>
          <a:xfrm>
            <a:off x="12752548" y="5623186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F6E7A9-32CE-480B-21F7-443673BC4F97}"/>
              </a:ext>
            </a:extLst>
          </p:cNvPr>
          <p:cNvSpPr txBox="1"/>
          <p:nvPr/>
        </p:nvSpPr>
        <p:spPr>
          <a:xfrm>
            <a:off x="12787808" y="5609537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endParaRPr lang="en-US" sz="2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7847AD-4E47-4CB2-2B0F-FDE207FD82D3}"/>
              </a:ext>
            </a:extLst>
          </p:cNvPr>
          <p:cNvSpPr/>
          <p:nvPr/>
        </p:nvSpPr>
        <p:spPr>
          <a:xfrm>
            <a:off x="1232474" y="272935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6138FD-B672-D8D6-65C7-F420EC2BEF52}"/>
              </a:ext>
            </a:extLst>
          </p:cNvPr>
          <p:cNvSpPr/>
          <p:nvPr/>
        </p:nvSpPr>
        <p:spPr>
          <a:xfrm>
            <a:off x="925554" y="2931711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46FA36-9F27-54CF-ADDD-68201DDE2650}"/>
              </a:ext>
            </a:extLst>
          </p:cNvPr>
          <p:cNvSpPr/>
          <p:nvPr/>
        </p:nvSpPr>
        <p:spPr>
          <a:xfrm>
            <a:off x="520937" y="3145971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755E36-D116-05D1-CCF7-5C2984F9ABB6}"/>
              </a:ext>
            </a:extLst>
          </p:cNvPr>
          <p:cNvSpPr txBox="1"/>
          <p:nvPr/>
        </p:nvSpPr>
        <p:spPr>
          <a:xfrm>
            <a:off x="534668" y="3223359"/>
            <a:ext cx="193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thinning scenarios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2C401E-ED08-07EF-8328-EF60D5A8FCA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36806" y="2062838"/>
            <a:ext cx="302464" cy="1046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7FD5699-105E-97C3-6F25-3EEC7B6152DD}"/>
              </a:ext>
            </a:extLst>
          </p:cNvPr>
          <p:cNvSpPr/>
          <p:nvPr/>
        </p:nvSpPr>
        <p:spPr>
          <a:xfrm>
            <a:off x="79150" y="140969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A2089-3BD9-E174-E440-9B3915234459}"/>
              </a:ext>
            </a:extLst>
          </p:cNvPr>
          <p:cNvSpPr txBox="1"/>
          <p:nvPr/>
        </p:nvSpPr>
        <p:spPr>
          <a:xfrm>
            <a:off x="46595" y="1542153"/>
            <a:ext cx="1985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sampling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686430-6E9D-64F1-E443-50A4C6145762}"/>
              </a:ext>
            </a:extLst>
          </p:cNvPr>
          <p:cNvSpPr txBox="1"/>
          <p:nvPr/>
        </p:nvSpPr>
        <p:spPr>
          <a:xfrm>
            <a:off x="1351273" y="1382134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N=3000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A6313A-1E0F-1FFD-5710-CB570E9DB10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39270" y="2062838"/>
            <a:ext cx="32556" cy="868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9ABB2E-C567-252D-C175-35023E57D416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39270" y="2062838"/>
            <a:ext cx="296870" cy="661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FC0C78-C609-55BF-056B-A07D2397621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39276" y="2062838"/>
            <a:ext cx="509977" cy="468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2C7CAF-D387-DC43-FD77-030ADA159D5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39270" y="2062838"/>
            <a:ext cx="674690" cy="322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899847D-EED1-101B-5CAA-9EA8CEB22CBB}"/>
              </a:ext>
            </a:extLst>
          </p:cNvPr>
          <p:cNvSpPr txBox="1"/>
          <p:nvPr/>
        </p:nvSpPr>
        <p:spPr>
          <a:xfrm>
            <a:off x="1871724" y="308477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N=200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BEA90D-6F23-AD00-D70F-1B7C22AA788D}"/>
              </a:ext>
            </a:extLst>
          </p:cNvPr>
          <p:cNvSpPr txBox="1"/>
          <p:nvPr/>
        </p:nvSpPr>
        <p:spPr>
          <a:xfrm>
            <a:off x="2266560" y="2900107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35</a:t>
            </a:r>
            <a:r>
              <a:rPr lang="en-US" sz="12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2C9CA4-17F2-F935-D698-BBA60A03CDAC}"/>
              </a:ext>
            </a:extLst>
          </p:cNvPr>
          <p:cNvSpPr txBox="1"/>
          <p:nvPr/>
        </p:nvSpPr>
        <p:spPr>
          <a:xfrm>
            <a:off x="2581509" y="269517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N=600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5DA53E-D3FE-4A56-7D4B-44CE67CC25B6}"/>
              </a:ext>
            </a:extLst>
          </p:cNvPr>
          <p:cNvSpPr txBox="1"/>
          <p:nvPr/>
        </p:nvSpPr>
        <p:spPr>
          <a:xfrm>
            <a:off x="2766497" y="2496187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100</a:t>
            </a:r>
            <a:r>
              <a:rPr lang="en-US" sz="1200" dirty="0"/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488E57-6706-F8E1-215E-F0D79C9C2F32}"/>
              </a:ext>
            </a:extLst>
          </p:cNvPr>
          <p:cNvSpPr txBox="1"/>
          <p:nvPr/>
        </p:nvSpPr>
        <p:spPr>
          <a:xfrm>
            <a:off x="3015605" y="2298085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N=2</a:t>
            </a:r>
            <a:r>
              <a:rPr lang="el-GR" sz="1200" dirty="0"/>
              <a:t>0</a:t>
            </a:r>
            <a:r>
              <a:rPr lang="en-US" sz="1200" dirty="0"/>
              <a:t>00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5781AA9-8469-B2A7-9CD5-92F5433645E1}"/>
              </a:ext>
            </a:extLst>
          </p:cNvPr>
          <p:cNvCxnSpPr>
            <a:cxnSpLocks/>
            <a:stCxn id="11" idx="3"/>
            <a:endCxn id="33" idx="1"/>
          </p:cNvCxnSpPr>
          <p:nvPr/>
        </p:nvCxnSpPr>
        <p:spPr>
          <a:xfrm>
            <a:off x="2031947" y="1726819"/>
            <a:ext cx="40243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C8FA76B-47E5-C758-48DC-4E82BEF3A5E4}"/>
              </a:ext>
            </a:extLst>
          </p:cNvPr>
          <p:cNvCxnSpPr>
            <a:cxnSpLocks/>
          </p:cNvCxnSpPr>
          <p:nvPr/>
        </p:nvCxnSpPr>
        <p:spPr>
          <a:xfrm>
            <a:off x="2643002" y="3602226"/>
            <a:ext cx="0" cy="2264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70C5602-AF39-E4CB-B34B-858327384F70}"/>
              </a:ext>
            </a:extLst>
          </p:cNvPr>
          <p:cNvSpPr/>
          <p:nvPr/>
        </p:nvSpPr>
        <p:spPr>
          <a:xfrm>
            <a:off x="1171015" y="5912827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66C98C6-8C4F-8D6A-1AA0-4C72FD66A6E5}"/>
              </a:ext>
            </a:extLst>
          </p:cNvPr>
          <p:cNvSpPr/>
          <p:nvPr/>
        </p:nvSpPr>
        <p:spPr>
          <a:xfrm>
            <a:off x="1036070" y="60882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F61853-71AA-5AFE-1B6E-DF32B8DB06FA}"/>
              </a:ext>
            </a:extLst>
          </p:cNvPr>
          <p:cNvSpPr/>
          <p:nvPr/>
        </p:nvSpPr>
        <p:spPr>
          <a:xfrm>
            <a:off x="924310" y="62406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86D3B40-68A5-3A90-B610-BB74487BEEA1}"/>
              </a:ext>
            </a:extLst>
          </p:cNvPr>
          <p:cNvSpPr/>
          <p:nvPr/>
        </p:nvSpPr>
        <p:spPr>
          <a:xfrm>
            <a:off x="802390" y="63930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AE81F8-00CB-1BBD-B6DC-EE342DDB74A8}"/>
              </a:ext>
            </a:extLst>
          </p:cNvPr>
          <p:cNvSpPr/>
          <p:nvPr/>
        </p:nvSpPr>
        <p:spPr>
          <a:xfrm>
            <a:off x="670310" y="65454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7630922-8A54-D0C3-A643-65985250E3DD}"/>
              </a:ext>
            </a:extLst>
          </p:cNvPr>
          <p:cNvSpPr/>
          <p:nvPr/>
        </p:nvSpPr>
        <p:spPr>
          <a:xfrm>
            <a:off x="7612009" y="5942338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FC810EF-A046-2988-6C75-0DD66DF4D299}"/>
              </a:ext>
            </a:extLst>
          </p:cNvPr>
          <p:cNvSpPr/>
          <p:nvPr/>
        </p:nvSpPr>
        <p:spPr>
          <a:xfrm>
            <a:off x="7477064" y="61261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D016054-5D32-D1A6-E795-6169C505E7BD}"/>
              </a:ext>
            </a:extLst>
          </p:cNvPr>
          <p:cNvSpPr/>
          <p:nvPr/>
        </p:nvSpPr>
        <p:spPr>
          <a:xfrm>
            <a:off x="7365304" y="62785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E727547-5CE9-6A1C-30DF-E4BF8151B525}"/>
              </a:ext>
            </a:extLst>
          </p:cNvPr>
          <p:cNvSpPr/>
          <p:nvPr/>
        </p:nvSpPr>
        <p:spPr>
          <a:xfrm>
            <a:off x="7243384" y="64309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CAF085A-F2DF-4181-FD61-978FFFAB2DE8}"/>
              </a:ext>
            </a:extLst>
          </p:cNvPr>
          <p:cNvSpPr/>
          <p:nvPr/>
        </p:nvSpPr>
        <p:spPr>
          <a:xfrm>
            <a:off x="7111304" y="65833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F2B6B43-0283-98E6-535F-FD82F32D8B9B}"/>
              </a:ext>
            </a:extLst>
          </p:cNvPr>
          <p:cNvCxnSpPr>
            <a:cxnSpLocks/>
          </p:cNvCxnSpPr>
          <p:nvPr/>
        </p:nvCxnSpPr>
        <p:spPr>
          <a:xfrm>
            <a:off x="8575774" y="5668936"/>
            <a:ext cx="0" cy="214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6783D07B-C9E0-1651-1C1B-9042C83A60B3}"/>
              </a:ext>
            </a:extLst>
          </p:cNvPr>
          <p:cNvSpPr/>
          <p:nvPr/>
        </p:nvSpPr>
        <p:spPr>
          <a:xfrm>
            <a:off x="9547760" y="5896049"/>
            <a:ext cx="212651" cy="1188039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1715215-7868-A4A4-D494-9A7FF572457B}"/>
              </a:ext>
            </a:extLst>
          </p:cNvPr>
          <p:cNvCxnSpPr>
            <a:cxnSpLocks/>
          </p:cNvCxnSpPr>
          <p:nvPr/>
        </p:nvCxnSpPr>
        <p:spPr>
          <a:xfrm>
            <a:off x="9807267" y="6736246"/>
            <a:ext cx="376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111E7D29-B58B-5219-1B05-7186947EBCDB}"/>
              </a:ext>
            </a:extLst>
          </p:cNvPr>
          <p:cNvSpPr txBox="1"/>
          <p:nvPr/>
        </p:nvSpPr>
        <p:spPr>
          <a:xfrm>
            <a:off x="8996540" y="494128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N=350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D98AE85-FACE-3808-8F8F-F30EA2B2B92C}"/>
              </a:ext>
            </a:extLst>
          </p:cNvPr>
          <p:cNvSpPr/>
          <p:nvPr/>
        </p:nvSpPr>
        <p:spPr>
          <a:xfrm>
            <a:off x="3829149" y="6412981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29DCE43-CD9D-665A-5DA1-9DA1F4F45167}"/>
              </a:ext>
            </a:extLst>
          </p:cNvPr>
          <p:cNvSpPr txBox="1"/>
          <p:nvPr/>
        </p:nvSpPr>
        <p:spPr>
          <a:xfrm>
            <a:off x="3796599" y="6545439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EC46A7F5-1F7C-93C5-07F6-11B7A6447095}"/>
              </a:ext>
            </a:extLst>
          </p:cNvPr>
          <p:cNvSpPr/>
          <p:nvPr/>
        </p:nvSpPr>
        <p:spPr>
          <a:xfrm>
            <a:off x="3100298" y="5923632"/>
            <a:ext cx="212651" cy="1188039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4E32D8C-01BF-F675-EDD0-81304696F94D}"/>
              </a:ext>
            </a:extLst>
          </p:cNvPr>
          <p:cNvCxnSpPr>
            <a:cxnSpLocks/>
          </p:cNvCxnSpPr>
          <p:nvPr/>
        </p:nvCxnSpPr>
        <p:spPr>
          <a:xfrm>
            <a:off x="3359805" y="6763829"/>
            <a:ext cx="376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>
            <a:extLst>
              <a:ext uri="{FF2B5EF4-FFF2-40B4-BE49-F238E27FC236}">
                <a16:creationId xmlns:a16="http://schemas.microsoft.com/office/drawing/2014/main" id="{C92C5FF2-6FD1-7D28-E506-20797A7E5062}"/>
              </a:ext>
            </a:extLst>
          </p:cNvPr>
          <p:cNvSpPr/>
          <p:nvPr/>
        </p:nvSpPr>
        <p:spPr>
          <a:xfrm rot="5400000">
            <a:off x="7791016" y="4455685"/>
            <a:ext cx="539750" cy="5823844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C270442-E5B6-5A25-A927-8AA7E681428C}"/>
              </a:ext>
            </a:extLst>
          </p:cNvPr>
          <p:cNvSpPr/>
          <p:nvPr/>
        </p:nvSpPr>
        <p:spPr>
          <a:xfrm>
            <a:off x="7994695" y="7692244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E4D1CC5-2C8F-636E-6E03-995706A0CDEE}"/>
              </a:ext>
            </a:extLst>
          </p:cNvPr>
          <p:cNvSpPr txBox="1"/>
          <p:nvPr/>
        </p:nvSpPr>
        <p:spPr>
          <a:xfrm>
            <a:off x="8029955" y="7678595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ω</a:t>
            </a:r>
            <a:endParaRPr lang="en-US" sz="20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54BB17-4A53-E759-E65A-BC328CB9660E}"/>
              </a:ext>
            </a:extLst>
          </p:cNvPr>
          <p:cNvSpPr txBox="1"/>
          <p:nvPr/>
        </p:nvSpPr>
        <p:spPr>
          <a:xfrm rot="18019022">
            <a:off x="6043762" y="6204975"/>
            <a:ext cx="193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thinning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DB59F59-3A3C-8742-FE8B-4C4C99AF974A}"/>
              </a:ext>
            </a:extLst>
          </p:cNvPr>
          <p:cNvSpPr/>
          <p:nvPr/>
        </p:nvSpPr>
        <p:spPr>
          <a:xfrm>
            <a:off x="6978478" y="67357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7150D91-EE74-4ED8-9A25-1E3316C40BBE}"/>
              </a:ext>
            </a:extLst>
          </p:cNvPr>
          <p:cNvSpPr/>
          <p:nvPr/>
        </p:nvSpPr>
        <p:spPr>
          <a:xfrm>
            <a:off x="520706" y="6697845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5DE7CE8-D064-63AB-09DE-34126FC51555}"/>
              </a:ext>
            </a:extLst>
          </p:cNvPr>
          <p:cNvSpPr txBox="1"/>
          <p:nvPr/>
        </p:nvSpPr>
        <p:spPr>
          <a:xfrm rot="18019022">
            <a:off x="-433067" y="6215392"/>
            <a:ext cx="193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thinning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6A8DF8E-C465-F898-C0D5-87ABE2A920C0}"/>
              </a:ext>
            </a:extLst>
          </p:cNvPr>
          <p:cNvCxnSpPr>
            <a:cxnSpLocks/>
          </p:cNvCxnSpPr>
          <p:nvPr/>
        </p:nvCxnSpPr>
        <p:spPr>
          <a:xfrm>
            <a:off x="8605715" y="4707192"/>
            <a:ext cx="2548" cy="268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591C19C-1E07-3EF0-6395-9899B8CBEA9A}"/>
              </a:ext>
            </a:extLst>
          </p:cNvPr>
          <p:cNvSpPr txBox="1"/>
          <p:nvPr/>
        </p:nvSpPr>
        <p:spPr>
          <a:xfrm>
            <a:off x="2022322" y="6483146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150</a:t>
            </a:r>
            <a:endParaRPr lang="en-US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8CD3AD8-493E-69D8-BC40-5120C1B0213B}"/>
              </a:ext>
            </a:extLst>
          </p:cNvPr>
          <p:cNvSpPr txBox="1"/>
          <p:nvPr/>
        </p:nvSpPr>
        <p:spPr>
          <a:xfrm>
            <a:off x="2136534" y="6343434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22</a:t>
            </a:r>
            <a:r>
              <a:rPr lang="en-US" sz="1200" dirty="0"/>
              <a:t>0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34A60BA-2296-D836-76EF-B657C7C951B6}"/>
              </a:ext>
            </a:extLst>
          </p:cNvPr>
          <p:cNvSpPr txBox="1"/>
          <p:nvPr/>
        </p:nvSpPr>
        <p:spPr>
          <a:xfrm>
            <a:off x="2261654" y="6180731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260</a:t>
            </a:r>
            <a:endParaRPr lang="en-US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319F6A4-9958-371F-83CD-EDE499930E82}"/>
              </a:ext>
            </a:extLst>
          </p:cNvPr>
          <p:cNvSpPr txBox="1"/>
          <p:nvPr/>
        </p:nvSpPr>
        <p:spPr>
          <a:xfrm>
            <a:off x="2367855" y="6018475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30</a:t>
            </a:r>
            <a:r>
              <a:rPr lang="en-US" sz="1200" dirty="0"/>
              <a:t>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D66305-D8E4-C1D1-A536-814FD3E3F2C8}"/>
              </a:ext>
            </a:extLst>
          </p:cNvPr>
          <p:cNvSpPr txBox="1"/>
          <p:nvPr/>
        </p:nvSpPr>
        <p:spPr>
          <a:xfrm>
            <a:off x="2542004" y="5852861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33</a:t>
            </a:r>
            <a:r>
              <a:rPr lang="en-US" sz="1200" dirty="0"/>
              <a:t>0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EFB1FD4-AA6C-CB19-C885-1A792A5E8AE9}"/>
              </a:ext>
            </a:extLst>
          </p:cNvPr>
          <p:cNvSpPr txBox="1"/>
          <p:nvPr/>
        </p:nvSpPr>
        <p:spPr>
          <a:xfrm>
            <a:off x="1860748" y="664159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100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DB040F4-791E-2A63-4522-FBB8ED733A29}"/>
              </a:ext>
            </a:extLst>
          </p:cNvPr>
          <p:cNvSpPr txBox="1"/>
          <p:nvPr/>
        </p:nvSpPr>
        <p:spPr>
          <a:xfrm>
            <a:off x="8477391" y="652221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150</a:t>
            </a:r>
            <a:endParaRPr 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A36842E-4592-CA92-2424-A98576C7D6AF}"/>
              </a:ext>
            </a:extLst>
          </p:cNvPr>
          <p:cNvSpPr txBox="1"/>
          <p:nvPr/>
        </p:nvSpPr>
        <p:spPr>
          <a:xfrm>
            <a:off x="8591603" y="6382500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22</a:t>
            </a:r>
            <a:r>
              <a:rPr lang="en-US" sz="1200" dirty="0"/>
              <a:t>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00674BC-1292-91BE-20BD-E67825105386}"/>
              </a:ext>
            </a:extLst>
          </p:cNvPr>
          <p:cNvSpPr txBox="1"/>
          <p:nvPr/>
        </p:nvSpPr>
        <p:spPr>
          <a:xfrm>
            <a:off x="8716723" y="6219797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260</a:t>
            </a:r>
            <a:endParaRPr lang="en-US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AB8734D-7E30-D6A4-5256-57148F669246}"/>
              </a:ext>
            </a:extLst>
          </p:cNvPr>
          <p:cNvSpPr txBox="1"/>
          <p:nvPr/>
        </p:nvSpPr>
        <p:spPr>
          <a:xfrm>
            <a:off x="8822924" y="6057541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30</a:t>
            </a:r>
            <a:r>
              <a:rPr lang="en-US" sz="1200" dirty="0"/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D5D69C2-C9C0-C0D6-CF9B-EE0004F852AA}"/>
              </a:ext>
            </a:extLst>
          </p:cNvPr>
          <p:cNvSpPr txBox="1"/>
          <p:nvPr/>
        </p:nvSpPr>
        <p:spPr>
          <a:xfrm>
            <a:off x="8997073" y="5891927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33</a:t>
            </a:r>
            <a:r>
              <a:rPr lang="en-US" sz="1200" dirty="0"/>
              <a:t>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B6A3BDB-A5B9-3851-378B-87A64C351FE8}"/>
              </a:ext>
            </a:extLst>
          </p:cNvPr>
          <p:cNvSpPr txBox="1"/>
          <p:nvPr/>
        </p:nvSpPr>
        <p:spPr>
          <a:xfrm>
            <a:off x="8315817" y="6680658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</a:t>
            </a:r>
            <a:r>
              <a:rPr lang="el-GR" sz="1200" dirty="0"/>
              <a:t>100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894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77A982-0653-F3AC-CD8A-A1CBAB93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57A28B-4C2E-E362-7649-A239FA240F7F}"/>
              </a:ext>
            </a:extLst>
          </p:cNvPr>
          <p:cNvSpPr/>
          <p:nvPr/>
        </p:nvSpPr>
        <p:spPr>
          <a:xfrm>
            <a:off x="699567" y="1807135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74BB8-B95E-CC68-279F-B7BF644A22CC}"/>
              </a:ext>
            </a:extLst>
          </p:cNvPr>
          <p:cNvSpPr txBox="1"/>
          <p:nvPr/>
        </p:nvSpPr>
        <p:spPr>
          <a:xfrm>
            <a:off x="752036" y="1808754"/>
            <a:ext cx="179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Generated </a:t>
            </a:r>
          </a:p>
          <a:p>
            <a:pPr algn="ctr"/>
            <a:r>
              <a:rPr lang="en-US" dirty="0"/>
              <a:t>true spatial field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AC0EA5-CDCE-FC00-F904-80BCCE6409C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619813" y="2133701"/>
            <a:ext cx="4777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F2ED2-7060-DFBA-71BB-DFE9C261693C}"/>
              </a:ext>
            </a:extLst>
          </p:cNvPr>
          <p:cNvCxnSpPr>
            <a:cxnSpLocks/>
          </p:cNvCxnSpPr>
          <p:nvPr/>
        </p:nvCxnSpPr>
        <p:spPr>
          <a:xfrm>
            <a:off x="6083140" y="2131914"/>
            <a:ext cx="827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249FBDB-9CC0-907E-4545-201605E9F1D5}"/>
              </a:ext>
            </a:extLst>
          </p:cNvPr>
          <p:cNvSpPr/>
          <p:nvPr/>
        </p:nvSpPr>
        <p:spPr>
          <a:xfrm>
            <a:off x="699567" y="4970528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FC91F-ABEB-BAF6-DD16-08FE017C8FCC}"/>
              </a:ext>
            </a:extLst>
          </p:cNvPr>
          <p:cNvSpPr txBox="1"/>
          <p:nvPr/>
        </p:nvSpPr>
        <p:spPr>
          <a:xfrm>
            <a:off x="752035" y="4970655"/>
            <a:ext cx="179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Unknown </a:t>
            </a:r>
          </a:p>
          <a:p>
            <a:pPr algn="ctr"/>
            <a:r>
              <a:rPr lang="en-US" dirty="0"/>
              <a:t>true spatial field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210AF9-E8E5-FC00-8FAF-359C3573D281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619813" y="5297094"/>
            <a:ext cx="4777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7663B-4014-32BF-EB61-814B1D78799A}"/>
              </a:ext>
            </a:extLst>
          </p:cNvPr>
          <p:cNvSpPr/>
          <p:nvPr/>
        </p:nvSpPr>
        <p:spPr>
          <a:xfrm>
            <a:off x="3150032" y="4970528"/>
            <a:ext cx="1920240" cy="653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10D41-B4FE-5452-2A7F-81E754ACAB82}"/>
              </a:ext>
            </a:extLst>
          </p:cNvPr>
          <p:cNvSpPr txBox="1"/>
          <p:nvPr/>
        </p:nvSpPr>
        <p:spPr>
          <a:xfrm>
            <a:off x="3117477" y="5110641"/>
            <a:ext cx="1985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sampling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81A77E-A02D-A686-138C-72AB42533342}"/>
              </a:ext>
            </a:extLst>
          </p:cNvPr>
          <p:cNvCxnSpPr>
            <a:cxnSpLocks/>
          </p:cNvCxnSpPr>
          <p:nvPr/>
        </p:nvCxnSpPr>
        <p:spPr>
          <a:xfrm>
            <a:off x="5070278" y="5295307"/>
            <a:ext cx="4777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E62D836-91C7-6165-F276-37DECC3C881F}"/>
              </a:ext>
            </a:extLst>
          </p:cNvPr>
          <p:cNvSpPr/>
          <p:nvPr/>
        </p:nvSpPr>
        <p:spPr>
          <a:xfrm>
            <a:off x="270669" y="718958"/>
            <a:ext cx="10598590" cy="552773"/>
          </a:xfrm>
          <a:prstGeom prst="roundRect">
            <a:avLst>
              <a:gd name="adj" fmla="val 4750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1D4E68F-1370-F9CB-597A-E41CB8161DF5}"/>
              </a:ext>
            </a:extLst>
          </p:cNvPr>
          <p:cNvSpPr/>
          <p:nvPr/>
        </p:nvSpPr>
        <p:spPr>
          <a:xfrm>
            <a:off x="320671" y="4289525"/>
            <a:ext cx="6828669" cy="552773"/>
          </a:xfrm>
          <a:prstGeom prst="roundRect">
            <a:avLst>
              <a:gd name="adj" fmla="val 4750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BACA1-33EC-05F3-138F-41C08D133F21}"/>
              </a:ext>
            </a:extLst>
          </p:cNvPr>
          <p:cNvSpPr txBox="1"/>
          <p:nvPr/>
        </p:nvSpPr>
        <p:spPr>
          <a:xfrm>
            <a:off x="699572" y="811260"/>
            <a:ext cx="1696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Simulated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E3BF69-BCCE-2F65-B4E3-232BE3AE2CA8}"/>
              </a:ext>
            </a:extLst>
          </p:cNvPr>
          <p:cNvSpPr txBox="1"/>
          <p:nvPr/>
        </p:nvSpPr>
        <p:spPr>
          <a:xfrm>
            <a:off x="575469" y="4360140"/>
            <a:ext cx="17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world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BB0243-1D72-0C39-C6A1-D684AB361356}"/>
              </a:ext>
            </a:extLst>
          </p:cNvPr>
          <p:cNvSpPr/>
          <p:nvPr/>
        </p:nvSpPr>
        <p:spPr>
          <a:xfrm>
            <a:off x="3861569" y="1398174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CCCBC9-13EF-359A-7B11-0A8CD8A87908}"/>
              </a:ext>
            </a:extLst>
          </p:cNvPr>
          <p:cNvSpPr/>
          <p:nvPr/>
        </p:nvSpPr>
        <p:spPr>
          <a:xfrm>
            <a:off x="3554649" y="1600530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7B010C-91DF-CCF1-142E-3929AE1579E0}"/>
              </a:ext>
            </a:extLst>
          </p:cNvPr>
          <p:cNvSpPr/>
          <p:nvPr/>
        </p:nvSpPr>
        <p:spPr>
          <a:xfrm>
            <a:off x="7868049" y="1399657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60C912-D510-7829-B916-E9F2563FD7DA}"/>
              </a:ext>
            </a:extLst>
          </p:cNvPr>
          <p:cNvSpPr/>
          <p:nvPr/>
        </p:nvSpPr>
        <p:spPr>
          <a:xfrm>
            <a:off x="7561129" y="1602013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CFFCC5-C690-B6DC-4B68-738D07E9CC1B}"/>
              </a:ext>
            </a:extLst>
          </p:cNvPr>
          <p:cNvSpPr/>
          <p:nvPr/>
        </p:nvSpPr>
        <p:spPr>
          <a:xfrm>
            <a:off x="7156512" y="1816273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E5F63-13DE-5A88-C0EE-3DFDD2E90E99}"/>
              </a:ext>
            </a:extLst>
          </p:cNvPr>
          <p:cNvSpPr txBox="1"/>
          <p:nvPr/>
        </p:nvSpPr>
        <p:spPr>
          <a:xfrm>
            <a:off x="7123962" y="1948731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1D9244-F5D1-7E20-D8C8-99E303CAF993}"/>
              </a:ext>
            </a:extLst>
          </p:cNvPr>
          <p:cNvSpPr txBox="1"/>
          <p:nvPr/>
        </p:nvSpPr>
        <p:spPr>
          <a:xfrm>
            <a:off x="4881782" y="157792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N=600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88A934-106F-1157-3235-B13B47AB579C}"/>
              </a:ext>
            </a:extLst>
          </p:cNvPr>
          <p:cNvSpPr txBox="1"/>
          <p:nvPr/>
        </p:nvSpPr>
        <p:spPr>
          <a:xfrm>
            <a:off x="5116613" y="1347090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N=2000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A07FF47D-4966-8A37-6B63-4FAD9EDC39BD}"/>
              </a:ext>
            </a:extLst>
          </p:cNvPr>
          <p:cNvSpPr/>
          <p:nvPr/>
        </p:nvSpPr>
        <p:spPr>
          <a:xfrm>
            <a:off x="5870489" y="1347084"/>
            <a:ext cx="212651" cy="1097726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58438C-DAB0-CB8B-FF8E-0EC881CD92B7}"/>
              </a:ext>
            </a:extLst>
          </p:cNvPr>
          <p:cNvSpPr/>
          <p:nvPr/>
        </p:nvSpPr>
        <p:spPr>
          <a:xfrm>
            <a:off x="7877624" y="2774393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DCD53B-2EB9-79A9-3471-5EE1407F7D0E}"/>
              </a:ext>
            </a:extLst>
          </p:cNvPr>
          <p:cNvSpPr/>
          <p:nvPr/>
        </p:nvSpPr>
        <p:spPr>
          <a:xfrm>
            <a:off x="7570704" y="2976749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285D67-B321-FAE9-E205-4E502151565B}"/>
              </a:ext>
            </a:extLst>
          </p:cNvPr>
          <p:cNvSpPr/>
          <p:nvPr/>
        </p:nvSpPr>
        <p:spPr>
          <a:xfrm>
            <a:off x="7166087" y="3191009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00FF9A-A84E-08FF-C9D0-E9FE01170B4D}"/>
              </a:ext>
            </a:extLst>
          </p:cNvPr>
          <p:cNvSpPr txBox="1"/>
          <p:nvPr/>
        </p:nvSpPr>
        <p:spPr>
          <a:xfrm>
            <a:off x="7133537" y="3323467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3F60E4D-55E5-4EB4-6805-EEADD36A54FF}"/>
              </a:ext>
            </a:extLst>
          </p:cNvPr>
          <p:cNvCxnSpPr>
            <a:cxnSpLocks/>
          </p:cNvCxnSpPr>
          <p:nvPr/>
        </p:nvCxnSpPr>
        <p:spPr>
          <a:xfrm>
            <a:off x="6100220" y="3481664"/>
            <a:ext cx="827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ight Brace 58">
            <a:extLst>
              <a:ext uri="{FF2B5EF4-FFF2-40B4-BE49-F238E27FC236}">
                <a16:creationId xmlns:a16="http://schemas.microsoft.com/office/drawing/2014/main" id="{A633A48D-3B30-B1C1-1EDF-51276CDDAF14}"/>
              </a:ext>
            </a:extLst>
          </p:cNvPr>
          <p:cNvSpPr/>
          <p:nvPr/>
        </p:nvSpPr>
        <p:spPr>
          <a:xfrm>
            <a:off x="5887569" y="2696834"/>
            <a:ext cx="212651" cy="1097726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064B974-7B42-F8F2-1696-8441480A7C5A}"/>
              </a:ext>
            </a:extLst>
          </p:cNvPr>
          <p:cNvSpPr/>
          <p:nvPr/>
        </p:nvSpPr>
        <p:spPr>
          <a:xfrm>
            <a:off x="3163817" y="5988964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AC8D7C-C73E-860B-6783-01FB7D30A09F}"/>
              </a:ext>
            </a:extLst>
          </p:cNvPr>
          <p:cNvSpPr txBox="1"/>
          <p:nvPr/>
        </p:nvSpPr>
        <p:spPr>
          <a:xfrm>
            <a:off x="3177608" y="6013868"/>
            <a:ext cx="193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thinning scenarios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E04985-38FF-2DF9-FCFC-969BA3FB0408}"/>
              </a:ext>
            </a:extLst>
          </p:cNvPr>
          <p:cNvCxnSpPr>
            <a:cxnSpLocks/>
          </p:cNvCxnSpPr>
          <p:nvPr/>
        </p:nvCxnSpPr>
        <p:spPr>
          <a:xfrm>
            <a:off x="4110152" y="5623671"/>
            <a:ext cx="0" cy="328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4540DDBE-D958-02FF-F922-23F22CDB48FA}"/>
              </a:ext>
            </a:extLst>
          </p:cNvPr>
          <p:cNvSpPr/>
          <p:nvPr/>
        </p:nvSpPr>
        <p:spPr>
          <a:xfrm>
            <a:off x="5580585" y="4976691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2E344D-1A38-5956-7F35-8747F1A1AA30}"/>
              </a:ext>
            </a:extLst>
          </p:cNvPr>
          <p:cNvSpPr txBox="1"/>
          <p:nvPr/>
        </p:nvSpPr>
        <p:spPr>
          <a:xfrm>
            <a:off x="5548035" y="5109149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94E37E4-C6F1-65E3-C32C-D7D0BA403B42}"/>
              </a:ext>
            </a:extLst>
          </p:cNvPr>
          <p:cNvCxnSpPr>
            <a:cxnSpLocks/>
          </p:cNvCxnSpPr>
          <p:nvPr/>
        </p:nvCxnSpPr>
        <p:spPr>
          <a:xfrm>
            <a:off x="5070278" y="6307580"/>
            <a:ext cx="4777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75EFC119-4610-9A38-CC27-28EE6DFDA553}"/>
              </a:ext>
            </a:extLst>
          </p:cNvPr>
          <p:cNvSpPr/>
          <p:nvPr/>
        </p:nvSpPr>
        <p:spPr>
          <a:xfrm>
            <a:off x="5580585" y="5988964"/>
            <a:ext cx="206670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60085F-44DB-82C6-6336-53D0A9357A9E}"/>
              </a:ext>
            </a:extLst>
          </p:cNvPr>
          <p:cNvSpPr txBox="1"/>
          <p:nvPr/>
        </p:nvSpPr>
        <p:spPr>
          <a:xfrm>
            <a:off x="5548035" y="6121422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Inferred spatial field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15F45DFF-01E7-6B90-9868-F4A60B28AFE7}"/>
              </a:ext>
            </a:extLst>
          </p:cNvPr>
          <p:cNvSpPr/>
          <p:nvPr/>
        </p:nvSpPr>
        <p:spPr>
          <a:xfrm>
            <a:off x="9946303" y="1738521"/>
            <a:ext cx="199457" cy="1431851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0B849E0-0E54-7D5C-716C-F00A4C2BAFDE}"/>
              </a:ext>
            </a:extLst>
          </p:cNvPr>
          <p:cNvSpPr/>
          <p:nvPr/>
        </p:nvSpPr>
        <p:spPr>
          <a:xfrm>
            <a:off x="10192907" y="2219412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92BF53-1E4E-0744-62D4-A0E20C65FC2D}"/>
              </a:ext>
            </a:extLst>
          </p:cNvPr>
          <p:cNvSpPr txBox="1"/>
          <p:nvPr/>
        </p:nvSpPr>
        <p:spPr>
          <a:xfrm>
            <a:off x="10228167" y="2205763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endParaRPr lang="en-US" sz="2000" dirty="0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2E2C4EE6-A33D-350D-FE03-8FE3FE77F945}"/>
              </a:ext>
            </a:extLst>
          </p:cNvPr>
          <p:cNvSpPr/>
          <p:nvPr/>
        </p:nvSpPr>
        <p:spPr>
          <a:xfrm>
            <a:off x="7668598" y="5117960"/>
            <a:ext cx="199457" cy="1431851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0E29D1B-64E5-BA2A-1D5F-8516A69533F0}"/>
              </a:ext>
            </a:extLst>
          </p:cNvPr>
          <p:cNvSpPr/>
          <p:nvPr/>
        </p:nvSpPr>
        <p:spPr>
          <a:xfrm>
            <a:off x="7915202" y="5598851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E1423A-7FC0-777F-E8F8-B21B8DED628A}"/>
              </a:ext>
            </a:extLst>
          </p:cNvPr>
          <p:cNvSpPr txBox="1"/>
          <p:nvPr/>
        </p:nvSpPr>
        <p:spPr>
          <a:xfrm>
            <a:off x="7950462" y="5585202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endParaRPr lang="en-US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180C69E-DBE4-69AD-02FB-627A1080D674}"/>
              </a:ext>
            </a:extLst>
          </p:cNvPr>
          <p:cNvCxnSpPr>
            <a:cxnSpLocks/>
          </p:cNvCxnSpPr>
          <p:nvPr/>
        </p:nvCxnSpPr>
        <p:spPr>
          <a:xfrm>
            <a:off x="5548029" y="2065039"/>
            <a:ext cx="0" cy="7093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DED7936-481B-2027-B216-C024126F97E5}"/>
              </a:ext>
            </a:extLst>
          </p:cNvPr>
          <p:cNvSpPr/>
          <p:nvPr/>
        </p:nvSpPr>
        <p:spPr>
          <a:xfrm>
            <a:off x="3861569" y="2803150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048F55-E112-B8BB-93F0-54BDC84D440A}"/>
              </a:ext>
            </a:extLst>
          </p:cNvPr>
          <p:cNvSpPr/>
          <p:nvPr/>
        </p:nvSpPr>
        <p:spPr>
          <a:xfrm>
            <a:off x="3554649" y="3005506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D7CE1-2384-F3FA-6556-2B4D6D3F599C}"/>
              </a:ext>
            </a:extLst>
          </p:cNvPr>
          <p:cNvSpPr/>
          <p:nvPr/>
        </p:nvSpPr>
        <p:spPr>
          <a:xfrm>
            <a:off x="3150032" y="3219766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64D80D-F508-291C-9885-D1EBB9CA35BD}"/>
              </a:ext>
            </a:extLst>
          </p:cNvPr>
          <p:cNvSpPr txBox="1"/>
          <p:nvPr/>
        </p:nvSpPr>
        <p:spPr>
          <a:xfrm>
            <a:off x="3163823" y="3244670"/>
            <a:ext cx="193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thinning scenarios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948F3D-F1A0-C653-3C50-48A3A2C8DA76}"/>
              </a:ext>
            </a:extLst>
          </p:cNvPr>
          <p:cNvCxnSpPr>
            <a:cxnSpLocks/>
          </p:cNvCxnSpPr>
          <p:nvPr/>
        </p:nvCxnSpPr>
        <p:spPr>
          <a:xfrm>
            <a:off x="4303319" y="2481655"/>
            <a:ext cx="0" cy="7093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5527C6-3A57-13F1-3963-4454AEFE9547}"/>
              </a:ext>
            </a:extLst>
          </p:cNvPr>
          <p:cNvCxnSpPr>
            <a:cxnSpLocks/>
          </p:cNvCxnSpPr>
          <p:nvPr/>
        </p:nvCxnSpPr>
        <p:spPr>
          <a:xfrm>
            <a:off x="5136068" y="2267395"/>
            <a:ext cx="0" cy="7093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2E5664-B196-2CA7-C310-703BB6D684FE}"/>
              </a:ext>
            </a:extLst>
          </p:cNvPr>
          <p:cNvSpPr/>
          <p:nvPr/>
        </p:nvSpPr>
        <p:spPr>
          <a:xfrm>
            <a:off x="3150032" y="1814790"/>
            <a:ext cx="1920240" cy="653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B14F7-18D1-48AB-8EAA-7B3D2FB20459}"/>
              </a:ext>
            </a:extLst>
          </p:cNvPr>
          <p:cNvSpPr txBox="1"/>
          <p:nvPr/>
        </p:nvSpPr>
        <p:spPr>
          <a:xfrm>
            <a:off x="3117477" y="1947248"/>
            <a:ext cx="1985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sampling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C6514-3FB8-3BEC-C4B5-3E4836EFC3D2}"/>
              </a:ext>
            </a:extLst>
          </p:cNvPr>
          <p:cNvSpPr txBox="1"/>
          <p:nvPr/>
        </p:nvSpPr>
        <p:spPr>
          <a:xfrm>
            <a:off x="4495936" y="1787229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N=200</a:t>
            </a:r>
          </a:p>
        </p:txBody>
      </p:sp>
    </p:spTree>
    <p:extLst>
      <p:ext uri="{BB962C8B-B14F-4D97-AF65-F5344CB8AC3E}">
        <p14:creationId xmlns:p14="http://schemas.microsoft.com/office/powerpoint/2010/main" val="709753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1083</TotalTime>
  <Words>150</Words>
  <Application>Microsoft Macintosh PowerPoint</Application>
  <PresentationFormat>Custom</PresentationFormat>
  <Paragraphs>56</Paragraphs>
  <Slides>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Gled Guri</dc:creator>
  <cp:lastModifiedBy>Gledis Guri</cp:lastModifiedBy>
  <cp:revision>1</cp:revision>
  <dcterms:created xsi:type="dcterms:W3CDTF">2025-07-10T17:41:48Z</dcterms:created>
  <dcterms:modified xsi:type="dcterms:W3CDTF">2025-10-30T16:58:47Z</dcterms:modified>
</cp:coreProperties>
</file>