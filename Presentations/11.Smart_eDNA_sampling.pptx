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256" r:id="rId2"/>
    <p:sldId id="381" r:id="rId3"/>
    <p:sldId id="383" r:id="rId4"/>
    <p:sldId id="384" r:id="rId5"/>
    <p:sldId id="391" r:id="rId6"/>
    <p:sldId id="392" r:id="rId7"/>
    <p:sldId id="393" r:id="rId8"/>
    <p:sldId id="501" r:id="rId9"/>
    <p:sldId id="502" r:id="rId10"/>
    <p:sldId id="260" r:id="rId11"/>
    <p:sldId id="427" r:id="rId12"/>
    <p:sldId id="483" r:id="rId13"/>
    <p:sldId id="503" r:id="rId14"/>
    <p:sldId id="487" r:id="rId15"/>
    <p:sldId id="482" r:id="rId16"/>
    <p:sldId id="506" r:id="rId17"/>
    <p:sldId id="484" r:id="rId18"/>
    <p:sldId id="485" r:id="rId19"/>
    <p:sldId id="495" r:id="rId20"/>
    <p:sldId id="496" r:id="rId21"/>
    <p:sldId id="486" r:id="rId22"/>
    <p:sldId id="492" r:id="rId23"/>
    <p:sldId id="489" r:id="rId24"/>
    <p:sldId id="504" r:id="rId25"/>
    <p:sldId id="494" r:id="rId26"/>
    <p:sldId id="498" r:id="rId27"/>
    <p:sldId id="497" r:id="rId28"/>
    <p:sldId id="505" r:id="rId29"/>
    <p:sldId id="31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E076"/>
    <a:srgbClr val="8BDDCC"/>
    <a:srgbClr val="FFFFFF"/>
    <a:srgbClr val="DCE9F8"/>
    <a:srgbClr val="0C3447"/>
    <a:srgbClr val="CAEFFB"/>
    <a:srgbClr val="59595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AD86E-3E61-E44F-B907-8DF556185013}" v="14" dt="2025-08-14T05:56:22.1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18"/>
    <p:restoredTop sz="91367"/>
  </p:normalViewPr>
  <p:slideViewPr>
    <p:cSldViewPr snapToGrid="0">
      <p:cViewPr varScale="1">
        <p:scale>
          <a:sx n="110" d="100"/>
          <a:sy n="110" d="100"/>
        </p:scale>
        <p:origin x="808" y="168"/>
      </p:cViewPr>
      <p:guideLst/>
    </p:cSldViewPr>
  </p:slideViewPr>
  <p:notesTextViewPr>
    <p:cViewPr>
      <p:scale>
        <a:sx n="140" d="100"/>
        <a:sy n="14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ledis Guri" userId="83df82f3-47dd-4c7f-8014-681978acda03" providerId="ADAL" clId="{1EB8D719-53E4-B644-BFB5-7538BBE31904}"/>
    <pc:docChg chg="undo redo custSel addSld delSld modSld sldOrd">
      <pc:chgData name="Gledis Guri" userId="83df82f3-47dd-4c7f-8014-681978acda03" providerId="ADAL" clId="{1EB8D719-53E4-B644-BFB5-7538BBE31904}" dt="2025-03-18T07:16:10.349" v="12468" actId="2696"/>
      <pc:docMkLst>
        <pc:docMk/>
      </pc:docMkLst>
      <pc:sldChg chg="addSp delSp modSp mod modNotesTx">
        <pc:chgData name="Gledis Guri" userId="83df82f3-47dd-4c7f-8014-681978acda03" providerId="ADAL" clId="{1EB8D719-53E4-B644-BFB5-7538BBE31904}" dt="2025-03-17T00:56:02.854" v="1839" actId="20577"/>
        <pc:sldMkLst>
          <pc:docMk/>
          <pc:sldMk cId="124475895" sldId="256"/>
        </pc:sldMkLst>
      </pc:sldChg>
      <pc:sldChg chg="del">
        <pc:chgData name="Gledis Guri" userId="83df82f3-47dd-4c7f-8014-681978acda03" providerId="ADAL" clId="{1EB8D719-53E4-B644-BFB5-7538BBE31904}" dt="2025-03-15T09:18:36.653" v="1327" actId="2696"/>
        <pc:sldMkLst>
          <pc:docMk/>
          <pc:sldMk cId="3292095390" sldId="257"/>
        </pc:sldMkLst>
      </pc:sldChg>
      <pc:sldChg chg="del">
        <pc:chgData name="Gledis Guri" userId="83df82f3-47dd-4c7f-8014-681978acda03" providerId="ADAL" clId="{1EB8D719-53E4-B644-BFB5-7538BBE31904}" dt="2025-03-15T09:06:01.986" v="1023" actId="2696"/>
        <pc:sldMkLst>
          <pc:docMk/>
          <pc:sldMk cId="708421613" sldId="258"/>
        </pc:sldMkLst>
      </pc:sldChg>
      <pc:sldChg chg="del">
        <pc:chgData name="Gledis Guri" userId="83df82f3-47dd-4c7f-8014-681978acda03" providerId="ADAL" clId="{1EB8D719-53E4-B644-BFB5-7538BBE31904}" dt="2025-03-15T09:06:12.638" v="1024" actId="2696"/>
        <pc:sldMkLst>
          <pc:docMk/>
          <pc:sldMk cId="3427490333" sldId="259"/>
        </pc:sldMkLst>
      </pc:sldChg>
      <pc:sldChg chg="addSp delSp modSp new mod modTransition modNotesTx">
        <pc:chgData name="Gledis Guri" userId="83df82f3-47dd-4c7f-8014-681978acda03" providerId="ADAL" clId="{1EB8D719-53E4-B644-BFB5-7538BBE31904}" dt="2025-03-17T15:08:36.781" v="11212" actId="20577"/>
        <pc:sldMkLst>
          <pc:docMk/>
          <pc:sldMk cId="3601263392" sldId="260"/>
        </pc:sldMkLst>
      </pc:sldChg>
      <pc:sldChg chg="addSp delSp new del mod">
        <pc:chgData name="Gledis Guri" userId="83df82f3-47dd-4c7f-8014-681978acda03" providerId="ADAL" clId="{1EB8D719-53E4-B644-BFB5-7538BBE31904}" dt="2025-03-15T07:15:56.980" v="475" actId="2696"/>
        <pc:sldMkLst>
          <pc:docMk/>
          <pc:sldMk cId="211357222" sldId="261"/>
        </pc:sldMkLst>
      </pc:sldChg>
      <pc:sldChg chg="delSp new del mod">
        <pc:chgData name="Gledis Guri" userId="83df82f3-47dd-4c7f-8014-681978acda03" providerId="ADAL" clId="{1EB8D719-53E4-B644-BFB5-7538BBE31904}" dt="2025-03-15T07:08:23.331" v="433" actId="2696"/>
        <pc:sldMkLst>
          <pc:docMk/>
          <pc:sldMk cId="1211486062" sldId="262"/>
        </pc:sldMkLst>
      </pc:sldChg>
      <pc:sldChg chg="addSp delSp modSp add del mod">
        <pc:chgData name="Gledis Guri" userId="83df82f3-47dd-4c7f-8014-681978acda03" providerId="ADAL" clId="{1EB8D719-53E4-B644-BFB5-7538BBE31904}" dt="2025-03-15T07:22:25.571" v="506" actId="2696"/>
        <pc:sldMkLst>
          <pc:docMk/>
          <pc:sldMk cId="1425099993" sldId="262"/>
        </pc:sldMkLst>
      </pc:sldChg>
      <pc:sldChg chg="add del">
        <pc:chgData name="Gledis Guri" userId="83df82f3-47dd-4c7f-8014-681978acda03" providerId="ADAL" clId="{1EB8D719-53E4-B644-BFB5-7538BBE31904}" dt="2025-03-15T07:08:25.472" v="434" actId="2696"/>
        <pc:sldMkLst>
          <pc:docMk/>
          <pc:sldMk cId="1799986662" sldId="263"/>
        </pc:sldMkLst>
      </pc:sldChg>
      <pc:sldChg chg="addSp delSp modSp add del mod">
        <pc:chgData name="Gledis Guri" userId="83df82f3-47dd-4c7f-8014-681978acda03" providerId="ADAL" clId="{1EB8D719-53E4-B644-BFB5-7538BBE31904}" dt="2025-03-15T07:23:07.842" v="507" actId="2696"/>
        <pc:sldMkLst>
          <pc:docMk/>
          <pc:sldMk cId="3515114090" sldId="263"/>
        </pc:sldMkLst>
      </pc:sldChg>
      <pc:sldChg chg="addSp delSp add del">
        <pc:chgData name="Gledis Guri" userId="83df82f3-47dd-4c7f-8014-681978acda03" providerId="ADAL" clId="{1EB8D719-53E4-B644-BFB5-7538BBE31904}" dt="2025-03-15T07:35:06.890" v="550" actId="2696"/>
        <pc:sldMkLst>
          <pc:docMk/>
          <pc:sldMk cId="2740102607" sldId="264"/>
        </pc:sldMkLst>
      </pc:sldChg>
      <pc:sldChg chg="delSp add del mod modTransition">
        <pc:chgData name="Gledis Guri" userId="83df82f3-47dd-4c7f-8014-681978acda03" providerId="ADAL" clId="{1EB8D719-53E4-B644-BFB5-7538BBE31904}" dt="2025-03-15T07:21:14.727" v="489" actId="2696"/>
        <pc:sldMkLst>
          <pc:docMk/>
          <pc:sldMk cId="325103483" sldId="265"/>
        </pc:sldMkLst>
      </pc:sldChg>
      <pc:sldChg chg="addSp delSp modSp add del mod modTransition modNotesTx">
        <pc:chgData name="Gledis Guri" userId="83df82f3-47dd-4c7f-8014-681978acda03" providerId="ADAL" clId="{1EB8D719-53E4-B644-BFB5-7538BBE31904}" dt="2025-03-17T21:42:56.540" v="12234" actId="20577"/>
        <pc:sldMkLst>
          <pc:docMk/>
          <pc:sldMk cId="2679586783" sldId="266"/>
        </pc:sldMkLst>
      </pc:sldChg>
      <pc:sldChg chg="addSp modSp add mod modTransition modAnim modNotesTx">
        <pc:chgData name="Gledis Guri" userId="83df82f3-47dd-4c7f-8014-681978acda03" providerId="ADAL" clId="{1EB8D719-53E4-B644-BFB5-7538BBE31904}" dt="2025-03-17T01:59:58.671" v="5060" actId="20577"/>
        <pc:sldMkLst>
          <pc:docMk/>
          <pc:sldMk cId="1411231103" sldId="267"/>
        </pc:sldMkLst>
      </pc:sldChg>
      <pc:sldChg chg="addSp delSp modSp add mod modTransition modAnim modNotesTx">
        <pc:chgData name="Gledis Guri" userId="83df82f3-47dd-4c7f-8014-681978acda03" providerId="ADAL" clId="{1EB8D719-53E4-B644-BFB5-7538BBE31904}" dt="2025-03-17T02:21:48.640" v="5752"/>
        <pc:sldMkLst>
          <pc:docMk/>
          <pc:sldMk cId="2744129967" sldId="268"/>
        </pc:sldMkLst>
      </pc:sldChg>
      <pc:sldChg chg="add del">
        <pc:chgData name="Gledis Guri" userId="83df82f3-47dd-4c7f-8014-681978acda03" providerId="ADAL" clId="{1EB8D719-53E4-B644-BFB5-7538BBE31904}" dt="2025-03-15T07:22:24.459" v="505" actId="2696"/>
        <pc:sldMkLst>
          <pc:docMk/>
          <pc:sldMk cId="3282088747" sldId="268"/>
        </pc:sldMkLst>
      </pc:sldChg>
      <pc:sldChg chg="addSp delSp modSp add del mod">
        <pc:chgData name="Gledis Guri" userId="83df82f3-47dd-4c7f-8014-681978acda03" providerId="ADAL" clId="{1EB8D719-53E4-B644-BFB5-7538BBE31904}" dt="2025-03-15T09:08:46.313" v="1129" actId="2696"/>
        <pc:sldMkLst>
          <pc:docMk/>
          <pc:sldMk cId="1790541524" sldId="269"/>
        </pc:sldMkLst>
      </pc:sldChg>
      <pc:sldChg chg="add del">
        <pc:chgData name="Gledis Guri" userId="83df82f3-47dd-4c7f-8014-681978acda03" providerId="ADAL" clId="{1EB8D719-53E4-B644-BFB5-7538BBE31904}" dt="2025-03-15T07:35:02.807" v="549" actId="2890"/>
        <pc:sldMkLst>
          <pc:docMk/>
          <pc:sldMk cId="2451153703" sldId="270"/>
        </pc:sldMkLst>
      </pc:sldChg>
      <pc:sldChg chg="addSp delSp modSp new mod modTransition modAnim modNotesTx">
        <pc:chgData name="Gledis Guri" userId="83df82f3-47dd-4c7f-8014-681978acda03" providerId="ADAL" clId="{1EB8D719-53E4-B644-BFB5-7538BBE31904}" dt="2025-03-17T02:00:32.483" v="5088" actId="20577"/>
        <pc:sldMkLst>
          <pc:docMk/>
          <pc:sldMk cId="4096551995" sldId="270"/>
        </pc:sldMkLst>
      </pc:sldChg>
      <pc:sldChg chg="addSp delSp modSp add del mod modTransition">
        <pc:chgData name="Gledis Guri" userId="83df82f3-47dd-4c7f-8014-681978acda03" providerId="ADAL" clId="{1EB8D719-53E4-B644-BFB5-7538BBE31904}" dt="2025-03-15T08:36:24.244" v="708" actId="2696"/>
        <pc:sldMkLst>
          <pc:docMk/>
          <pc:sldMk cId="1720571343" sldId="271"/>
        </pc:sldMkLst>
      </pc:sldChg>
      <pc:sldChg chg="addSp delSp modSp add mod delAnim modAnim modNotesTx">
        <pc:chgData name="Gledis Guri" userId="83df82f3-47dd-4c7f-8014-681978acda03" providerId="ADAL" clId="{1EB8D719-53E4-B644-BFB5-7538BBE31904}" dt="2025-03-17T15:14:20.753" v="11476" actId="20577"/>
        <pc:sldMkLst>
          <pc:docMk/>
          <pc:sldMk cId="3400791490" sldId="271"/>
        </pc:sldMkLst>
      </pc:sldChg>
      <pc:sldChg chg="addSp delSp modSp add del mod modTransition delAnim">
        <pc:chgData name="Gledis Guri" userId="83df82f3-47dd-4c7f-8014-681978acda03" providerId="ADAL" clId="{1EB8D719-53E4-B644-BFB5-7538BBE31904}" dt="2025-03-15T08:58:50.459" v="928" actId="2696"/>
        <pc:sldMkLst>
          <pc:docMk/>
          <pc:sldMk cId="4078949853" sldId="272"/>
        </pc:sldMkLst>
      </pc:sldChg>
      <pc:sldChg chg="addSp delSp modSp add del mod modTransition modAnim">
        <pc:chgData name="Gledis Guri" userId="83df82f3-47dd-4c7f-8014-681978acda03" providerId="ADAL" clId="{1EB8D719-53E4-B644-BFB5-7538BBE31904}" dt="2025-03-15T09:01:19.324" v="985" actId="2696"/>
        <pc:sldMkLst>
          <pc:docMk/>
          <pc:sldMk cId="75796205" sldId="273"/>
        </pc:sldMkLst>
      </pc:sldChg>
      <pc:sldChg chg="addSp modSp add modAnim modNotesTx">
        <pc:chgData name="Gledis Guri" userId="83df82f3-47dd-4c7f-8014-681978acda03" providerId="ADAL" clId="{1EB8D719-53E4-B644-BFB5-7538BBE31904}" dt="2025-03-17T02:02:19.607" v="5094" actId="20577"/>
        <pc:sldMkLst>
          <pc:docMk/>
          <pc:sldMk cId="1787559046" sldId="274"/>
        </pc:sldMkLst>
      </pc:sldChg>
      <pc:sldChg chg="add del">
        <pc:chgData name="Gledis Guri" userId="83df82f3-47dd-4c7f-8014-681978acda03" providerId="ADAL" clId="{1EB8D719-53E4-B644-BFB5-7538BBE31904}" dt="2025-03-15T08:58:17.139" v="923" actId="2696"/>
        <pc:sldMkLst>
          <pc:docMk/>
          <pc:sldMk cId="3049286601" sldId="274"/>
        </pc:sldMkLst>
      </pc:sldChg>
      <pc:sldChg chg="addSp modSp add mod modTransition modAnim modNotesTx">
        <pc:chgData name="Gledis Guri" userId="83df82f3-47dd-4c7f-8014-681978acda03" providerId="ADAL" clId="{1EB8D719-53E4-B644-BFB5-7538BBE31904}" dt="2025-03-17T01:24:12.529" v="4769" actId="20577"/>
        <pc:sldMkLst>
          <pc:docMk/>
          <pc:sldMk cId="2940551772" sldId="275"/>
        </pc:sldMkLst>
      </pc:sldChg>
      <pc:sldChg chg="add del">
        <pc:chgData name="Gledis Guri" userId="83df82f3-47dd-4c7f-8014-681978acda03" providerId="ADAL" clId="{1EB8D719-53E4-B644-BFB5-7538BBE31904}" dt="2025-03-15T08:58:07.479" v="918" actId="2890"/>
        <pc:sldMkLst>
          <pc:docMk/>
          <pc:sldMk cId="3313132808" sldId="275"/>
        </pc:sldMkLst>
      </pc:sldChg>
      <pc:sldChg chg="addSp delSp modSp new del mod modAnim">
        <pc:chgData name="Gledis Guri" userId="83df82f3-47dd-4c7f-8014-681978acda03" providerId="ADAL" clId="{1EB8D719-53E4-B644-BFB5-7538BBE31904}" dt="2025-03-15T09:17:08.767" v="1305" actId="2696"/>
        <pc:sldMkLst>
          <pc:docMk/>
          <pc:sldMk cId="2192367280" sldId="276"/>
        </pc:sldMkLst>
      </pc:sldChg>
      <pc:sldChg chg="add del">
        <pc:chgData name="Gledis Guri" userId="83df82f3-47dd-4c7f-8014-681978acda03" providerId="ADAL" clId="{1EB8D719-53E4-B644-BFB5-7538BBE31904}" dt="2025-03-15T09:00:40.999" v="977" actId="2696"/>
        <pc:sldMkLst>
          <pc:docMk/>
          <pc:sldMk cId="3926234193" sldId="276"/>
        </pc:sldMkLst>
      </pc:sldChg>
      <pc:sldChg chg="addSp delSp modSp add del mod modTransition delAnim modAnim">
        <pc:chgData name="Gledis Guri" userId="83df82f3-47dd-4c7f-8014-681978acda03" providerId="ADAL" clId="{1EB8D719-53E4-B644-BFB5-7538BBE31904}" dt="2025-03-17T01:50:04.241" v="4909" actId="2696"/>
        <pc:sldMkLst>
          <pc:docMk/>
          <pc:sldMk cId="388750289" sldId="277"/>
        </pc:sldMkLst>
      </pc:sldChg>
      <pc:sldChg chg="addSp delSp modSp add mod modTransition delAnim modAnim modNotesTx">
        <pc:chgData name="Gledis Guri" userId="83df82f3-47dd-4c7f-8014-681978acda03" providerId="ADAL" clId="{1EB8D719-53E4-B644-BFB5-7538BBE31904}" dt="2025-03-17T20:49:25.727" v="11782" actId="20577"/>
        <pc:sldMkLst>
          <pc:docMk/>
          <pc:sldMk cId="2423945451" sldId="278"/>
        </pc:sldMkLst>
      </pc:sldChg>
      <pc:sldChg chg="delSp modSp add del mod modTransition delAnim">
        <pc:chgData name="Gledis Guri" userId="83df82f3-47dd-4c7f-8014-681978acda03" providerId="ADAL" clId="{1EB8D719-53E4-B644-BFB5-7538BBE31904}" dt="2025-03-17T01:49:35.227" v="4900" actId="2696"/>
        <pc:sldMkLst>
          <pc:docMk/>
          <pc:sldMk cId="1766605110" sldId="279"/>
        </pc:sldMkLst>
      </pc:sldChg>
      <pc:sldChg chg="modSp add del mod modTransition modAnim">
        <pc:chgData name="Gledis Guri" userId="83df82f3-47dd-4c7f-8014-681978acda03" providerId="ADAL" clId="{1EB8D719-53E4-B644-BFB5-7538BBE31904}" dt="2025-03-17T01:49:20.672" v="4896" actId="2696"/>
        <pc:sldMkLst>
          <pc:docMk/>
          <pc:sldMk cId="1852933946" sldId="280"/>
        </pc:sldMkLst>
      </pc:sldChg>
      <pc:sldChg chg="add del">
        <pc:chgData name="Gledis Guri" userId="83df82f3-47dd-4c7f-8014-681978acda03" providerId="ADAL" clId="{1EB8D719-53E4-B644-BFB5-7538BBE31904}" dt="2025-03-15T09:26:38.826" v="1400" actId="2696"/>
        <pc:sldMkLst>
          <pc:docMk/>
          <pc:sldMk cId="104466084" sldId="281"/>
        </pc:sldMkLst>
      </pc:sldChg>
      <pc:sldChg chg="addSp delSp modSp new mod modNotesTx">
        <pc:chgData name="Gledis Guri" userId="83df82f3-47dd-4c7f-8014-681978acda03" providerId="ADAL" clId="{1EB8D719-53E4-B644-BFB5-7538BBE31904}" dt="2025-03-17T03:07:56.882" v="7448" actId="20577"/>
        <pc:sldMkLst>
          <pc:docMk/>
          <pc:sldMk cId="2409378424" sldId="281"/>
        </pc:sldMkLst>
      </pc:sldChg>
      <pc:sldChg chg="addSp delSp modSp new mod modAnim modNotesTx">
        <pc:chgData name="Gledis Guri" userId="83df82f3-47dd-4c7f-8014-681978acda03" providerId="ADAL" clId="{1EB8D719-53E4-B644-BFB5-7538BBE31904}" dt="2025-03-17T21:53:40.794" v="12269"/>
        <pc:sldMkLst>
          <pc:docMk/>
          <pc:sldMk cId="2327214295" sldId="282"/>
        </pc:sldMkLst>
      </pc:sldChg>
      <pc:sldChg chg="addSp delSp modSp add del mod modAnim">
        <pc:chgData name="Gledis Guri" userId="83df82f3-47dd-4c7f-8014-681978acda03" providerId="ADAL" clId="{1EB8D719-53E4-B644-BFB5-7538BBE31904}" dt="2025-03-17T03:33:53.408" v="7870" actId="2696"/>
        <pc:sldMkLst>
          <pc:docMk/>
          <pc:sldMk cId="2329703535" sldId="283"/>
        </pc:sldMkLst>
      </pc:sldChg>
      <pc:sldChg chg="addSp delSp modSp add mod delAnim modNotesTx">
        <pc:chgData name="Gledis Guri" userId="83df82f3-47dd-4c7f-8014-681978acda03" providerId="ADAL" clId="{1EB8D719-53E4-B644-BFB5-7538BBE31904}" dt="2025-03-17T04:07:35.609" v="10359" actId="20577"/>
        <pc:sldMkLst>
          <pc:docMk/>
          <pc:sldMk cId="1118291100" sldId="284"/>
        </pc:sldMkLst>
      </pc:sldChg>
      <pc:sldChg chg="addSp delSp modSp add del mod modNotesTx">
        <pc:chgData name="Gledis Guri" userId="83df82f3-47dd-4c7f-8014-681978acda03" providerId="ADAL" clId="{1EB8D719-53E4-B644-BFB5-7538BBE31904}" dt="2025-03-18T07:16:10.349" v="12468" actId="2696"/>
        <pc:sldMkLst>
          <pc:docMk/>
          <pc:sldMk cId="2342041131" sldId="285"/>
        </pc:sldMkLst>
      </pc:sldChg>
      <pc:sldChg chg="addSp delSp modSp add mod ord modNotesTx">
        <pc:chgData name="Gledis Guri" userId="83df82f3-47dd-4c7f-8014-681978acda03" providerId="ADAL" clId="{1EB8D719-53E4-B644-BFB5-7538BBE31904}" dt="2025-03-17T14:49:27.123" v="11042" actId="20577"/>
        <pc:sldMkLst>
          <pc:docMk/>
          <pc:sldMk cId="317328194" sldId="286"/>
        </pc:sldMkLst>
      </pc:sldChg>
      <pc:sldChg chg="add mod ord modShow">
        <pc:chgData name="Gledis Guri" userId="83df82f3-47dd-4c7f-8014-681978acda03" providerId="ADAL" clId="{1EB8D719-53E4-B644-BFB5-7538BBE31904}" dt="2025-03-17T02:58:01.076" v="6348" actId="20578"/>
        <pc:sldMkLst>
          <pc:docMk/>
          <pc:sldMk cId="1698523265" sldId="287"/>
        </pc:sldMkLst>
      </pc:sldChg>
      <pc:sldChg chg="add mod ord replId modShow">
        <pc:chgData name="Gledis Guri" userId="83df82f3-47dd-4c7f-8014-681978acda03" providerId="ADAL" clId="{1EB8D719-53E4-B644-BFB5-7538BBE31904}" dt="2025-03-17T02:58:01.076" v="6348" actId="20578"/>
        <pc:sldMkLst>
          <pc:docMk/>
          <pc:sldMk cId="2354927935" sldId="288"/>
        </pc:sldMkLst>
      </pc:sldChg>
      <pc:sldChg chg="add mod ord replId modShow">
        <pc:chgData name="Gledis Guri" userId="83df82f3-47dd-4c7f-8014-681978acda03" providerId="ADAL" clId="{1EB8D719-53E4-B644-BFB5-7538BBE31904}" dt="2025-03-17T02:58:01.076" v="6348" actId="20578"/>
        <pc:sldMkLst>
          <pc:docMk/>
          <pc:sldMk cId="1784291165" sldId="289"/>
        </pc:sldMkLst>
      </pc:sldChg>
      <pc:sldChg chg="add mod ord replId modShow">
        <pc:chgData name="Gledis Guri" userId="83df82f3-47dd-4c7f-8014-681978acda03" providerId="ADAL" clId="{1EB8D719-53E4-B644-BFB5-7538BBE31904}" dt="2025-03-17T02:58:01.076" v="6348" actId="20578"/>
        <pc:sldMkLst>
          <pc:docMk/>
          <pc:sldMk cId="482437933" sldId="290"/>
        </pc:sldMkLst>
      </pc:sldChg>
      <pc:sldChg chg="add del">
        <pc:chgData name="Gledis Guri" userId="83df82f3-47dd-4c7f-8014-681978acda03" providerId="ADAL" clId="{1EB8D719-53E4-B644-BFB5-7538BBE31904}" dt="2025-03-17T02:53:35.126" v="6305" actId="2696"/>
        <pc:sldMkLst>
          <pc:docMk/>
          <pc:sldMk cId="891925833" sldId="291"/>
        </pc:sldMkLst>
      </pc:sldChg>
      <pc:sldChg chg="addSp delSp modSp add mod modTransition delAnim modAnim modNotesTx">
        <pc:chgData name="Gledis Guri" userId="83df82f3-47dd-4c7f-8014-681978acda03" providerId="ADAL" clId="{1EB8D719-53E4-B644-BFB5-7538BBE31904}" dt="2025-03-17T03:05:11.426" v="7136" actId="20577"/>
        <pc:sldMkLst>
          <pc:docMk/>
          <pc:sldMk cId="791582436" sldId="292"/>
        </pc:sldMkLst>
      </pc:sldChg>
      <pc:sldChg chg="addSp delSp modSp add mod modNotesTx">
        <pc:chgData name="Gledis Guri" userId="83df82f3-47dd-4c7f-8014-681978acda03" providerId="ADAL" clId="{1EB8D719-53E4-B644-BFB5-7538BBE31904}" dt="2025-03-17T03:04:01.702" v="6969" actId="20577"/>
        <pc:sldMkLst>
          <pc:docMk/>
          <pc:sldMk cId="311963029" sldId="293"/>
        </pc:sldMkLst>
      </pc:sldChg>
      <pc:sldChg chg="addSp delSp modSp add del mod modNotesTx">
        <pc:chgData name="Gledis Guri" userId="83df82f3-47dd-4c7f-8014-681978acda03" providerId="ADAL" clId="{1EB8D719-53E4-B644-BFB5-7538BBE31904}" dt="2025-03-17T02:20:42.605" v="5702" actId="2696"/>
        <pc:sldMkLst>
          <pc:docMk/>
          <pc:sldMk cId="674232271" sldId="294"/>
        </pc:sldMkLst>
      </pc:sldChg>
      <pc:sldChg chg="addSp modSp add mod ord modNotesTx">
        <pc:chgData name="Gledis Guri" userId="83df82f3-47dd-4c7f-8014-681978acda03" providerId="ADAL" clId="{1EB8D719-53E4-B644-BFB5-7538BBE31904}" dt="2025-03-17T03:11:49.594" v="7530" actId="207"/>
        <pc:sldMkLst>
          <pc:docMk/>
          <pc:sldMk cId="3162835772" sldId="295"/>
        </pc:sldMkLst>
      </pc:sldChg>
      <pc:sldChg chg="addSp delSp modSp add mod">
        <pc:chgData name="Gledis Guri" userId="83df82f3-47dd-4c7f-8014-681978acda03" providerId="ADAL" clId="{1EB8D719-53E4-B644-BFB5-7538BBE31904}" dt="2025-03-17T02:21:45.295" v="5751" actId="1036"/>
        <pc:sldMkLst>
          <pc:docMk/>
          <pc:sldMk cId="3972235797" sldId="296"/>
        </pc:sldMkLst>
      </pc:sldChg>
      <pc:sldChg chg="addSp delSp modSp add del mod">
        <pc:chgData name="Gledis Guri" userId="83df82f3-47dd-4c7f-8014-681978acda03" providerId="ADAL" clId="{1EB8D719-53E4-B644-BFB5-7538BBE31904}" dt="2025-03-17T02:26:43.033" v="5776" actId="2696"/>
        <pc:sldMkLst>
          <pc:docMk/>
          <pc:sldMk cId="181511653" sldId="297"/>
        </pc:sldMkLst>
      </pc:sldChg>
      <pc:sldChg chg="addSp delSp modSp add del mod">
        <pc:chgData name="Gledis Guri" userId="83df82f3-47dd-4c7f-8014-681978acda03" providerId="ADAL" clId="{1EB8D719-53E4-B644-BFB5-7538BBE31904}" dt="2025-03-17T02:27:04.934" v="5779" actId="2696"/>
        <pc:sldMkLst>
          <pc:docMk/>
          <pc:sldMk cId="3809292033" sldId="298"/>
        </pc:sldMkLst>
      </pc:sldChg>
      <pc:sldChg chg="addSp delSp modSp add mod modNotesTx">
        <pc:chgData name="Gledis Guri" userId="83df82f3-47dd-4c7f-8014-681978acda03" providerId="ADAL" clId="{1EB8D719-53E4-B644-BFB5-7538BBE31904}" dt="2025-03-17T15:16:06.021" v="11487" actId="20577"/>
        <pc:sldMkLst>
          <pc:docMk/>
          <pc:sldMk cId="3291648706" sldId="299"/>
        </pc:sldMkLst>
      </pc:sldChg>
      <pc:sldChg chg="new del">
        <pc:chgData name="Gledis Guri" userId="83df82f3-47dd-4c7f-8014-681978acda03" providerId="ADAL" clId="{1EB8D719-53E4-B644-BFB5-7538BBE31904}" dt="2025-03-17T02:26:47.793" v="5778" actId="680"/>
        <pc:sldMkLst>
          <pc:docMk/>
          <pc:sldMk cId="1891568922" sldId="300"/>
        </pc:sldMkLst>
      </pc:sldChg>
      <pc:sldChg chg="addSp modSp add mod modNotesTx">
        <pc:chgData name="Gledis Guri" userId="83df82f3-47dd-4c7f-8014-681978acda03" providerId="ADAL" clId="{1EB8D719-53E4-B644-BFB5-7538BBE31904}" dt="2025-03-17T15:16:21.232" v="11510" actId="20577"/>
        <pc:sldMkLst>
          <pc:docMk/>
          <pc:sldMk cId="2566455166" sldId="300"/>
        </pc:sldMkLst>
      </pc:sldChg>
      <pc:sldChg chg="addSp delSp modSp add mod modNotesTx">
        <pc:chgData name="Gledis Guri" userId="83df82f3-47dd-4c7f-8014-681978acda03" providerId="ADAL" clId="{1EB8D719-53E4-B644-BFB5-7538BBE31904}" dt="2025-03-17T20:49:05.048" v="11727" actId="20577"/>
        <pc:sldMkLst>
          <pc:docMk/>
          <pc:sldMk cId="424565152" sldId="301"/>
        </pc:sldMkLst>
      </pc:sldChg>
      <pc:sldChg chg="addSp delSp modSp add del mod modNotesTx">
        <pc:chgData name="Gledis Guri" userId="83df82f3-47dd-4c7f-8014-681978acda03" providerId="ADAL" clId="{1EB8D719-53E4-B644-BFB5-7538BBE31904}" dt="2025-03-17T22:05:31.754" v="12270" actId="2696"/>
        <pc:sldMkLst>
          <pc:docMk/>
          <pc:sldMk cId="1469898463" sldId="302"/>
        </pc:sldMkLst>
      </pc:sldChg>
      <pc:sldChg chg="addSp delSp modSp add del mod">
        <pc:chgData name="Gledis Guri" userId="83df82f3-47dd-4c7f-8014-681978acda03" providerId="ADAL" clId="{1EB8D719-53E4-B644-BFB5-7538BBE31904}" dt="2025-03-17T02:57:04.905" v="6345" actId="2696"/>
        <pc:sldMkLst>
          <pc:docMk/>
          <pc:sldMk cId="2385916881" sldId="302"/>
        </pc:sldMkLst>
      </pc:sldChg>
      <pc:sldChg chg="addSp delSp modSp new del mod">
        <pc:chgData name="Gledis Guri" userId="83df82f3-47dd-4c7f-8014-681978acda03" providerId="ADAL" clId="{1EB8D719-53E4-B644-BFB5-7538BBE31904}" dt="2025-03-17T02:45:37.103" v="6216" actId="2696"/>
        <pc:sldMkLst>
          <pc:docMk/>
          <pc:sldMk cId="2686819050" sldId="302"/>
        </pc:sldMkLst>
      </pc:sldChg>
      <pc:sldChg chg="new del">
        <pc:chgData name="Gledis Guri" userId="83df82f3-47dd-4c7f-8014-681978acda03" providerId="ADAL" clId="{1EB8D719-53E4-B644-BFB5-7538BBE31904}" dt="2025-03-17T02:57:07.283" v="6347" actId="680"/>
        <pc:sldMkLst>
          <pc:docMk/>
          <pc:sldMk cId="3188140506" sldId="302"/>
        </pc:sldMkLst>
      </pc:sldChg>
      <pc:sldChg chg="add del">
        <pc:chgData name="Gledis Guri" userId="83df82f3-47dd-4c7f-8014-681978acda03" providerId="ADAL" clId="{1EB8D719-53E4-B644-BFB5-7538BBE31904}" dt="2025-03-17T02:55:57.417" v="6339" actId="2890"/>
        <pc:sldMkLst>
          <pc:docMk/>
          <pc:sldMk cId="1306411711" sldId="303"/>
        </pc:sldMkLst>
      </pc:sldChg>
      <pc:sldChg chg="delSp add del mod">
        <pc:chgData name="Gledis Guri" userId="83df82f3-47dd-4c7f-8014-681978acda03" providerId="ADAL" clId="{1EB8D719-53E4-B644-BFB5-7538BBE31904}" dt="2025-03-17T03:08:43.017" v="7508" actId="2696"/>
        <pc:sldMkLst>
          <pc:docMk/>
          <pc:sldMk cId="3569266621" sldId="303"/>
        </pc:sldMkLst>
      </pc:sldChg>
      <pc:sldChg chg="add del">
        <pc:chgData name="Gledis Guri" userId="83df82f3-47dd-4c7f-8014-681978acda03" providerId="ADAL" clId="{1EB8D719-53E4-B644-BFB5-7538BBE31904}" dt="2025-03-17T02:45:37.102" v="6215" actId="2696"/>
        <pc:sldMkLst>
          <pc:docMk/>
          <pc:sldMk cId="4012811401" sldId="303"/>
        </pc:sldMkLst>
      </pc:sldChg>
      <pc:sldChg chg="addSp delSp modSp add mod modAnim modNotesTx">
        <pc:chgData name="Gledis Guri" userId="83df82f3-47dd-4c7f-8014-681978acda03" providerId="ADAL" clId="{1EB8D719-53E4-B644-BFB5-7538BBE31904}" dt="2025-03-17T21:24:14.820" v="12130" actId="20577"/>
        <pc:sldMkLst>
          <pc:docMk/>
          <pc:sldMk cId="3674873219" sldId="304"/>
        </pc:sldMkLst>
      </pc:sldChg>
      <pc:sldChg chg="addSp modSp add mod ord modNotesTx">
        <pc:chgData name="Gledis Guri" userId="83df82f3-47dd-4c7f-8014-681978acda03" providerId="ADAL" clId="{1EB8D719-53E4-B644-BFB5-7538BBE31904}" dt="2025-03-17T03:43:54.940" v="8209" actId="20577"/>
        <pc:sldMkLst>
          <pc:docMk/>
          <pc:sldMk cId="2673599344" sldId="305"/>
        </pc:sldMkLst>
      </pc:sldChg>
      <pc:sldChg chg="addSp delSp modSp add mod modTransition modAnim modNotesTx">
        <pc:chgData name="Gledis Guri" userId="83df82f3-47dd-4c7f-8014-681978acda03" providerId="ADAL" clId="{1EB8D719-53E4-B644-BFB5-7538BBE31904}" dt="2025-03-18T07:15:28.027" v="12462"/>
        <pc:sldMkLst>
          <pc:docMk/>
          <pc:sldMk cId="1963636134" sldId="306"/>
        </pc:sldMkLst>
      </pc:sldChg>
      <pc:sldChg chg="addSp delSp modSp add mod modTransition modAnim modNotesTx">
        <pc:chgData name="Gledis Guri" userId="83df82f3-47dd-4c7f-8014-681978acda03" providerId="ADAL" clId="{1EB8D719-53E4-B644-BFB5-7538BBE31904}" dt="2025-03-17T21:24:30.645" v="12131" actId="478"/>
        <pc:sldMkLst>
          <pc:docMk/>
          <pc:sldMk cId="325775005" sldId="307"/>
        </pc:sldMkLst>
      </pc:sldChg>
      <pc:sldChg chg="add del">
        <pc:chgData name="Gledis Guri" userId="83df82f3-47dd-4c7f-8014-681978acda03" providerId="ADAL" clId="{1EB8D719-53E4-B644-BFB5-7538BBE31904}" dt="2025-03-17T03:21:04.880" v="7706" actId="2890"/>
        <pc:sldMkLst>
          <pc:docMk/>
          <pc:sldMk cId="1575134095" sldId="307"/>
        </pc:sldMkLst>
      </pc:sldChg>
      <pc:sldChg chg="addSp delSp modSp add mod modTransition modAnim modNotesTx">
        <pc:chgData name="Gledis Guri" userId="83df82f3-47dd-4c7f-8014-681978acda03" providerId="ADAL" clId="{1EB8D719-53E4-B644-BFB5-7538BBE31904}" dt="2025-03-17T21:29:32.229" v="12227" actId="20577"/>
        <pc:sldMkLst>
          <pc:docMk/>
          <pc:sldMk cId="1912275838" sldId="308"/>
        </pc:sldMkLst>
      </pc:sldChg>
      <pc:sldChg chg="addSp delSp modSp add mod addAnim delAnim modAnim modNotesTx">
        <pc:chgData name="Gledis Guri" userId="83df82f3-47dd-4c7f-8014-681978acda03" providerId="ADAL" clId="{1EB8D719-53E4-B644-BFB5-7538BBE31904}" dt="2025-03-18T07:13:17.566" v="12447"/>
        <pc:sldMkLst>
          <pc:docMk/>
          <pc:sldMk cId="1234141672" sldId="309"/>
        </pc:sldMkLst>
      </pc:sldChg>
      <pc:sldChg chg="addSp delSp modSp add del mod">
        <pc:chgData name="Gledis Guri" userId="83df82f3-47dd-4c7f-8014-681978acda03" providerId="ADAL" clId="{1EB8D719-53E4-B644-BFB5-7538BBE31904}" dt="2025-03-17T04:13:28.173" v="10970" actId="2696"/>
        <pc:sldMkLst>
          <pc:docMk/>
          <pc:sldMk cId="958052763" sldId="310"/>
        </pc:sldMkLst>
      </pc:sldChg>
      <pc:sldChg chg="addSp delSp modSp add mod modNotesTx">
        <pc:chgData name="Gledis Guri" userId="83df82f3-47dd-4c7f-8014-681978acda03" providerId="ADAL" clId="{1EB8D719-53E4-B644-BFB5-7538BBE31904}" dt="2025-03-17T22:18:20.221" v="12443" actId="1076"/>
        <pc:sldMkLst>
          <pc:docMk/>
          <pc:sldMk cId="2209353525" sldId="310"/>
        </pc:sldMkLst>
      </pc:sldChg>
      <pc:sldChg chg="delSp modSp add mod delAnim">
        <pc:chgData name="Gledis Guri" userId="83df82f3-47dd-4c7f-8014-681978acda03" providerId="ADAL" clId="{1EB8D719-53E4-B644-BFB5-7538BBE31904}" dt="2025-03-18T07:14:43.183" v="12458" actId="732"/>
        <pc:sldMkLst>
          <pc:docMk/>
          <pc:sldMk cId="2724774758" sldId="311"/>
        </pc:sldMkLst>
      </pc:sldChg>
      <pc:sldChg chg="addSp delSp modSp add mod ord">
        <pc:chgData name="Gledis Guri" userId="83df82f3-47dd-4c7f-8014-681978acda03" providerId="ADAL" clId="{1EB8D719-53E4-B644-BFB5-7538BBE31904}" dt="2025-03-18T07:15:47.678" v="12467" actId="478"/>
        <pc:sldMkLst>
          <pc:docMk/>
          <pc:sldMk cId="3009765417" sldId="312"/>
        </pc:sldMkLst>
      </pc:sldChg>
      <pc:sldChg chg="delSp add del mod setBg delDesignElem">
        <pc:chgData name="Gledis Guri" userId="83df82f3-47dd-4c7f-8014-681978acda03" providerId="ADAL" clId="{1EB8D719-53E4-B644-BFB5-7538BBE31904}" dt="2025-03-17T04:18:37.142" v="11032" actId="2696"/>
        <pc:sldMkLst>
          <pc:docMk/>
          <pc:sldMk cId="1318062252" sldId="559"/>
        </pc:sldMkLst>
      </pc:sldChg>
    </pc:docChg>
  </pc:docChgLst>
  <pc:docChgLst>
    <pc:chgData name="Gledis Guri" userId="83df82f3-47dd-4c7f-8014-681978acda03" providerId="ADAL" clId="{6FA12BF9-6998-5E4A-9B06-8D4C52C156CE}"/>
    <pc:docChg chg="undo custSel modSld">
      <pc:chgData name="Gledis Guri" userId="83df82f3-47dd-4c7f-8014-681978acda03" providerId="ADAL" clId="{6FA12BF9-6998-5E4A-9B06-8D4C52C156CE}" dt="2025-06-23T03:54:14.710" v="2" actId="1076"/>
      <pc:docMkLst>
        <pc:docMk/>
      </pc:docMkLst>
      <pc:sldChg chg="modSp mod">
        <pc:chgData name="Gledis Guri" userId="83df82f3-47dd-4c7f-8014-681978acda03" providerId="ADAL" clId="{6FA12BF9-6998-5E4A-9B06-8D4C52C156CE}" dt="2025-06-23T03:54:14.710" v="2" actId="1076"/>
        <pc:sldMkLst>
          <pc:docMk/>
          <pc:sldMk cId="2679586783" sldId="266"/>
        </pc:sldMkLst>
      </pc:sldChg>
    </pc:docChg>
  </pc:docChgLst>
  <pc:docChgLst>
    <pc:chgData name="Gledis Guri" userId="83df82f3-47dd-4c7f-8014-681978acda03" providerId="ADAL" clId="{4ACBB8A1-FBE2-5251-858B-E09541376FB7}"/>
    <pc:docChg chg="undo custSel addSld delSld modSld sldOrd">
      <pc:chgData name="Gledis Guri" userId="83df82f3-47dd-4c7f-8014-681978acda03" providerId="ADAL" clId="{4ACBB8A1-FBE2-5251-858B-E09541376FB7}" dt="2025-08-14T05:57:24.796" v="74" actId="1076"/>
      <pc:docMkLst>
        <pc:docMk/>
      </pc:docMkLst>
      <pc:sldChg chg="addSp delSp modSp mod delAnim modAnim">
        <pc:chgData name="Gledis Guri" userId="83df82f3-47dd-4c7f-8014-681978acda03" providerId="ADAL" clId="{4ACBB8A1-FBE2-5251-858B-E09541376FB7}" dt="2025-08-14T05:52:27.969" v="42" actId="21"/>
        <pc:sldMkLst>
          <pc:docMk/>
          <pc:sldMk cId="1581182220" sldId="439"/>
        </pc:sldMkLst>
        <pc:spChg chg="add del mod">
          <ac:chgData name="Gledis Guri" userId="83df82f3-47dd-4c7f-8014-681978acda03" providerId="ADAL" clId="{4ACBB8A1-FBE2-5251-858B-E09541376FB7}" dt="2025-08-14T05:52:27.969" v="42" actId="21"/>
          <ac:spMkLst>
            <pc:docMk/>
            <pc:sldMk cId="1581182220" sldId="439"/>
            <ac:spMk id="3" creationId="{B9320679-5387-1FC5-4951-AA883E148278}"/>
          </ac:spMkLst>
        </pc:spChg>
      </pc:sldChg>
      <pc:sldChg chg="mod modShow">
        <pc:chgData name="Gledis Guri" userId="83df82f3-47dd-4c7f-8014-681978acda03" providerId="ADAL" clId="{4ACBB8A1-FBE2-5251-858B-E09541376FB7}" dt="2025-08-14T05:55:46.204" v="49" actId="729"/>
        <pc:sldMkLst>
          <pc:docMk/>
          <pc:sldMk cId="549345123" sldId="442"/>
        </pc:sldMkLst>
      </pc:sldChg>
      <pc:sldChg chg="modSp mod">
        <pc:chgData name="Gledis Guri" userId="83df82f3-47dd-4c7f-8014-681978acda03" providerId="ADAL" clId="{4ACBB8A1-FBE2-5251-858B-E09541376FB7}" dt="2025-08-14T05:57:24.796" v="74" actId="1076"/>
        <pc:sldMkLst>
          <pc:docMk/>
          <pc:sldMk cId="267509714" sldId="445"/>
        </pc:sldMkLst>
        <pc:spChg chg="mod">
          <ac:chgData name="Gledis Guri" userId="83df82f3-47dd-4c7f-8014-681978acda03" providerId="ADAL" clId="{4ACBB8A1-FBE2-5251-858B-E09541376FB7}" dt="2025-08-14T05:57:24.796" v="74" actId="1076"/>
          <ac:spMkLst>
            <pc:docMk/>
            <pc:sldMk cId="267509714" sldId="445"/>
            <ac:spMk id="8" creationId="{EAFE8800-6399-D480-8F52-C1E3DE440323}"/>
          </ac:spMkLst>
        </pc:spChg>
        <pc:picChg chg="mod">
          <ac:chgData name="Gledis Guri" userId="83df82f3-47dd-4c7f-8014-681978acda03" providerId="ADAL" clId="{4ACBB8A1-FBE2-5251-858B-E09541376FB7}" dt="2025-08-14T05:57:24.796" v="74" actId="1076"/>
          <ac:picMkLst>
            <pc:docMk/>
            <pc:sldMk cId="267509714" sldId="445"/>
            <ac:picMk id="6" creationId="{3C6B432A-1F96-3057-219A-7636CB7800FF}"/>
          </ac:picMkLst>
        </pc:picChg>
      </pc:sldChg>
      <pc:sldChg chg="delSp del mod">
        <pc:chgData name="Gledis Guri" userId="83df82f3-47dd-4c7f-8014-681978acda03" providerId="ADAL" clId="{4ACBB8A1-FBE2-5251-858B-E09541376FB7}" dt="2025-08-14T05:56:52.282" v="70" actId="2696"/>
        <pc:sldMkLst>
          <pc:docMk/>
          <pc:sldMk cId="3752811069" sldId="446"/>
        </pc:sldMkLst>
        <pc:spChg chg="del">
          <ac:chgData name="Gledis Guri" userId="83df82f3-47dd-4c7f-8014-681978acda03" providerId="ADAL" clId="{4ACBB8A1-FBE2-5251-858B-E09541376FB7}" dt="2025-08-14T05:56:04.384" v="52" actId="21"/>
          <ac:spMkLst>
            <pc:docMk/>
            <pc:sldMk cId="3752811069" sldId="446"/>
            <ac:spMk id="7" creationId="{01FDC065-AF54-6629-CA42-FA1F5139A3FF}"/>
          </ac:spMkLst>
        </pc:spChg>
      </pc:sldChg>
      <pc:sldChg chg="addSp delSp modSp add mod modTransition modAnim">
        <pc:chgData name="Gledis Guri" userId="83df82f3-47dd-4c7f-8014-681978acda03" providerId="ADAL" clId="{4ACBB8A1-FBE2-5251-858B-E09541376FB7}" dt="2025-08-14T05:53:05.289" v="48"/>
        <pc:sldMkLst>
          <pc:docMk/>
          <pc:sldMk cId="4144850393" sldId="479"/>
        </pc:sldMkLst>
        <pc:spChg chg="add mod">
          <ac:chgData name="Gledis Guri" userId="83df82f3-47dd-4c7f-8014-681978acda03" providerId="ADAL" clId="{4ACBB8A1-FBE2-5251-858B-E09541376FB7}" dt="2025-08-14T05:52:40.640" v="46" actId="1076"/>
          <ac:spMkLst>
            <pc:docMk/>
            <pc:sldMk cId="4144850393" sldId="479"/>
            <ac:spMk id="3" creationId="{0996B490-9F11-2028-F7C2-D62693D4830D}"/>
          </ac:spMkLst>
        </pc:spChg>
        <pc:spChg chg="del">
          <ac:chgData name="Gledis Guri" userId="83df82f3-47dd-4c7f-8014-681978acda03" providerId="ADAL" clId="{4ACBB8A1-FBE2-5251-858B-E09541376FB7}" dt="2025-08-14T05:52:36.577" v="45" actId="478"/>
          <ac:spMkLst>
            <pc:docMk/>
            <pc:sldMk cId="4144850393" sldId="479"/>
            <ac:spMk id="4" creationId="{31560F11-87E5-2287-798D-09ACE348C470}"/>
          </ac:spMkLst>
        </pc:spChg>
        <pc:spChg chg="del">
          <ac:chgData name="Gledis Guri" userId="83df82f3-47dd-4c7f-8014-681978acda03" providerId="ADAL" clId="{4ACBB8A1-FBE2-5251-858B-E09541376FB7}" dt="2025-08-14T05:52:36.577" v="45" actId="478"/>
          <ac:spMkLst>
            <pc:docMk/>
            <pc:sldMk cId="4144850393" sldId="479"/>
            <ac:spMk id="6" creationId="{4AE5E96E-C6C6-5D31-BF19-4F3A7059A07F}"/>
          </ac:spMkLst>
        </pc:spChg>
        <pc:picChg chg="del">
          <ac:chgData name="Gledis Guri" userId="83df82f3-47dd-4c7f-8014-681978acda03" providerId="ADAL" clId="{4ACBB8A1-FBE2-5251-858B-E09541376FB7}" dt="2025-08-14T05:52:33.463" v="43" actId="478"/>
          <ac:picMkLst>
            <pc:docMk/>
            <pc:sldMk cId="4144850393" sldId="479"/>
            <ac:picMk id="2" creationId="{851B56DB-0D31-D3F9-8A8E-3C79A9467FCD}"/>
          </ac:picMkLst>
        </pc:picChg>
      </pc:sldChg>
      <pc:sldChg chg="addSp delSp modSp add mod ord">
        <pc:chgData name="Gledis Guri" userId="83df82f3-47dd-4c7f-8014-681978acda03" providerId="ADAL" clId="{4ACBB8A1-FBE2-5251-858B-E09541376FB7}" dt="2025-08-14T05:56:48.805" v="69" actId="1038"/>
        <pc:sldMkLst>
          <pc:docMk/>
          <pc:sldMk cId="3633309292" sldId="480"/>
        </pc:sldMkLst>
        <pc:spChg chg="del">
          <ac:chgData name="Gledis Guri" userId="83df82f3-47dd-4c7f-8014-681978acda03" providerId="ADAL" clId="{4ACBB8A1-FBE2-5251-858B-E09541376FB7}" dt="2025-08-14T05:56:41.301" v="64" actId="478"/>
          <ac:spMkLst>
            <pc:docMk/>
            <pc:sldMk cId="3633309292" sldId="480"/>
            <ac:spMk id="5" creationId="{6BB85222-2B4F-EADD-BA32-492CA441BB5C}"/>
          </ac:spMkLst>
        </pc:spChg>
        <pc:spChg chg="add mod">
          <ac:chgData name="Gledis Guri" userId="83df82f3-47dd-4c7f-8014-681978acda03" providerId="ADAL" clId="{4ACBB8A1-FBE2-5251-858B-E09541376FB7}" dt="2025-08-14T05:56:48.805" v="69" actId="1038"/>
          <ac:spMkLst>
            <pc:docMk/>
            <pc:sldMk cId="3633309292" sldId="480"/>
            <ac:spMk id="7" creationId="{31F18FA2-15AE-FA1C-F5F5-FF32F504F6BC}"/>
          </ac:spMkLst>
        </pc:spChg>
        <pc:spChg chg="del">
          <ac:chgData name="Gledis Guri" userId="83df82f3-47dd-4c7f-8014-681978acda03" providerId="ADAL" clId="{4ACBB8A1-FBE2-5251-858B-E09541376FB7}" dt="2025-08-14T05:56:41.301" v="64" actId="478"/>
          <ac:spMkLst>
            <pc:docMk/>
            <pc:sldMk cId="3633309292" sldId="480"/>
            <ac:spMk id="8" creationId="{BC4D4A3A-D228-BD5B-D61B-9261B241B9FC}"/>
          </ac:spMkLst>
        </pc:spChg>
        <pc:spChg chg="del">
          <ac:chgData name="Gledis Guri" userId="83df82f3-47dd-4c7f-8014-681978acda03" providerId="ADAL" clId="{4ACBB8A1-FBE2-5251-858B-E09541376FB7}" dt="2025-08-14T05:56:41.301" v="64" actId="478"/>
          <ac:spMkLst>
            <pc:docMk/>
            <pc:sldMk cId="3633309292" sldId="480"/>
            <ac:spMk id="9" creationId="{798E52BA-CDAE-EAC6-E7B5-9E732D18D1B0}"/>
          </ac:spMkLst>
        </pc:spChg>
        <pc:spChg chg="del">
          <ac:chgData name="Gledis Guri" userId="83df82f3-47dd-4c7f-8014-681978acda03" providerId="ADAL" clId="{4ACBB8A1-FBE2-5251-858B-E09541376FB7}" dt="2025-08-14T05:56:41.301" v="64" actId="478"/>
          <ac:spMkLst>
            <pc:docMk/>
            <pc:sldMk cId="3633309292" sldId="480"/>
            <ac:spMk id="10" creationId="{1A2C9EE0-6A2C-CE83-317E-1F50B0502C50}"/>
          </ac:spMkLst>
        </pc:spChg>
        <pc:spChg chg="del">
          <ac:chgData name="Gledis Guri" userId="83df82f3-47dd-4c7f-8014-681978acda03" providerId="ADAL" clId="{4ACBB8A1-FBE2-5251-858B-E09541376FB7}" dt="2025-08-14T05:56:38.507" v="63" actId="478"/>
          <ac:spMkLst>
            <pc:docMk/>
            <pc:sldMk cId="3633309292" sldId="480"/>
            <ac:spMk id="11" creationId="{1D37E560-A0BA-E8BA-0B02-8E3CBC995FFF}"/>
          </ac:spMkLst>
        </pc:spChg>
        <pc:spChg chg="del">
          <ac:chgData name="Gledis Guri" userId="83df82f3-47dd-4c7f-8014-681978acda03" providerId="ADAL" clId="{4ACBB8A1-FBE2-5251-858B-E09541376FB7}" dt="2025-08-14T05:56:32.100" v="62" actId="478"/>
          <ac:spMkLst>
            <pc:docMk/>
            <pc:sldMk cId="3633309292" sldId="480"/>
            <ac:spMk id="12" creationId="{434A1C89-17E3-2961-00EF-4DB3262A1DB9}"/>
          </ac:spMkLst>
        </pc:spChg>
        <pc:spChg chg="del">
          <ac:chgData name="Gledis Guri" userId="83df82f3-47dd-4c7f-8014-681978acda03" providerId="ADAL" clId="{4ACBB8A1-FBE2-5251-858B-E09541376FB7}" dt="2025-08-14T05:56:32.100" v="62" actId="478"/>
          <ac:spMkLst>
            <pc:docMk/>
            <pc:sldMk cId="3633309292" sldId="480"/>
            <ac:spMk id="13" creationId="{1C2950B1-FC15-8373-86DC-40F399191EE7}"/>
          </ac:spMkLst>
        </pc:spChg>
        <pc:spChg chg="del">
          <ac:chgData name="Gledis Guri" userId="83df82f3-47dd-4c7f-8014-681978acda03" providerId="ADAL" clId="{4ACBB8A1-FBE2-5251-858B-E09541376FB7}" dt="2025-08-14T05:56:32.100" v="62" actId="478"/>
          <ac:spMkLst>
            <pc:docMk/>
            <pc:sldMk cId="3633309292" sldId="480"/>
            <ac:spMk id="14" creationId="{7CC94FB1-2CF6-98CE-7E3B-7DCCF2E4CB8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E5B2B-79B2-EE4F-BB2D-AD1FEE52B0CA}" type="datetimeFigureOut">
              <a:rPr lang="en-US" smtClean="0"/>
              <a:t>9/11/26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C938E5-E2F5-0B4A-8F9C-CA2DCFE8720C}" type="slidenum">
              <a:rPr lang="en-US" smtClean="0"/>
              <a:t>‹#›</a:t>
            </a:fld>
            <a:endParaRPr lang="en-US"/>
          </a:p>
        </p:txBody>
      </p:sp>
    </p:spTree>
    <p:extLst>
      <p:ext uri="{BB962C8B-B14F-4D97-AF65-F5344CB8AC3E}">
        <p14:creationId xmlns:p14="http://schemas.microsoft.com/office/powerpoint/2010/main" val="2182774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Gledis Guri, short Gled, postdoc at eDNA collaborative at University of Washington. This talk is all about how to make eDNA metabarcoding quantitative.</a:t>
            </a:r>
          </a:p>
        </p:txBody>
      </p:sp>
      <p:sp>
        <p:nvSpPr>
          <p:cNvPr id="4" name="Slide Number Placeholder 3"/>
          <p:cNvSpPr>
            <a:spLocks noGrp="1"/>
          </p:cNvSpPr>
          <p:nvPr>
            <p:ph type="sldNum" sz="quarter" idx="5"/>
          </p:nvPr>
        </p:nvSpPr>
        <p:spPr/>
        <p:txBody>
          <a:bodyPr/>
          <a:lstStyle/>
          <a:p>
            <a:fld id="{B9C938E5-E2F5-0B4A-8F9C-CA2DCFE8720C}" type="slidenum">
              <a:rPr lang="en-US" smtClean="0"/>
              <a:t>1</a:t>
            </a:fld>
            <a:endParaRPr lang="en-US"/>
          </a:p>
        </p:txBody>
      </p:sp>
    </p:spTree>
    <p:extLst>
      <p:ext uri="{BB962C8B-B14F-4D97-AF65-F5344CB8AC3E}">
        <p14:creationId xmlns:p14="http://schemas.microsoft.com/office/powerpoint/2010/main" val="510706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i="1" u="sng" dirty="0"/>
          </a:p>
        </p:txBody>
      </p:sp>
      <p:sp>
        <p:nvSpPr>
          <p:cNvPr id="4" name="Slide Number Placeholder 3"/>
          <p:cNvSpPr>
            <a:spLocks noGrp="1"/>
          </p:cNvSpPr>
          <p:nvPr>
            <p:ph type="sldNum" sz="quarter" idx="5"/>
          </p:nvPr>
        </p:nvSpPr>
        <p:spPr/>
        <p:txBody>
          <a:bodyPr/>
          <a:lstStyle/>
          <a:p>
            <a:fld id="{5468C718-0D97-D145-A73F-DB2555502B12}" type="slidenum">
              <a:rPr lang="en-NO" smtClean="0"/>
              <a:t>2</a:t>
            </a:fld>
            <a:endParaRPr lang="en-NO"/>
          </a:p>
        </p:txBody>
      </p:sp>
    </p:spTree>
    <p:extLst>
      <p:ext uri="{BB962C8B-B14F-4D97-AF65-F5344CB8AC3E}">
        <p14:creationId xmlns:p14="http://schemas.microsoft.com/office/powerpoint/2010/main" val="3790427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u="sng" dirty="0"/>
              <a:t>Therefore, Governmental or National Agencies</a:t>
            </a:r>
          </a:p>
          <a:p>
            <a:endParaRPr lang="en-GB" i="1" dirty="0"/>
          </a:p>
          <a:p>
            <a:r>
              <a:rPr lang="en-GB" i="1" dirty="0"/>
              <a:t>Such as NOAA in the US and IMR in Norway, and many other IMR’s in other countries are invested to protect and manage those resources. Typically, these agencies conduct resource assessments.</a:t>
            </a:r>
          </a:p>
          <a:p>
            <a:endParaRPr lang="en-GB" i="1" dirty="0"/>
          </a:p>
          <a:p>
            <a:r>
              <a:rPr lang="en-GB" i="1" dirty="0"/>
              <a:t>In international scale (***) UNCLOS sets the regulation for sustainable use of Marine Resources.</a:t>
            </a:r>
          </a:p>
          <a:p>
            <a:br>
              <a:rPr lang="en-GB" i="1" dirty="0"/>
            </a:br>
            <a:r>
              <a:rPr lang="en-GB" i="1" dirty="0"/>
              <a:t>Additionally other (***) advisory working groups or frameworks between countries helps to set the regulations for Marine Resource management</a:t>
            </a:r>
          </a:p>
        </p:txBody>
      </p:sp>
      <p:sp>
        <p:nvSpPr>
          <p:cNvPr id="4" name="Slide Number Placeholder 3"/>
          <p:cNvSpPr>
            <a:spLocks noGrp="1"/>
          </p:cNvSpPr>
          <p:nvPr>
            <p:ph type="sldNum" sz="quarter" idx="5"/>
          </p:nvPr>
        </p:nvSpPr>
        <p:spPr/>
        <p:txBody>
          <a:bodyPr/>
          <a:lstStyle/>
          <a:p>
            <a:fld id="{5468C718-0D97-D145-A73F-DB2555502B12}" type="slidenum">
              <a:rPr lang="en-NO" smtClean="0"/>
              <a:t>3</a:t>
            </a:fld>
            <a:endParaRPr lang="en-NO"/>
          </a:p>
        </p:txBody>
      </p:sp>
    </p:spTree>
    <p:extLst>
      <p:ext uri="{BB962C8B-B14F-4D97-AF65-F5344CB8AC3E}">
        <p14:creationId xmlns:p14="http://schemas.microsoft.com/office/powerpoint/2010/main" val="772564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ECF86-432A-59C1-ADF6-7CD990DAD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9A86B-D23B-A5E5-941E-FE70816D8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E44FD-7F50-CC1B-30BF-55232E127AEE}"/>
              </a:ext>
            </a:extLst>
          </p:cNvPr>
          <p:cNvSpPr>
            <a:spLocks noGrp="1"/>
          </p:cNvSpPr>
          <p:nvPr>
            <p:ph type="body" idx="1"/>
          </p:nvPr>
        </p:nvSpPr>
        <p:spPr/>
        <p:txBody>
          <a:bodyPr/>
          <a:lstStyle/>
          <a:p>
            <a:r>
              <a:rPr lang="en-GB" i="1" u="sng" dirty="0"/>
              <a:t>Therefore, Governmental or National Agencies</a:t>
            </a:r>
          </a:p>
          <a:p>
            <a:endParaRPr lang="en-GB" i="1" dirty="0"/>
          </a:p>
          <a:p>
            <a:r>
              <a:rPr lang="en-GB" i="1" dirty="0"/>
              <a:t>Such as NOAA in the US and IMR in Norway, and many other IMR’s in other countries are invested to protect and manage those resources. Typically, these agencies conduct resource assessments.</a:t>
            </a:r>
          </a:p>
          <a:p>
            <a:endParaRPr lang="en-GB" i="1" dirty="0"/>
          </a:p>
          <a:p>
            <a:r>
              <a:rPr lang="en-GB" i="1" dirty="0"/>
              <a:t>In international scale (***) UNCLOS sets the regulation for sustainable use of Marine Resources.</a:t>
            </a:r>
          </a:p>
          <a:p>
            <a:br>
              <a:rPr lang="en-GB" i="1" dirty="0"/>
            </a:br>
            <a:r>
              <a:rPr lang="en-GB" i="1" dirty="0"/>
              <a:t>Additionally other (***) advisory working groups or frameworks between countries helps to set the regulations for Marine Resource management</a:t>
            </a:r>
          </a:p>
        </p:txBody>
      </p:sp>
      <p:sp>
        <p:nvSpPr>
          <p:cNvPr id="4" name="Slide Number Placeholder 3">
            <a:extLst>
              <a:ext uri="{FF2B5EF4-FFF2-40B4-BE49-F238E27FC236}">
                <a16:creationId xmlns:a16="http://schemas.microsoft.com/office/drawing/2014/main" id="{B105E481-2AEC-858B-5194-548A848842F9}"/>
              </a:ext>
            </a:extLst>
          </p:cNvPr>
          <p:cNvSpPr>
            <a:spLocks noGrp="1"/>
          </p:cNvSpPr>
          <p:nvPr>
            <p:ph type="sldNum" sz="quarter" idx="5"/>
          </p:nvPr>
        </p:nvSpPr>
        <p:spPr/>
        <p:txBody>
          <a:bodyPr/>
          <a:lstStyle/>
          <a:p>
            <a:fld id="{5468C718-0D97-D145-A73F-DB2555502B12}" type="slidenum">
              <a:rPr lang="en-NO" smtClean="0"/>
              <a:t>4</a:t>
            </a:fld>
            <a:endParaRPr lang="en-NO"/>
          </a:p>
        </p:txBody>
      </p:sp>
    </p:spTree>
    <p:extLst>
      <p:ext uri="{BB962C8B-B14F-4D97-AF65-F5344CB8AC3E}">
        <p14:creationId xmlns:p14="http://schemas.microsoft.com/office/powerpoint/2010/main" val="1637164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2BDB3-E834-78F4-F95D-EB13958F55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F91C3-CDDA-CA8C-9C7B-2D665A0935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E6057-320A-903A-DE4C-AACA819F2B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DB72AB-6053-2C92-222D-542CAB9B462C}"/>
              </a:ext>
            </a:extLst>
          </p:cNvPr>
          <p:cNvSpPr>
            <a:spLocks noGrp="1"/>
          </p:cNvSpPr>
          <p:nvPr>
            <p:ph type="sldNum" sz="quarter" idx="5"/>
          </p:nvPr>
        </p:nvSpPr>
        <p:spPr/>
        <p:txBody>
          <a:bodyPr/>
          <a:lstStyle/>
          <a:p>
            <a:fld id="{17A952EF-A218-C74E-BB9C-6093A1CD3AD7}" type="slidenum">
              <a:rPr lang="en-US" smtClean="0"/>
              <a:t>5</a:t>
            </a:fld>
            <a:endParaRPr lang="en-US"/>
          </a:p>
        </p:txBody>
      </p:sp>
    </p:spTree>
    <p:extLst>
      <p:ext uri="{BB962C8B-B14F-4D97-AF65-F5344CB8AC3E}">
        <p14:creationId xmlns:p14="http://schemas.microsoft.com/office/powerpoint/2010/main" val="2349508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F2034-96C1-5DB4-89D3-FE248864F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3307A-B37C-6BBA-91AB-FC74B2E4A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DFD4F-0412-ACBA-6CA1-6B94B39D64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5569FD-63F8-01A9-0E08-9542908D9DA5}"/>
              </a:ext>
            </a:extLst>
          </p:cNvPr>
          <p:cNvSpPr>
            <a:spLocks noGrp="1"/>
          </p:cNvSpPr>
          <p:nvPr>
            <p:ph type="sldNum" sz="quarter" idx="5"/>
          </p:nvPr>
        </p:nvSpPr>
        <p:spPr/>
        <p:txBody>
          <a:bodyPr/>
          <a:lstStyle/>
          <a:p>
            <a:fld id="{17A952EF-A218-C74E-BB9C-6093A1CD3AD7}" type="slidenum">
              <a:rPr lang="en-US" smtClean="0"/>
              <a:t>6</a:t>
            </a:fld>
            <a:endParaRPr lang="en-US"/>
          </a:p>
        </p:txBody>
      </p:sp>
    </p:spTree>
    <p:extLst>
      <p:ext uri="{BB962C8B-B14F-4D97-AF65-F5344CB8AC3E}">
        <p14:creationId xmlns:p14="http://schemas.microsoft.com/office/powerpoint/2010/main" val="737069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C2A9C-5A47-393A-3ECF-A043CD741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F2CA0-9EAE-7448-FBFA-61E34E4EA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000B9C-0BD6-448C-51C9-57E0A9CFB6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3E166A-C780-C25A-C23B-BDCD54B2366D}"/>
              </a:ext>
            </a:extLst>
          </p:cNvPr>
          <p:cNvSpPr>
            <a:spLocks noGrp="1"/>
          </p:cNvSpPr>
          <p:nvPr>
            <p:ph type="sldNum" sz="quarter" idx="5"/>
          </p:nvPr>
        </p:nvSpPr>
        <p:spPr/>
        <p:txBody>
          <a:bodyPr/>
          <a:lstStyle/>
          <a:p>
            <a:fld id="{17A952EF-A218-C74E-BB9C-6093A1CD3AD7}" type="slidenum">
              <a:rPr lang="en-US" smtClean="0"/>
              <a:t>7</a:t>
            </a:fld>
            <a:endParaRPr lang="en-US"/>
          </a:p>
        </p:txBody>
      </p:sp>
    </p:spTree>
    <p:extLst>
      <p:ext uri="{BB962C8B-B14F-4D97-AF65-F5344CB8AC3E}">
        <p14:creationId xmlns:p14="http://schemas.microsoft.com/office/powerpoint/2010/main" val="74888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3D1B-7C0C-2B95-8059-27B2510AB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60D0E-E3B3-2511-4A8D-CA8621213F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E0943-E7E8-6B23-1DC5-6920FDB97325}"/>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8CA98515-4CB5-FFDE-565D-EEE50264CBCF}"/>
              </a:ext>
            </a:extLst>
          </p:cNvPr>
          <p:cNvSpPr>
            <a:spLocks noGrp="1"/>
          </p:cNvSpPr>
          <p:nvPr>
            <p:ph type="sldNum" sz="quarter" idx="5"/>
          </p:nvPr>
        </p:nvSpPr>
        <p:spPr/>
        <p:txBody>
          <a:bodyPr/>
          <a:lstStyle/>
          <a:p>
            <a:fld id="{B9C938E5-E2F5-0B4A-8F9C-CA2DCFE8720C}" type="slidenum">
              <a:rPr lang="en-US" smtClean="0"/>
              <a:t>8</a:t>
            </a:fld>
            <a:endParaRPr lang="en-US"/>
          </a:p>
        </p:txBody>
      </p:sp>
    </p:spTree>
    <p:extLst>
      <p:ext uri="{BB962C8B-B14F-4D97-AF65-F5344CB8AC3E}">
        <p14:creationId xmlns:p14="http://schemas.microsoft.com/office/powerpoint/2010/main" val="1506725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0FD33-8FE4-AFD5-DD3E-8AE68B457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63632-C449-9FAD-0811-660444256B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322AB-93AA-6D74-7FB2-FDE5CCD3A17E}"/>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14B02973-1FE7-06D5-BAC7-93A00E3A85EB}"/>
              </a:ext>
            </a:extLst>
          </p:cNvPr>
          <p:cNvSpPr>
            <a:spLocks noGrp="1"/>
          </p:cNvSpPr>
          <p:nvPr>
            <p:ph type="sldNum" sz="quarter" idx="5"/>
          </p:nvPr>
        </p:nvSpPr>
        <p:spPr/>
        <p:txBody>
          <a:bodyPr/>
          <a:lstStyle/>
          <a:p>
            <a:fld id="{B9C938E5-E2F5-0B4A-8F9C-CA2DCFE8720C}" type="slidenum">
              <a:rPr lang="en-US" smtClean="0"/>
              <a:t>9</a:t>
            </a:fld>
            <a:endParaRPr lang="en-US"/>
          </a:p>
        </p:txBody>
      </p:sp>
    </p:spTree>
    <p:extLst>
      <p:ext uri="{BB962C8B-B14F-4D97-AF65-F5344CB8AC3E}">
        <p14:creationId xmlns:p14="http://schemas.microsoft.com/office/powerpoint/2010/main" val="3927664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p:cNvSpPr>
            <a:spLocks noGrp="1"/>
          </p:cNvSpPr>
          <p:nvPr>
            <p:ph type="sldNum" sz="quarter" idx="5"/>
          </p:nvPr>
        </p:nvSpPr>
        <p:spPr/>
        <p:txBody>
          <a:bodyPr/>
          <a:lstStyle/>
          <a:p>
            <a:fld id="{B9C938E5-E2F5-0B4A-8F9C-CA2DCFE8720C}" type="slidenum">
              <a:rPr lang="en-US" smtClean="0"/>
              <a:t>10</a:t>
            </a:fld>
            <a:endParaRPr lang="en-US"/>
          </a:p>
        </p:txBody>
      </p:sp>
    </p:spTree>
    <p:extLst>
      <p:ext uri="{BB962C8B-B14F-4D97-AF65-F5344CB8AC3E}">
        <p14:creationId xmlns:p14="http://schemas.microsoft.com/office/powerpoint/2010/main" val="2900487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69E13-0DF7-38CC-998E-39EFC13205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C3178-6F31-6747-E805-EFF1557DCD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028ED-F7D5-6021-D3CE-773F97BE6C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DD0CE5-2B0C-1B84-E760-964918BC5351}"/>
              </a:ext>
            </a:extLst>
          </p:cNvPr>
          <p:cNvSpPr>
            <a:spLocks noGrp="1"/>
          </p:cNvSpPr>
          <p:nvPr>
            <p:ph type="sldNum" sz="quarter" idx="5"/>
          </p:nvPr>
        </p:nvSpPr>
        <p:spPr/>
        <p:txBody>
          <a:bodyPr/>
          <a:lstStyle/>
          <a:p>
            <a:fld id="{17A952EF-A218-C74E-BB9C-6093A1CD3AD7}" type="slidenum">
              <a:rPr lang="en-US" smtClean="0"/>
              <a:t>11</a:t>
            </a:fld>
            <a:endParaRPr lang="en-US"/>
          </a:p>
        </p:txBody>
      </p:sp>
    </p:spTree>
    <p:extLst>
      <p:ext uri="{BB962C8B-B14F-4D97-AF65-F5344CB8AC3E}">
        <p14:creationId xmlns:p14="http://schemas.microsoft.com/office/powerpoint/2010/main" val="3109930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89AE1-5880-A870-0F41-383E8073D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589FE-57A4-67F3-D8E1-5BF2D5F285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BCF7E-69A6-9500-946A-E24EFEC83B9F}"/>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42AE86C3-1B9C-C7C5-839A-57B122635C52}"/>
              </a:ext>
            </a:extLst>
          </p:cNvPr>
          <p:cNvSpPr>
            <a:spLocks noGrp="1"/>
          </p:cNvSpPr>
          <p:nvPr>
            <p:ph type="sldNum" sz="quarter" idx="5"/>
          </p:nvPr>
        </p:nvSpPr>
        <p:spPr/>
        <p:txBody>
          <a:bodyPr/>
          <a:lstStyle/>
          <a:p>
            <a:fld id="{B9C938E5-E2F5-0B4A-8F9C-CA2DCFE8720C}" type="slidenum">
              <a:rPr lang="en-US" smtClean="0"/>
              <a:t>12</a:t>
            </a:fld>
            <a:endParaRPr lang="en-US"/>
          </a:p>
        </p:txBody>
      </p:sp>
    </p:spTree>
    <p:extLst>
      <p:ext uri="{BB962C8B-B14F-4D97-AF65-F5344CB8AC3E}">
        <p14:creationId xmlns:p14="http://schemas.microsoft.com/office/powerpoint/2010/main" val="1584684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C6DA6-F880-DB5D-406D-2488C9CE6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BEE8A-8E03-5453-1EB1-829E5079D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28C36-2AC4-4870-8470-6EADD620603A}"/>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E9603FD3-8364-D204-C0FB-27F9895027CD}"/>
              </a:ext>
            </a:extLst>
          </p:cNvPr>
          <p:cNvSpPr>
            <a:spLocks noGrp="1"/>
          </p:cNvSpPr>
          <p:nvPr>
            <p:ph type="sldNum" sz="quarter" idx="5"/>
          </p:nvPr>
        </p:nvSpPr>
        <p:spPr/>
        <p:txBody>
          <a:bodyPr/>
          <a:lstStyle/>
          <a:p>
            <a:fld id="{B9C938E5-E2F5-0B4A-8F9C-CA2DCFE8720C}" type="slidenum">
              <a:rPr lang="en-US" smtClean="0"/>
              <a:t>13</a:t>
            </a:fld>
            <a:endParaRPr lang="en-US"/>
          </a:p>
        </p:txBody>
      </p:sp>
    </p:spTree>
    <p:extLst>
      <p:ext uri="{BB962C8B-B14F-4D97-AF65-F5344CB8AC3E}">
        <p14:creationId xmlns:p14="http://schemas.microsoft.com/office/powerpoint/2010/main" val="3579638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593B3-83A0-38A5-8D14-EDF002BF8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59402-69CF-6F5B-21E3-3219C3AD4E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8D1E1-B22A-5C0F-2659-822741368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AFCBCE-9EB8-EA96-0D00-29BA53CB25FE}"/>
              </a:ext>
            </a:extLst>
          </p:cNvPr>
          <p:cNvSpPr>
            <a:spLocks noGrp="1"/>
          </p:cNvSpPr>
          <p:nvPr>
            <p:ph type="sldNum" sz="quarter" idx="5"/>
          </p:nvPr>
        </p:nvSpPr>
        <p:spPr/>
        <p:txBody>
          <a:bodyPr/>
          <a:lstStyle/>
          <a:p>
            <a:fld id="{17A952EF-A218-C74E-BB9C-6093A1CD3AD7}" type="slidenum">
              <a:rPr lang="en-US" smtClean="0"/>
              <a:t>14</a:t>
            </a:fld>
            <a:endParaRPr lang="en-US"/>
          </a:p>
        </p:txBody>
      </p:sp>
    </p:spTree>
    <p:extLst>
      <p:ext uri="{BB962C8B-B14F-4D97-AF65-F5344CB8AC3E}">
        <p14:creationId xmlns:p14="http://schemas.microsoft.com/office/powerpoint/2010/main" val="3645739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0BC06-2E27-7C5A-E5B1-F218DD287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E34A7F-8B1C-2B15-0A09-A7A6A125E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77587-176C-E94E-3DCE-4DB588D318A3}"/>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1E2D3BB8-9A97-7B08-0429-55F372E5A440}"/>
              </a:ext>
            </a:extLst>
          </p:cNvPr>
          <p:cNvSpPr>
            <a:spLocks noGrp="1"/>
          </p:cNvSpPr>
          <p:nvPr>
            <p:ph type="sldNum" sz="quarter" idx="5"/>
          </p:nvPr>
        </p:nvSpPr>
        <p:spPr/>
        <p:txBody>
          <a:bodyPr/>
          <a:lstStyle/>
          <a:p>
            <a:fld id="{B9C938E5-E2F5-0B4A-8F9C-CA2DCFE8720C}" type="slidenum">
              <a:rPr lang="en-US" smtClean="0"/>
              <a:t>15</a:t>
            </a:fld>
            <a:endParaRPr lang="en-US"/>
          </a:p>
        </p:txBody>
      </p:sp>
    </p:spTree>
    <p:extLst>
      <p:ext uri="{BB962C8B-B14F-4D97-AF65-F5344CB8AC3E}">
        <p14:creationId xmlns:p14="http://schemas.microsoft.com/office/powerpoint/2010/main" val="32702111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35231-016B-D390-C57A-B563D10C35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3D073-596B-5D74-8E31-4EB6F458B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23F41-7CE5-A375-0E43-BEE766E8773A}"/>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058B5E16-4C77-18AE-377A-299C9B2B158A}"/>
              </a:ext>
            </a:extLst>
          </p:cNvPr>
          <p:cNvSpPr>
            <a:spLocks noGrp="1"/>
          </p:cNvSpPr>
          <p:nvPr>
            <p:ph type="sldNum" sz="quarter" idx="5"/>
          </p:nvPr>
        </p:nvSpPr>
        <p:spPr/>
        <p:txBody>
          <a:bodyPr/>
          <a:lstStyle/>
          <a:p>
            <a:fld id="{B9C938E5-E2F5-0B4A-8F9C-CA2DCFE8720C}" type="slidenum">
              <a:rPr lang="en-US" smtClean="0"/>
              <a:t>16</a:t>
            </a:fld>
            <a:endParaRPr lang="en-US"/>
          </a:p>
        </p:txBody>
      </p:sp>
    </p:spTree>
    <p:extLst>
      <p:ext uri="{BB962C8B-B14F-4D97-AF65-F5344CB8AC3E}">
        <p14:creationId xmlns:p14="http://schemas.microsoft.com/office/powerpoint/2010/main" val="4138737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48AD4-640C-B289-B80D-F1C97B363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9A536-2301-0DE2-737D-AE4A01FDD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37282-475D-C7F6-05B1-DD2A06B979A4}"/>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F24D423F-4B4F-D960-DEE4-8E94609AD9B8}"/>
              </a:ext>
            </a:extLst>
          </p:cNvPr>
          <p:cNvSpPr>
            <a:spLocks noGrp="1"/>
          </p:cNvSpPr>
          <p:nvPr>
            <p:ph type="sldNum" sz="quarter" idx="5"/>
          </p:nvPr>
        </p:nvSpPr>
        <p:spPr/>
        <p:txBody>
          <a:bodyPr/>
          <a:lstStyle/>
          <a:p>
            <a:fld id="{B9C938E5-E2F5-0B4A-8F9C-CA2DCFE8720C}" type="slidenum">
              <a:rPr lang="en-US" smtClean="0"/>
              <a:t>17</a:t>
            </a:fld>
            <a:endParaRPr lang="en-US"/>
          </a:p>
        </p:txBody>
      </p:sp>
    </p:spTree>
    <p:extLst>
      <p:ext uri="{BB962C8B-B14F-4D97-AF65-F5344CB8AC3E}">
        <p14:creationId xmlns:p14="http://schemas.microsoft.com/office/powerpoint/2010/main" val="3859608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71EFC-C4FF-86AD-2AD4-C668904D7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94E2F-D950-C1F8-D58F-1F50EF97B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CB481C-40C2-7452-81D6-4841DA164A7E}"/>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9F7C15A2-6137-75A1-7435-FB45463CD5D7}"/>
              </a:ext>
            </a:extLst>
          </p:cNvPr>
          <p:cNvSpPr>
            <a:spLocks noGrp="1"/>
          </p:cNvSpPr>
          <p:nvPr>
            <p:ph type="sldNum" sz="quarter" idx="5"/>
          </p:nvPr>
        </p:nvSpPr>
        <p:spPr/>
        <p:txBody>
          <a:bodyPr/>
          <a:lstStyle/>
          <a:p>
            <a:fld id="{B9C938E5-E2F5-0B4A-8F9C-CA2DCFE8720C}" type="slidenum">
              <a:rPr lang="en-US" smtClean="0"/>
              <a:t>18</a:t>
            </a:fld>
            <a:endParaRPr lang="en-US"/>
          </a:p>
        </p:txBody>
      </p:sp>
    </p:spTree>
    <p:extLst>
      <p:ext uri="{BB962C8B-B14F-4D97-AF65-F5344CB8AC3E}">
        <p14:creationId xmlns:p14="http://schemas.microsoft.com/office/powerpoint/2010/main" val="28993382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A92F0-0C39-68B3-47F1-BF1913F81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A1CDF-AD53-D78D-4255-CEDBBDEFF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3738B-13A2-81B0-A7E6-DECF59E9E9F9}"/>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E8806907-5FB6-058B-1981-5803E12C2750}"/>
              </a:ext>
            </a:extLst>
          </p:cNvPr>
          <p:cNvSpPr>
            <a:spLocks noGrp="1"/>
          </p:cNvSpPr>
          <p:nvPr>
            <p:ph type="sldNum" sz="quarter" idx="5"/>
          </p:nvPr>
        </p:nvSpPr>
        <p:spPr/>
        <p:txBody>
          <a:bodyPr/>
          <a:lstStyle/>
          <a:p>
            <a:fld id="{B9C938E5-E2F5-0B4A-8F9C-CA2DCFE8720C}" type="slidenum">
              <a:rPr lang="en-US" smtClean="0"/>
              <a:t>19</a:t>
            </a:fld>
            <a:endParaRPr lang="en-US"/>
          </a:p>
        </p:txBody>
      </p:sp>
    </p:spTree>
    <p:extLst>
      <p:ext uri="{BB962C8B-B14F-4D97-AF65-F5344CB8AC3E}">
        <p14:creationId xmlns:p14="http://schemas.microsoft.com/office/powerpoint/2010/main" val="151761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0312B-860D-2A54-A0F5-07FA9C0B4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E8196-4392-A691-1CAA-414FB19FB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06DB6-2215-E666-FBBC-FB558E8CEC60}"/>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9FA3803D-D88E-4F5A-65B8-D9EB4D2CE35E}"/>
              </a:ext>
            </a:extLst>
          </p:cNvPr>
          <p:cNvSpPr>
            <a:spLocks noGrp="1"/>
          </p:cNvSpPr>
          <p:nvPr>
            <p:ph type="sldNum" sz="quarter" idx="5"/>
          </p:nvPr>
        </p:nvSpPr>
        <p:spPr/>
        <p:txBody>
          <a:bodyPr/>
          <a:lstStyle/>
          <a:p>
            <a:fld id="{B9C938E5-E2F5-0B4A-8F9C-CA2DCFE8720C}" type="slidenum">
              <a:rPr lang="en-US" smtClean="0"/>
              <a:t>20</a:t>
            </a:fld>
            <a:endParaRPr lang="en-US"/>
          </a:p>
        </p:txBody>
      </p:sp>
    </p:spTree>
    <p:extLst>
      <p:ext uri="{BB962C8B-B14F-4D97-AF65-F5344CB8AC3E}">
        <p14:creationId xmlns:p14="http://schemas.microsoft.com/office/powerpoint/2010/main" val="2700195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11F87-83F4-940B-796B-24EB9C5A6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BCF0F-83D4-5C2F-F16A-1FD4B4A8E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FC25E-46D4-73F1-6C42-A05B9B9839FA}"/>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9268A9F0-329C-A572-34D6-2BDF0961626C}"/>
              </a:ext>
            </a:extLst>
          </p:cNvPr>
          <p:cNvSpPr>
            <a:spLocks noGrp="1"/>
          </p:cNvSpPr>
          <p:nvPr>
            <p:ph type="sldNum" sz="quarter" idx="5"/>
          </p:nvPr>
        </p:nvSpPr>
        <p:spPr/>
        <p:txBody>
          <a:bodyPr/>
          <a:lstStyle/>
          <a:p>
            <a:fld id="{B9C938E5-E2F5-0B4A-8F9C-CA2DCFE8720C}" type="slidenum">
              <a:rPr lang="en-US" smtClean="0"/>
              <a:t>21</a:t>
            </a:fld>
            <a:endParaRPr lang="en-US"/>
          </a:p>
        </p:txBody>
      </p:sp>
    </p:spTree>
    <p:extLst>
      <p:ext uri="{BB962C8B-B14F-4D97-AF65-F5344CB8AC3E}">
        <p14:creationId xmlns:p14="http://schemas.microsoft.com/office/powerpoint/2010/main" val="3273828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A4380-D5A5-6E75-1F4D-8FEDB3BDF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96626-30E0-8652-4D82-2A024D9380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A0264A-99EC-5C8C-1F99-02D723553604}"/>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EE64DFAC-DFFA-899A-6321-3E2DEF0E7D30}"/>
              </a:ext>
            </a:extLst>
          </p:cNvPr>
          <p:cNvSpPr>
            <a:spLocks noGrp="1"/>
          </p:cNvSpPr>
          <p:nvPr>
            <p:ph type="sldNum" sz="quarter" idx="5"/>
          </p:nvPr>
        </p:nvSpPr>
        <p:spPr/>
        <p:txBody>
          <a:bodyPr/>
          <a:lstStyle/>
          <a:p>
            <a:fld id="{B9C938E5-E2F5-0B4A-8F9C-CA2DCFE8720C}" type="slidenum">
              <a:rPr lang="en-US" smtClean="0"/>
              <a:t>22</a:t>
            </a:fld>
            <a:endParaRPr lang="en-US"/>
          </a:p>
        </p:txBody>
      </p:sp>
    </p:spTree>
    <p:extLst>
      <p:ext uri="{BB962C8B-B14F-4D97-AF65-F5344CB8AC3E}">
        <p14:creationId xmlns:p14="http://schemas.microsoft.com/office/powerpoint/2010/main" val="330197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BF53E-7E84-BCC4-E023-02C33282D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7F7C1-9CE7-2E19-E5A2-7E2701BEC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81ABA-9BF2-F32D-3A18-3ED30981E2D3}"/>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AACC9647-8747-94F2-0891-4BF41520CFBF}"/>
              </a:ext>
            </a:extLst>
          </p:cNvPr>
          <p:cNvSpPr>
            <a:spLocks noGrp="1"/>
          </p:cNvSpPr>
          <p:nvPr>
            <p:ph type="sldNum" sz="quarter" idx="5"/>
          </p:nvPr>
        </p:nvSpPr>
        <p:spPr/>
        <p:txBody>
          <a:bodyPr/>
          <a:lstStyle/>
          <a:p>
            <a:fld id="{B9C938E5-E2F5-0B4A-8F9C-CA2DCFE8720C}" type="slidenum">
              <a:rPr lang="en-US" smtClean="0"/>
              <a:t>23</a:t>
            </a:fld>
            <a:endParaRPr lang="en-US"/>
          </a:p>
        </p:txBody>
      </p:sp>
    </p:spTree>
    <p:extLst>
      <p:ext uri="{BB962C8B-B14F-4D97-AF65-F5344CB8AC3E}">
        <p14:creationId xmlns:p14="http://schemas.microsoft.com/office/powerpoint/2010/main" val="3712656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D021-41DD-F963-037A-65D761841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D9FBD-9E7A-8464-BBD3-AB9C6D25F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8146B-80A5-8D87-8EC1-EEB5A79D1B15}"/>
              </a:ext>
            </a:extLst>
          </p:cNvPr>
          <p:cNvSpPr>
            <a:spLocks noGrp="1"/>
          </p:cNvSpPr>
          <p:nvPr>
            <p:ph type="body" idx="1"/>
          </p:nvPr>
        </p:nvSpPr>
        <p:spPr/>
        <p:txBody>
          <a:bodyPr/>
          <a:lstStyle/>
          <a:p>
            <a:r>
              <a:rPr lang="en-US" dirty="0"/>
              <a:t>I don’t have much time so I will jump straight in the topic! </a:t>
            </a:r>
          </a:p>
          <a:p>
            <a:endParaRPr lang="en-US" dirty="0"/>
          </a:p>
          <a:p>
            <a:r>
              <a:rPr lang="en-US" dirty="0"/>
              <a:t>We all know the complicated cacophony of the factors (all the numbers here in circle here) affect how much eDNA we capture. All these processes skew our interpretation of the ecology and biotic inference.</a:t>
            </a:r>
          </a:p>
          <a:p>
            <a:endParaRPr lang="en-US" dirty="0"/>
          </a:p>
          <a:p>
            <a:r>
              <a:rPr lang="en-US" dirty="0"/>
              <a:t>So we capture these samples and what do we typically do?</a:t>
            </a:r>
          </a:p>
        </p:txBody>
      </p:sp>
      <p:sp>
        <p:nvSpPr>
          <p:cNvPr id="4" name="Slide Number Placeholder 3">
            <a:extLst>
              <a:ext uri="{FF2B5EF4-FFF2-40B4-BE49-F238E27FC236}">
                <a16:creationId xmlns:a16="http://schemas.microsoft.com/office/drawing/2014/main" id="{017CF9E7-3E7E-BF39-7BDD-B0BAA730354E}"/>
              </a:ext>
            </a:extLst>
          </p:cNvPr>
          <p:cNvSpPr>
            <a:spLocks noGrp="1"/>
          </p:cNvSpPr>
          <p:nvPr>
            <p:ph type="sldNum" sz="quarter" idx="5"/>
          </p:nvPr>
        </p:nvSpPr>
        <p:spPr/>
        <p:txBody>
          <a:bodyPr/>
          <a:lstStyle/>
          <a:p>
            <a:fld id="{B9C938E5-E2F5-0B4A-8F9C-CA2DCFE8720C}" type="slidenum">
              <a:rPr lang="en-US" smtClean="0"/>
              <a:t>24</a:t>
            </a:fld>
            <a:endParaRPr lang="en-US"/>
          </a:p>
        </p:txBody>
      </p:sp>
    </p:spTree>
    <p:extLst>
      <p:ext uri="{BB962C8B-B14F-4D97-AF65-F5344CB8AC3E}">
        <p14:creationId xmlns:p14="http://schemas.microsoft.com/office/powerpoint/2010/main" val="24059867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B5B74-A1E0-FF91-F7AE-557396BF0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0DB3F-6FA4-2141-F4AD-568668580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7C77F-CEE4-80EE-CB92-8EC2EE6702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304672-5B4E-E19F-8780-AE086AD515C2}"/>
              </a:ext>
            </a:extLst>
          </p:cNvPr>
          <p:cNvSpPr>
            <a:spLocks noGrp="1"/>
          </p:cNvSpPr>
          <p:nvPr>
            <p:ph type="sldNum" sz="quarter" idx="5"/>
          </p:nvPr>
        </p:nvSpPr>
        <p:spPr/>
        <p:txBody>
          <a:bodyPr/>
          <a:lstStyle/>
          <a:p>
            <a:fld id="{17A952EF-A218-C74E-BB9C-6093A1CD3AD7}" type="slidenum">
              <a:rPr lang="en-US" smtClean="0"/>
              <a:t>25</a:t>
            </a:fld>
            <a:endParaRPr lang="en-US"/>
          </a:p>
        </p:txBody>
      </p:sp>
    </p:spTree>
    <p:extLst>
      <p:ext uri="{BB962C8B-B14F-4D97-AF65-F5344CB8AC3E}">
        <p14:creationId xmlns:p14="http://schemas.microsoft.com/office/powerpoint/2010/main" val="5179711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70E9A-C5E7-290D-8097-358294852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61CFE-CF5A-B7AD-4EC8-F139C8E11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874C8-E518-CFB8-6F53-1DBF211F3F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742A60-2D78-7B54-15C9-C34398B1951F}"/>
              </a:ext>
            </a:extLst>
          </p:cNvPr>
          <p:cNvSpPr>
            <a:spLocks noGrp="1"/>
          </p:cNvSpPr>
          <p:nvPr>
            <p:ph type="sldNum" sz="quarter" idx="5"/>
          </p:nvPr>
        </p:nvSpPr>
        <p:spPr/>
        <p:txBody>
          <a:bodyPr/>
          <a:lstStyle/>
          <a:p>
            <a:fld id="{17A952EF-A218-C74E-BB9C-6093A1CD3AD7}" type="slidenum">
              <a:rPr lang="en-US" smtClean="0"/>
              <a:t>26</a:t>
            </a:fld>
            <a:endParaRPr lang="en-US"/>
          </a:p>
        </p:txBody>
      </p:sp>
    </p:spTree>
    <p:extLst>
      <p:ext uri="{BB962C8B-B14F-4D97-AF65-F5344CB8AC3E}">
        <p14:creationId xmlns:p14="http://schemas.microsoft.com/office/powerpoint/2010/main" val="4725792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4C27B-AD57-A31F-B211-4330DC889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A8939-FB83-8C67-1A04-EE93216C0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FFA43-22A6-2C7E-F1F1-FE7FA7C7CF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053F59-8816-C743-4BC2-F01034B2FAC3}"/>
              </a:ext>
            </a:extLst>
          </p:cNvPr>
          <p:cNvSpPr>
            <a:spLocks noGrp="1"/>
          </p:cNvSpPr>
          <p:nvPr>
            <p:ph type="sldNum" sz="quarter" idx="5"/>
          </p:nvPr>
        </p:nvSpPr>
        <p:spPr/>
        <p:txBody>
          <a:bodyPr/>
          <a:lstStyle/>
          <a:p>
            <a:fld id="{17A952EF-A218-C74E-BB9C-6093A1CD3AD7}" type="slidenum">
              <a:rPr lang="en-US" smtClean="0"/>
              <a:t>27</a:t>
            </a:fld>
            <a:endParaRPr lang="en-US"/>
          </a:p>
        </p:txBody>
      </p:sp>
    </p:spTree>
    <p:extLst>
      <p:ext uri="{BB962C8B-B14F-4D97-AF65-F5344CB8AC3E}">
        <p14:creationId xmlns:p14="http://schemas.microsoft.com/office/powerpoint/2010/main" val="13208003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7791A-1A4A-2959-F04C-E8581BE23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F08EB-D9BE-9450-A35A-BBE775B0B4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F77A32-A3AB-62F1-D563-A74BFAB42A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FD0D20-3A8A-B619-76CD-136F39BB17A9}"/>
              </a:ext>
            </a:extLst>
          </p:cNvPr>
          <p:cNvSpPr>
            <a:spLocks noGrp="1"/>
          </p:cNvSpPr>
          <p:nvPr>
            <p:ph type="sldNum" sz="quarter" idx="5"/>
          </p:nvPr>
        </p:nvSpPr>
        <p:spPr/>
        <p:txBody>
          <a:bodyPr/>
          <a:lstStyle/>
          <a:p>
            <a:fld id="{17A952EF-A218-C74E-BB9C-6093A1CD3AD7}" type="slidenum">
              <a:rPr lang="en-US" smtClean="0"/>
              <a:t>28</a:t>
            </a:fld>
            <a:endParaRPr lang="en-US"/>
          </a:p>
        </p:txBody>
      </p:sp>
    </p:spTree>
    <p:extLst>
      <p:ext uri="{BB962C8B-B14F-4D97-AF65-F5344CB8AC3E}">
        <p14:creationId xmlns:p14="http://schemas.microsoft.com/office/powerpoint/2010/main" val="34961391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9C43F-660D-FFC3-90AF-8E3A3B8DD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98858-D42C-024E-E0D3-13065027E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1F8872-2BFF-3B7D-EEC4-B025739D00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3BF2EB-25EB-6774-8BEC-B94CC1CB1E63}"/>
              </a:ext>
            </a:extLst>
          </p:cNvPr>
          <p:cNvSpPr>
            <a:spLocks noGrp="1"/>
          </p:cNvSpPr>
          <p:nvPr>
            <p:ph type="sldNum" sz="quarter" idx="5"/>
          </p:nvPr>
        </p:nvSpPr>
        <p:spPr/>
        <p:txBody>
          <a:bodyPr/>
          <a:lstStyle/>
          <a:p>
            <a:fld id="{B9C938E5-E2F5-0B4A-8F9C-CA2DCFE8720C}" type="slidenum">
              <a:rPr lang="en-US" smtClean="0"/>
              <a:t>29</a:t>
            </a:fld>
            <a:endParaRPr lang="en-US"/>
          </a:p>
        </p:txBody>
      </p:sp>
    </p:spTree>
    <p:extLst>
      <p:ext uri="{BB962C8B-B14F-4D97-AF65-F5344CB8AC3E}">
        <p14:creationId xmlns:p14="http://schemas.microsoft.com/office/powerpoint/2010/main" val="12109080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F6CA98DB-A674-D846-AAD5-FD388B0D6F46}" type="datetimeFigureOut">
              <a:rPr lang="en-US" smtClean="0"/>
              <a:t>9/12/26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34701629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6CA98DB-A674-D846-AAD5-FD388B0D6F46}" type="datetimeFigureOut">
              <a:rPr lang="en-US" smtClean="0"/>
              <a:t>9/11/26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1759244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F6CA98DB-A674-D846-AAD5-FD388B0D6F46}" type="datetimeFigureOut">
              <a:rPr lang="en-US" smtClean="0"/>
              <a:t>9/12/26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282461616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F6CA98DB-A674-D846-AAD5-FD388B0D6F46}" type="datetimeFigureOut">
              <a:rPr lang="en-US" smtClean="0"/>
              <a:t>9/11/26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2029574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F6CA98DB-A674-D846-AAD5-FD388B0D6F46}" type="datetimeFigureOut">
              <a:rPr lang="en-US" smtClean="0"/>
              <a:t>9/12/26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33766038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2522941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F6CA98DB-A674-D846-AAD5-FD388B0D6F46}" type="datetimeFigureOut">
              <a:rPr lang="en-US" smtClean="0"/>
              <a:t>9/12/26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973696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1699082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171810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F6CA98DB-A674-D846-AAD5-FD388B0D6F46}" type="datetimeFigureOut">
              <a:rPr lang="en-US" smtClean="0"/>
              <a:t>9/12/26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827686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F6CA98DB-A674-D846-AAD5-FD388B0D6F46}" type="datetimeFigureOut">
              <a:rPr lang="en-US" smtClean="0"/>
              <a:t>9/12/26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33528285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F6CA98DB-A674-D846-AAD5-FD388B0D6F46}" type="datetimeFigureOut">
              <a:rPr lang="en-US" smtClean="0"/>
              <a:t>9/12/26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F23D6FD1-B2B4-A24C-9731-A0170BF14AE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03760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F6CA98DB-A674-D846-AAD5-FD388B0D6F46}" type="datetimeFigureOut">
              <a:rPr lang="en-US" smtClean="0"/>
              <a:t>9/12/26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F23D6FD1-B2B4-A24C-9731-A0170BF14AE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38255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F6CA98DB-A674-D846-AAD5-FD388B0D6F46}" type="datetimeFigureOut">
              <a:rPr lang="en-US" smtClean="0"/>
              <a:t>9/12/26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F23D6FD1-B2B4-A24C-9731-A0170BF14AE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105908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F6CA98DB-A674-D846-AAD5-FD388B0D6F46}" type="datetimeFigureOut">
              <a:rPr lang="en-US" smtClean="0"/>
              <a:t>9/12/26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14030729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14379410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F6CA98DB-A674-D846-AAD5-FD388B0D6F46}" type="datetimeFigureOut">
              <a:rPr lang="en-US" smtClean="0"/>
              <a:t>9/12/26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4201454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32105275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6CA98DB-A674-D846-AAD5-FD388B0D6F46}" type="datetimeFigureOut">
              <a:rPr lang="en-US" smtClean="0"/>
              <a:t>9/12/26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F23D6FD1-B2B4-A24C-9731-A0170BF14AE3}" type="slidenum">
              <a:rPr lang="en-US" smtClean="0"/>
              <a:t>‹#›</a:t>
            </a:fld>
            <a:endParaRPr lang="en-US"/>
          </a:p>
        </p:txBody>
      </p:sp>
    </p:spTree>
    <p:extLst>
      <p:ext uri="{BB962C8B-B14F-4D97-AF65-F5344CB8AC3E}">
        <p14:creationId xmlns:p14="http://schemas.microsoft.com/office/powerpoint/2010/main" val="3064697640"/>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48798373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5105104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35377274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38149996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2934997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37774903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21004577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6CA98DB-A674-D846-AAD5-FD388B0D6F46}" type="datetimeFigureOut">
              <a:rPr lang="en-US" smtClean="0"/>
              <a:t>9/12/26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F23D6FD1-B2B4-A24C-9731-A0170BF14AE3}" type="slidenum">
              <a:rPr lang="en-US" smtClean="0"/>
              <a:t>‹#›</a:t>
            </a:fld>
            <a:endParaRPr lang="en-US"/>
          </a:p>
        </p:txBody>
      </p:sp>
    </p:spTree>
    <p:extLst>
      <p:ext uri="{BB962C8B-B14F-4D97-AF65-F5344CB8AC3E}">
        <p14:creationId xmlns:p14="http://schemas.microsoft.com/office/powerpoint/2010/main" val="293762462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F6CA98DB-A674-D846-AAD5-FD388B0D6F46}" type="datetimeFigureOut">
              <a:rPr lang="en-US" smtClean="0"/>
              <a:t>9/11/26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F23D6FD1-B2B4-A24C-9731-A0170BF14AE3}" type="slidenum">
              <a:rPr lang="en-US" smtClean="0"/>
              <a:t>‹#›</a:t>
            </a:fld>
            <a:endParaRPr lang="en-US"/>
          </a:p>
        </p:txBody>
      </p:sp>
    </p:spTree>
    <p:extLst>
      <p:ext uri="{BB962C8B-B14F-4D97-AF65-F5344CB8AC3E}">
        <p14:creationId xmlns:p14="http://schemas.microsoft.com/office/powerpoint/2010/main" val="42470646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sv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notesSlide" Target="../notesSlides/notesSlide1.xml"/><Relationship Id="rId16"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sv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svg"/><Relationship Id="rId9" Type="http://schemas.openxmlformats.org/officeDocument/2006/relationships/image" Target="../media/image13.svg"/><Relationship Id="rId14" Type="http://schemas.openxmlformats.org/officeDocument/2006/relationships/image" Target="../media/image18.png"/></Relationships>
</file>

<file path=ppt/slides/_rels/slide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2.svg"/><Relationship Id="rId7" Type="http://schemas.openxmlformats.org/officeDocument/2006/relationships/image" Target="../media/image25.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4.svg"/><Relationship Id="rId11" Type="http://schemas.openxmlformats.org/officeDocument/2006/relationships/image" Target="../media/image29.svg"/><Relationship Id="rId5" Type="http://schemas.openxmlformats.org/officeDocument/2006/relationships/image" Target="../media/image9.svg"/><Relationship Id="rId10" Type="http://schemas.openxmlformats.org/officeDocument/2006/relationships/image" Target="../media/image28.svg"/><Relationship Id="rId4" Type="http://schemas.openxmlformats.org/officeDocument/2006/relationships/image" Target="../media/image23.svg"/><Relationship Id="rId9" Type="http://schemas.openxmlformats.org/officeDocument/2006/relationships/image" Target="../media/image27.svg"/></Relationships>
</file>

<file path=ppt/slides/_rels/slide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2.sv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16.png"/><Relationship Id="rId10" Type="http://schemas.openxmlformats.org/officeDocument/2006/relationships/image" Target="../media/image35.png"/><Relationship Id="rId4" Type="http://schemas.openxmlformats.org/officeDocument/2006/relationships/image" Target="../media/image30.svg"/><Relationship Id="rId9" Type="http://schemas.openxmlformats.org/officeDocument/2006/relationships/image" Target="../media/image34.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svg"/><Relationship Id="rId7"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16.png"/><Relationship Id="rId9" Type="http://schemas.openxmlformats.org/officeDocument/2006/relationships/image" Target="../media/image35.png"/></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2.jpg"/></Relationships>
</file>

<file path=ppt/slides/_rels/slide1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1.jpg"/></Relationships>
</file>

<file path=ppt/slides/_rels/slide1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1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jpg"/></Relationships>
</file>

<file path=ppt/slides/_rels/slide2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jp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jpe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A13625-6D3E-0D90-E4FB-52DC7FB52587}"/>
              </a:ext>
            </a:extLst>
          </p:cNvPr>
          <p:cNvSpPr>
            <a:spLocks noGrp="1" noRot="1" noMove="1" noResize="1" noEditPoints="1" noAdjustHandles="1" noChangeArrowheads="1" noChangeShapeType="1"/>
          </p:cNvSpPr>
          <p:nvPr/>
        </p:nvSpPr>
        <p:spPr>
          <a:xfrm>
            <a:off x="678" y="1252"/>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grpSp>
        <p:nvGrpSpPr>
          <p:cNvPr id="5" name="Graphic 4">
            <a:extLst>
              <a:ext uri="{FF2B5EF4-FFF2-40B4-BE49-F238E27FC236}">
                <a16:creationId xmlns:a16="http://schemas.microsoft.com/office/drawing/2014/main" id="{EF5CA568-9B55-C064-F6A2-3A5C858B18EF}"/>
              </a:ext>
            </a:extLst>
          </p:cNvPr>
          <p:cNvGrpSpPr/>
          <p:nvPr/>
        </p:nvGrpSpPr>
        <p:grpSpPr>
          <a:xfrm>
            <a:off x="376508" y="1251022"/>
            <a:ext cx="11320966" cy="4118156"/>
            <a:chOff x="434880" y="1788575"/>
            <a:chExt cx="11320966" cy="4118156"/>
          </a:xfrm>
        </p:grpSpPr>
        <p:grpSp>
          <p:nvGrpSpPr>
            <p:cNvPr id="6" name="Graphic 4">
              <a:extLst>
                <a:ext uri="{FF2B5EF4-FFF2-40B4-BE49-F238E27FC236}">
                  <a16:creationId xmlns:a16="http://schemas.microsoft.com/office/drawing/2014/main" id="{1927DF6C-124E-43CA-464C-4CBA09896A17}"/>
                </a:ext>
              </a:extLst>
            </p:cNvPr>
            <p:cNvGrpSpPr/>
            <p:nvPr/>
          </p:nvGrpSpPr>
          <p:grpSpPr>
            <a:xfrm>
              <a:off x="434880" y="3218909"/>
              <a:ext cx="11320966" cy="1100674"/>
              <a:chOff x="434880" y="3218909"/>
              <a:chExt cx="11320966" cy="1100674"/>
            </a:xfrm>
          </p:grpSpPr>
          <p:grpSp>
            <p:nvGrpSpPr>
              <p:cNvPr id="12" name="Graphic 4">
                <a:extLst>
                  <a:ext uri="{FF2B5EF4-FFF2-40B4-BE49-F238E27FC236}">
                    <a16:creationId xmlns:a16="http://schemas.microsoft.com/office/drawing/2014/main" id="{8CB8D5F7-3DC6-274E-C40C-CBEE6308F288}"/>
                  </a:ext>
                </a:extLst>
              </p:cNvPr>
              <p:cNvGrpSpPr/>
              <p:nvPr/>
            </p:nvGrpSpPr>
            <p:grpSpPr>
              <a:xfrm>
                <a:off x="2435227" y="3347567"/>
                <a:ext cx="1509631" cy="873550"/>
                <a:chOff x="2435227" y="3347567"/>
                <a:chExt cx="1509631" cy="873550"/>
              </a:xfrm>
            </p:grpSpPr>
            <p:sp>
              <p:nvSpPr>
                <p:cNvPr id="167" name="Freeform: Shape 374">
                  <a:extLst>
                    <a:ext uri="{FF2B5EF4-FFF2-40B4-BE49-F238E27FC236}">
                      <a16:creationId xmlns:a16="http://schemas.microsoft.com/office/drawing/2014/main" id="{0BA719D1-80D3-9378-98F3-F7774378D960}"/>
                    </a:ext>
                  </a:extLst>
                </p:cNvPr>
                <p:cNvSpPr/>
                <p:nvPr/>
              </p:nvSpPr>
              <p:spPr>
                <a:xfrm>
                  <a:off x="3088270" y="3347567"/>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7FA340"/>
                  </a:solidFill>
                  <a:prstDash val="solid"/>
                  <a:miter/>
                </a:ln>
              </p:spPr>
              <p:txBody>
                <a:bodyPr rtlCol="0" anchor="ctr"/>
                <a:lstStyle/>
                <a:p>
                  <a:endParaRPr lang="en-US">
                    <a:solidFill>
                      <a:schemeClr val="bg1"/>
                    </a:solidFill>
                  </a:endParaRPr>
                </a:p>
              </p:txBody>
            </p:sp>
            <p:sp>
              <p:nvSpPr>
                <p:cNvPr id="168" name="Freeform: Shape 375">
                  <a:extLst>
                    <a:ext uri="{FF2B5EF4-FFF2-40B4-BE49-F238E27FC236}">
                      <a16:creationId xmlns:a16="http://schemas.microsoft.com/office/drawing/2014/main" id="{A1573610-BE80-9614-5E45-132C154F5402}"/>
                    </a:ext>
                  </a:extLst>
                </p:cNvPr>
                <p:cNvSpPr/>
                <p:nvPr/>
              </p:nvSpPr>
              <p:spPr>
                <a:xfrm>
                  <a:off x="2856906" y="3347567"/>
                  <a:ext cx="2374" cy="795101"/>
                </a:xfrm>
                <a:custGeom>
                  <a:avLst/>
                  <a:gdLst>
                    <a:gd name="connsiteX0" fmla="*/ 0 w 2374"/>
                    <a:gd name="connsiteY0" fmla="*/ 0 h 795101"/>
                    <a:gd name="connsiteX1" fmla="*/ 2375 w 2374"/>
                    <a:gd name="connsiteY1" fmla="*/ 795101 h 795101"/>
                  </a:gdLst>
                  <a:ahLst/>
                  <a:cxnLst>
                    <a:cxn ang="0">
                      <a:pos x="connsiteX0" y="connsiteY0"/>
                    </a:cxn>
                    <a:cxn ang="0">
                      <a:pos x="connsiteX1" y="connsiteY1"/>
                    </a:cxn>
                  </a:cxnLst>
                  <a:rect l="l" t="t" r="r" b="b"/>
                  <a:pathLst>
                    <a:path w="2374" h="795101">
                      <a:moveTo>
                        <a:pt x="0" y="0"/>
                      </a:moveTo>
                      <a:lnTo>
                        <a:pt x="2375" y="795101"/>
                      </a:lnTo>
                    </a:path>
                  </a:pathLst>
                </a:custGeom>
                <a:ln w="25429" cap="flat">
                  <a:solidFill>
                    <a:srgbClr val="7FA340"/>
                  </a:solidFill>
                  <a:prstDash val="solid"/>
                  <a:miter/>
                </a:ln>
              </p:spPr>
              <p:txBody>
                <a:bodyPr rtlCol="0" anchor="ctr"/>
                <a:lstStyle/>
                <a:p>
                  <a:endParaRPr lang="en-US">
                    <a:solidFill>
                      <a:schemeClr val="bg1"/>
                    </a:solidFill>
                  </a:endParaRPr>
                </a:p>
              </p:txBody>
            </p:sp>
            <p:sp>
              <p:nvSpPr>
                <p:cNvPr id="169" name="Freeform: Shape 376">
                  <a:extLst>
                    <a:ext uri="{FF2B5EF4-FFF2-40B4-BE49-F238E27FC236}">
                      <a16:creationId xmlns:a16="http://schemas.microsoft.com/office/drawing/2014/main" id="{400CD6AD-AB4C-F84F-FAB1-F9CDEE3433C4}"/>
                    </a:ext>
                  </a:extLst>
                </p:cNvPr>
                <p:cNvSpPr/>
                <p:nvPr/>
              </p:nvSpPr>
              <p:spPr>
                <a:xfrm>
                  <a:off x="2630291" y="3413295"/>
                  <a:ext cx="8481" cy="602156"/>
                </a:xfrm>
                <a:custGeom>
                  <a:avLst/>
                  <a:gdLst>
                    <a:gd name="connsiteX0" fmla="*/ 0 w 8481"/>
                    <a:gd name="connsiteY0" fmla="*/ 0 h 602156"/>
                    <a:gd name="connsiteX1" fmla="*/ 0 w 8481"/>
                    <a:gd name="connsiteY1" fmla="*/ 602156 h 602156"/>
                  </a:gdLst>
                  <a:ahLst/>
                  <a:cxnLst>
                    <a:cxn ang="0">
                      <a:pos x="connsiteX0" y="connsiteY0"/>
                    </a:cxn>
                    <a:cxn ang="0">
                      <a:pos x="connsiteX1" y="connsiteY1"/>
                    </a:cxn>
                  </a:cxnLst>
                  <a:rect l="l" t="t" r="r" b="b"/>
                  <a:pathLst>
                    <a:path w="8481" h="602156">
                      <a:moveTo>
                        <a:pt x="0" y="0"/>
                      </a:moveTo>
                      <a:lnTo>
                        <a:pt x="0" y="602156"/>
                      </a:lnTo>
                    </a:path>
                  </a:pathLst>
                </a:custGeom>
                <a:ln w="25429" cap="flat">
                  <a:solidFill>
                    <a:srgbClr val="7FA340"/>
                  </a:solidFill>
                  <a:prstDash val="solid"/>
                  <a:miter/>
                </a:ln>
              </p:spPr>
              <p:txBody>
                <a:bodyPr rtlCol="0" anchor="ctr"/>
                <a:lstStyle/>
                <a:p>
                  <a:endParaRPr lang="en-US">
                    <a:solidFill>
                      <a:schemeClr val="bg1"/>
                    </a:solidFill>
                  </a:endParaRPr>
                </a:p>
              </p:txBody>
            </p:sp>
            <p:sp>
              <p:nvSpPr>
                <p:cNvPr id="170" name="Freeform: Shape 377">
                  <a:extLst>
                    <a:ext uri="{FF2B5EF4-FFF2-40B4-BE49-F238E27FC236}">
                      <a16:creationId xmlns:a16="http://schemas.microsoft.com/office/drawing/2014/main" id="{CEED2D44-6C7A-3BB4-1D30-05B8FAB3A07D}"/>
                    </a:ext>
                  </a:extLst>
                </p:cNvPr>
                <p:cNvSpPr/>
                <p:nvPr/>
              </p:nvSpPr>
              <p:spPr>
                <a:xfrm>
                  <a:off x="2435227" y="3565954"/>
                  <a:ext cx="8481" cy="288356"/>
                </a:xfrm>
                <a:custGeom>
                  <a:avLst/>
                  <a:gdLst>
                    <a:gd name="connsiteX0" fmla="*/ 0 w 8481"/>
                    <a:gd name="connsiteY0" fmla="*/ 0 h 288356"/>
                    <a:gd name="connsiteX1" fmla="*/ 0 w 8481"/>
                    <a:gd name="connsiteY1" fmla="*/ 288357 h 288356"/>
                  </a:gdLst>
                  <a:ahLst/>
                  <a:cxnLst>
                    <a:cxn ang="0">
                      <a:pos x="connsiteX0" y="connsiteY0"/>
                    </a:cxn>
                    <a:cxn ang="0">
                      <a:pos x="connsiteX1" y="connsiteY1"/>
                    </a:cxn>
                  </a:cxnLst>
                  <a:rect l="l" t="t" r="r" b="b"/>
                  <a:pathLst>
                    <a:path w="8481" h="288356">
                      <a:moveTo>
                        <a:pt x="0" y="0"/>
                      </a:moveTo>
                      <a:lnTo>
                        <a:pt x="0" y="288357"/>
                      </a:lnTo>
                    </a:path>
                  </a:pathLst>
                </a:custGeom>
                <a:ln w="25429" cap="flat">
                  <a:solidFill>
                    <a:srgbClr val="7FA340"/>
                  </a:solidFill>
                  <a:prstDash val="solid"/>
                  <a:miter/>
                </a:ln>
              </p:spPr>
              <p:txBody>
                <a:bodyPr rtlCol="0" anchor="ctr"/>
                <a:lstStyle/>
                <a:p>
                  <a:endParaRPr lang="en-US">
                    <a:solidFill>
                      <a:schemeClr val="bg1"/>
                    </a:solidFill>
                  </a:endParaRPr>
                </a:p>
              </p:txBody>
            </p:sp>
            <p:sp>
              <p:nvSpPr>
                <p:cNvPr id="171" name="Freeform: Shape 378">
                  <a:extLst>
                    <a:ext uri="{FF2B5EF4-FFF2-40B4-BE49-F238E27FC236}">
                      <a16:creationId xmlns:a16="http://schemas.microsoft.com/office/drawing/2014/main" id="{987D144F-7C51-A449-02AC-A998E6BBABCA}"/>
                    </a:ext>
                  </a:extLst>
                </p:cNvPr>
                <p:cNvSpPr/>
                <p:nvPr/>
              </p:nvSpPr>
              <p:spPr>
                <a:xfrm>
                  <a:off x="3312424" y="3347567"/>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7FA340"/>
                  </a:solidFill>
                  <a:prstDash val="solid"/>
                  <a:miter/>
                </a:ln>
              </p:spPr>
              <p:txBody>
                <a:bodyPr rtlCol="0" anchor="ctr"/>
                <a:lstStyle/>
                <a:p>
                  <a:endParaRPr lang="en-US">
                    <a:solidFill>
                      <a:schemeClr val="bg1"/>
                    </a:solidFill>
                  </a:endParaRPr>
                </a:p>
              </p:txBody>
            </p:sp>
            <p:sp>
              <p:nvSpPr>
                <p:cNvPr id="172" name="Freeform: Shape 379">
                  <a:extLst>
                    <a:ext uri="{FF2B5EF4-FFF2-40B4-BE49-F238E27FC236}">
                      <a16:creationId xmlns:a16="http://schemas.microsoft.com/office/drawing/2014/main" id="{1F8AD5F7-2DA1-103D-6131-2D6F38E2AF28}"/>
                    </a:ext>
                  </a:extLst>
                </p:cNvPr>
                <p:cNvSpPr/>
                <p:nvPr/>
              </p:nvSpPr>
              <p:spPr>
                <a:xfrm>
                  <a:off x="3523264" y="3347567"/>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7FA340"/>
                  </a:solidFill>
                  <a:prstDash val="solid"/>
                  <a:miter/>
                </a:ln>
              </p:spPr>
              <p:txBody>
                <a:bodyPr rtlCol="0" anchor="ctr"/>
                <a:lstStyle/>
                <a:p>
                  <a:endParaRPr lang="en-US">
                    <a:solidFill>
                      <a:schemeClr val="bg1"/>
                    </a:solidFill>
                  </a:endParaRPr>
                </a:p>
              </p:txBody>
            </p:sp>
            <p:sp>
              <p:nvSpPr>
                <p:cNvPr id="173" name="Freeform: Shape 380">
                  <a:extLst>
                    <a:ext uri="{FF2B5EF4-FFF2-40B4-BE49-F238E27FC236}">
                      <a16:creationId xmlns:a16="http://schemas.microsoft.com/office/drawing/2014/main" id="{1CEC4E55-97D7-4E4A-1CF2-EF1B71345421}"/>
                    </a:ext>
                  </a:extLst>
                </p:cNvPr>
                <p:cNvSpPr/>
                <p:nvPr/>
              </p:nvSpPr>
              <p:spPr>
                <a:xfrm>
                  <a:off x="3732831" y="3438738"/>
                  <a:ext cx="8481" cy="703929"/>
                </a:xfrm>
                <a:custGeom>
                  <a:avLst/>
                  <a:gdLst>
                    <a:gd name="connsiteX0" fmla="*/ 0 w 8481"/>
                    <a:gd name="connsiteY0" fmla="*/ 0 h 703929"/>
                    <a:gd name="connsiteX1" fmla="*/ 0 w 8481"/>
                    <a:gd name="connsiteY1" fmla="*/ 703929 h 703929"/>
                  </a:gdLst>
                  <a:ahLst/>
                  <a:cxnLst>
                    <a:cxn ang="0">
                      <a:pos x="connsiteX0" y="connsiteY0"/>
                    </a:cxn>
                    <a:cxn ang="0">
                      <a:pos x="connsiteX1" y="connsiteY1"/>
                    </a:cxn>
                  </a:cxnLst>
                  <a:rect l="l" t="t" r="r" b="b"/>
                  <a:pathLst>
                    <a:path w="8481" h="703929">
                      <a:moveTo>
                        <a:pt x="0" y="0"/>
                      </a:moveTo>
                      <a:lnTo>
                        <a:pt x="0" y="703929"/>
                      </a:lnTo>
                    </a:path>
                  </a:pathLst>
                </a:custGeom>
                <a:ln w="25429" cap="flat">
                  <a:solidFill>
                    <a:srgbClr val="7FA340"/>
                  </a:solidFill>
                  <a:prstDash val="solid"/>
                  <a:miter/>
                </a:ln>
              </p:spPr>
              <p:txBody>
                <a:bodyPr rtlCol="0" anchor="ctr"/>
                <a:lstStyle/>
                <a:p>
                  <a:endParaRPr lang="en-US">
                    <a:solidFill>
                      <a:schemeClr val="bg1"/>
                    </a:solidFill>
                  </a:endParaRPr>
                </a:p>
              </p:txBody>
            </p:sp>
            <p:sp>
              <p:nvSpPr>
                <p:cNvPr id="174" name="Freeform: Shape 381">
                  <a:extLst>
                    <a:ext uri="{FF2B5EF4-FFF2-40B4-BE49-F238E27FC236}">
                      <a16:creationId xmlns:a16="http://schemas.microsoft.com/office/drawing/2014/main" id="{08A9E15B-E626-B1A8-2F18-7297F09FE00F}"/>
                    </a:ext>
                  </a:extLst>
                </p:cNvPr>
                <p:cNvSpPr/>
                <p:nvPr/>
              </p:nvSpPr>
              <p:spPr>
                <a:xfrm>
                  <a:off x="3944858" y="3565954"/>
                  <a:ext cx="8481" cy="415572"/>
                </a:xfrm>
                <a:custGeom>
                  <a:avLst/>
                  <a:gdLst>
                    <a:gd name="connsiteX0" fmla="*/ 0 w 8481"/>
                    <a:gd name="connsiteY0" fmla="*/ 0 h 415572"/>
                    <a:gd name="connsiteX1" fmla="*/ 0 w 8481"/>
                    <a:gd name="connsiteY1" fmla="*/ 415573 h 415572"/>
                  </a:gdLst>
                  <a:ahLst/>
                  <a:cxnLst>
                    <a:cxn ang="0">
                      <a:pos x="connsiteX0" y="connsiteY0"/>
                    </a:cxn>
                    <a:cxn ang="0">
                      <a:pos x="connsiteX1" y="connsiteY1"/>
                    </a:cxn>
                  </a:cxnLst>
                  <a:rect l="l" t="t" r="r" b="b"/>
                  <a:pathLst>
                    <a:path w="8481" h="415572">
                      <a:moveTo>
                        <a:pt x="0" y="0"/>
                      </a:moveTo>
                      <a:lnTo>
                        <a:pt x="0" y="415573"/>
                      </a:lnTo>
                    </a:path>
                  </a:pathLst>
                </a:custGeom>
                <a:ln w="25429" cap="flat">
                  <a:solidFill>
                    <a:srgbClr val="7FA340"/>
                  </a:solidFill>
                  <a:prstDash val="solid"/>
                  <a:miter/>
                </a:ln>
              </p:spPr>
              <p:txBody>
                <a:bodyPr rtlCol="0" anchor="ctr"/>
                <a:lstStyle/>
                <a:p>
                  <a:endParaRPr lang="en-US">
                    <a:solidFill>
                      <a:schemeClr val="bg1"/>
                    </a:solidFill>
                  </a:endParaRPr>
                </a:p>
              </p:txBody>
            </p:sp>
          </p:grpSp>
          <p:grpSp>
            <p:nvGrpSpPr>
              <p:cNvPr id="13" name="Graphic 4">
                <a:extLst>
                  <a:ext uri="{FF2B5EF4-FFF2-40B4-BE49-F238E27FC236}">
                    <a16:creationId xmlns:a16="http://schemas.microsoft.com/office/drawing/2014/main" id="{B87EDBDD-CB7A-2014-FC94-F99BBB406968}"/>
                  </a:ext>
                </a:extLst>
              </p:cNvPr>
              <p:cNvGrpSpPr/>
              <p:nvPr/>
            </p:nvGrpSpPr>
            <p:grpSpPr>
              <a:xfrm>
                <a:off x="552427" y="3305161"/>
                <a:ext cx="1509631" cy="873550"/>
                <a:chOff x="552427" y="3305161"/>
                <a:chExt cx="1509631" cy="873550"/>
              </a:xfrm>
            </p:grpSpPr>
            <p:sp>
              <p:nvSpPr>
                <p:cNvPr id="159" name="Freeform: Shape 366">
                  <a:extLst>
                    <a:ext uri="{FF2B5EF4-FFF2-40B4-BE49-F238E27FC236}">
                      <a16:creationId xmlns:a16="http://schemas.microsoft.com/office/drawing/2014/main" id="{4DF783D1-A9E1-213E-D847-C612E17B6D43}"/>
                    </a:ext>
                  </a:extLst>
                </p:cNvPr>
                <p:cNvSpPr/>
                <p:nvPr/>
              </p:nvSpPr>
              <p:spPr>
                <a:xfrm>
                  <a:off x="1205470" y="3305161"/>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5CBCE0"/>
                  </a:solidFill>
                  <a:prstDash val="solid"/>
                  <a:miter/>
                </a:ln>
              </p:spPr>
              <p:txBody>
                <a:bodyPr rtlCol="0" anchor="ctr"/>
                <a:lstStyle/>
                <a:p>
                  <a:endParaRPr lang="en-US">
                    <a:solidFill>
                      <a:schemeClr val="bg1"/>
                    </a:solidFill>
                  </a:endParaRPr>
                </a:p>
              </p:txBody>
            </p:sp>
            <p:sp>
              <p:nvSpPr>
                <p:cNvPr id="160" name="Freeform: Shape 367">
                  <a:extLst>
                    <a:ext uri="{FF2B5EF4-FFF2-40B4-BE49-F238E27FC236}">
                      <a16:creationId xmlns:a16="http://schemas.microsoft.com/office/drawing/2014/main" id="{76900BF5-2555-9F22-B6DE-062659DFACCC}"/>
                    </a:ext>
                  </a:extLst>
                </p:cNvPr>
                <p:cNvSpPr/>
                <p:nvPr/>
              </p:nvSpPr>
              <p:spPr>
                <a:xfrm>
                  <a:off x="974106" y="3305161"/>
                  <a:ext cx="2374" cy="795101"/>
                </a:xfrm>
                <a:custGeom>
                  <a:avLst/>
                  <a:gdLst>
                    <a:gd name="connsiteX0" fmla="*/ 0 w 2374"/>
                    <a:gd name="connsiteY0" fmla="*/ 0 h 795101"/>
                    <a:gd name="connsiteX1" fmla="*/ 2375 w 2374"/>
                    <a:gd name="connsiteY1" fmla="*/ 795101 h 795101"/>
                  </a:gdLst>
                  <a:ahLst/>
                  <a:cxnLst>
                    <a:cxn ang="0">
                      <a:pos x="connsiteX0" y="connsiteY0"/>
                    </a:cxn>
                    <a:cxn ang="0">
                      <a:pos x="connsiteX1" y="connsiteY1"/>
                    </a:cxn>
                  </a:cxnLst>
                  <a:rect l="l" t="t" r="r" b="b"/>
                  <a:pathLst>
                    <a:path w="2374" h="795101">
                      <a:moveTo>
                        <a:pt x="0" y="0"/>
                      </a:moveTo>
                      <a:lnTo>
                        <a:pt x="2375" y="795101"/>
                      </a:lnTo>
                    </a:path>
                  </a:pathLst>
                </a:custGeom>
                <a:ln w="25429" cap="flat">
                  <a:solidFill>
                    <a:srgbClr val="5CBCE0"/>
                  </a:solidFill>
                  <a:prstDash val="solid"/>
                  <a:miter/>
                </a:ln>
              </p:spPr>
              <p:txBody>
                <a:bodyPr rtlCol="0" anchor="ctr"/>
                <a:lstStyle/>
                <a:p>
                  <a:endParaRPr lang="en-US">
                    <a:solidFill>
                      <a:schemeClr val="bg1"/>
                    </a:solidFill>
                  </a:endParaRPr>
                </a:p>
              </p:txBody>
            </p:sp>
            <p:sp>
              <p:nvSpPr>
                <p:cNvPr id="161" name="Freeform: Shape 368">
                  <a:extLst>
                    <a:ext uri="{FF2B5EF4-FFF2-40B4-BE49-F238E27FC236}">
                      <a16:creationId xmlns:a16="http://schemas.microsoft.com/office/drawing/2014/main" id="{D3CFC595-4EC0-7E7C-C6E1-4C21658A9899}"/>
                    </a:ext>
                  </a:extLst>
                </p:cNvPr>
                <p:cNvSpPr/>
                <p:nvPr/>
              </p:nvSpPr>
              <p:spPr>
                <a:xfrm>
                  <a:off x="747492" y="3370890"/>
                  <a:ext cx="8481" cy="602156"/>
                </a:xfrm>
                <a:custGeom>
                  <a:avLst/>
                  <a:gdLst>
                    <a:gd name="connsiteX0" fmla="*/ 0 w 8481"/>
                    <a:gd name="connsiteY0" fmla="*/ 0 h 602156"/>
                    <a:gd name="connsiteX1" fmla="*/ 0 w 8481"/>
                    <a:gd name="connsiteY1" fmla="*/ 602156 h 602156"/>
                  </a:gdLst>
                  <a:ahLst/>
                  <a:cxnLst>
                    <a:cxn ang="0">
                      <a:pos x="connsiteX0" y="connsiteY0"/>
                    </a:cxn>
                    <a:cxn ang="0">
                      <a:pos x="connsiteX1" y="connsiteY1"/>
                    </a:cxn>
                  </a:cxnLst>
                  <a:rect l="l" t="t" r="r" b="b"/>
                  <a:pathLst>
                    <a:path w="8481" h="602156">
                      <a:moveTo>
                        <a:pt x="0" y="0"/>
                      </a:moveTo>
                      <a:lnTo>
                        <a:pt x="0" y="602156"/>
                      </a:lnTo>
                    </a:path>
                  </a:pathLst>
                </a:custGeom>
                <a:ln w="25429" cap="flat">
                  <a:solidFill>
                    <a:srgbClr val="5CBCE0"/>
                  </a:solidFill>
                  <a:prstDash val="solid"/>
                  <a:miter/>
                </a:ln>
              </p:spPr>
              <p:txBody>
                <a:bodyPr rtlCol="0" anchor="ctr"/>
                <a:lstStyle/>
                <a:p>
                  <a:endParaRPr lang="en-US">
                    <a:solidFill>
                      <a:schemeClr val="bg1"/>
                    </a:solidFill>
                  </a:endParaRPr>
                </a:p>
              </p:txBody>
            </p:sp>
            <p:sp>
              <p:nvSpPr>
                <p:cNvPr id="162" name="Freeform: Shape 369">
                  <a:extLst>
                    <a:ext uri="{FF2B5EF4-FFF2-40B4-BE49-F238E27FC236}">
                      <a16:creationId xmlns:a16="http://schemas.microsoft.com/office/drawing/2014/main" id="{0AD1F83B-3462-E069-C4A2-11EE5B24FAC3}"/>
                    </a:ext>
                  </a:extLst>
                </p:cNvPr>
                <p:cNvSpPr/>
                <p:nvPr/>
              </p:nvSpPr>
              <p:spPr>
                <a:xfrm>
                  <a:off x="552427" y="3523549"/>
                  <a:ext cx="8481" cy="288356"/>
                </a:xfrm>
                <a:custGeom>
                  <a:avLst/>
                  <a:gdLst>
                    <a:gd name="connsiteX0" fmla="*/ 0 w 8481"/>
                    <a:gd name="connsiteY0" fmla="*/ 0 h 288356"/>
                    <a:gd name="connsiteX1" fmla="*/ 0 w 8481"/>
                    <a:gd name="connsiteY1" fmla="*/ 288357 h 288356"/>
                  </a:gdLst>
                  <a:ahLst/>
                  <a:cxnLst>
                    <a:cxn ang="0">
                      <a:pos x="connsiteX0" y="connsiteY0"/>
                    </a:cxn>
                    <a:cxn ang="0">
                      <a:pos x="connsiteX1" y="connsiteY1"/>
                    </a:cxn>
                  </a:cxnLst>
                  <a:rect l="l" t="t" r="r" b="b"/>
                  <a:pathLst>
                    <a:path w="8481" h="288356">
                      <a:moveTo>
                        <a:pt x="0" y="0"/>
                      </a:moveTo>
                      <a:lnTo>
                        <a:pt x="0" y="288357"/>
                      </a:lnTo>
                    </a:path>
                  </a:pathLst>
                </a:custGeom>
                <a:ln w="25429" cap="flat">
                  <a:solidFill>
                    <a:srgbClr val="5CBCE0"/>
                  </a:solidFill>
                  <a:prstDash val="solid"/>
                  <a:miter/>
                </a:ln>
              </p:spPr>
              <p:txBody>
                <a:bodyPr rtlCol="0" anchor="ctr"/>
                <a:lstStyle/>
                <a:p>
                  <a:endParaRPr lang="en-US">
                    <a:solidFill>
                      <a:schemeClr val="bg1"/>
                    </a:solidFill>
                  </a:endParaRPr>
                </a:p>
              </p:txBody>
            </p:sp>
            <p:sp>
              <p:nvSpPr>
                <p:cNvPr id="163" name="Freeform: Shape 370">
                  <a:extLst>
                    <a:ext uri="{FF2B5EF4-FFF2-40B4-BE49-F238E27FC236}">
                      <a16:creationId xmlns:a16="http://schemas.microsoft.com/office/drawing/2014/main" id="{DD6B2556-EB7C-BFBC-9F34-0164DFB1006D}"/>
                    </a:ext>
                  </a:extLst>
                </p:cNvPr>
                <p:cNvSpPr/>
                <p:nvPr/>
              </p:nvSpPr>
              <p:spPr>
                <a:xfrm>
                  <a:off x="1429625" y="3305161"/>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5CBCE0"/>
                  </a:solidFill>
                  <a:prstDash val="solid"/>
                  <a:miter/>
                </a:ln>
              </p:spPr>
              <p:txBody>
                <a:bodyPr rtlCol="0" anchor="ctr"/>
                <a:lstStyle/>
                <a:p>
                  <a:endParaRPr lang="en-US">
                    <a:solidFill>
                      <a:schemeClr val="bg1"/>
                    </a:solidFill>
                  </a:endParaRPr>
                </a:p>
              </p:txBody>
            </p:sp>
            <p:sp>
              <p:nvSpPr>
                <p:cNvPr id="164" name="Freeform: Shape 371">
                  <a:extLst>
                    <a:ext uri="{FF2B5EF4-FFF2-40B4-BE49-F238E27FC236}">
                      <a16:creationId xmlns:a16="http://schemas.microsoft.com/office/drawing/2014/main" id="{E940D4FC-0BD2-4711-99DF-7907E6C8B2E1}"/>
                    </a:ext>
                  </a:extLst>
                </p:cNvPr>
                <p:cNvSpPr/>
                <p:nvPr/>
              </p:nvSpPr>
              <p:spPr>
                <a:xfrm>
                  <a:off x="1640465" y="3305161"/>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5CBCE0"/>
                  </a:solidFill>
                  <a:prstDash val="solid"/>
                  <a:miter/>
                </a:ln>
              </p:spPr>
              <p:txBody>
                <a:bodyPr rtlCol="0" anchor="ctr"/>
                <a:lstStyle/>
                <a:p>
                  <a:endParaRPr lang="en-US">
                    <a:solidFill>
                      <a:schemeClr val="bg1"/>
                    </a:solidFill>
                  </a:endParaRPr>
                </a:p>
              </p:txBody>
            </p:sp>
            <p:sp>
              <p:nvSpPr>
                <p:cNvPr id="165" name="Freeform: Shape 372">
                  <a:extLst>
                    <a:ext uri="{FF2B5EF4-FFF2-40B4-BE49-F238E27FC236}">
                      <a16:creationId xmlns:a16="http://schemas.microsoft.com/office/drawing/2014/main" id="{592A3CD1-AA4C-B602-8AF8-E8F37BCC0EA8}"/>
                    </a:ext>
                  </a:extLst>
                </p:cNvPr>
                <p:cNvSpPr/>
                <p:nvPr/>
              </p:nvSpPr>
              <p:spPr>
                <a:xfrm>
                  <a:off x="1850032" y="3396333"/>
                  <a:ext cx="8481" cy="703929"/>
                </a:xfrm>
                <a:custGeom>
                  <a:avLst/>
                  <a:gdLst>
                    <a:gd name="connsiteX0" fmla="*/ 0 w 8481"/>
                    <a:gd name="connsiteY0" fmla="*/ 0 h 703929"/>
                    <a:gd name="connsiteX1" fmla="*/ 0 w 8481"/>
                    <a:gd name="connsiteY1" fmla="*/ 703929 h 703929"/>
                  </a:gdLst>
                  <a:ahLst/>
                  <a:cxnLst>
                    <a:cxn ang="0">
                      <a:pos x="connsiteX0" y="connsiteY0"/>
                    </a:cxn>
                    <a:cxn ang="0">
                      <a:pos x="connsiteX1" y="connsiteY1"/>
                    </a:cxn>
                  </a:cxnLst>
                  <a:rect l="l" t="t" r="r" b="b"/>
                  <a:pathLst>
                    <a:path w="8481" h="703929">
                      <a:moveTo>
                        <a:pt x="0" y="0"/>
                      </a:moveTo>
                      <a:lnTo>
                        <a:pt x="0" y="703929"/>
                      </a:lnTo>
                    </a:path>
                  </a:pathLst>
                </a:custGeom>
                <a:ln w="25429" cap="flat">
                  <a:solidFill>
                    <a:srgbClr val="5CBCE0"/>
                  </a:solidFill>
                  <a:prstDash val="solid"/>
                  <a:miter/>
                </a:ln>
              </p:spPr>
              <p:txBody>
                <a:bodyPr rtlCol="0" anchor="ctr"/>
                <a:lstStyle/>
                <a:p>
                  <a:endParaRPr lang="en-US">
                    <a:solidFill>
                      <a:schemeClr val="bg1"/>
                    </a:solidFill>
                  </a:endParaRPr>
                </a:p>
              </p:txBody>
            </p:sp>
            <p:sp>
              <p:nvSpPr>
                <p:cNvPr id="166" name="Freeform: Shape 373">
                  <a:extLst>
                    <a:ext uri="{FF2B5EF4-FFF2-40B4-BE49-F238E27FC236}">
                      <a16:creationId xmlns:a16="http://schemas.microsoft.com/office/drawing/2014/main" id="{BB38F4C8-7DA1-2929-A60C-58C9996A70BC}"/>
                    </a:ext>
                  </a:extLst>
                </p:cNvPr>
                <p:cNvSpPr/>
                <p:nvPr/>
              </p:nvSpPr>
              <p:spPr>
                <a:xfrm>
                  <a:off x="2062059" y="3523549"/>
                  <a:ext cx="8481" cy="415572"/>
                </a:xfrm>
                <a:custGeom>
                  <a:avLst/>
                  <a:gdLst>
                    <a:gd name="connsiteX0" fmla="*/ 0 w 8481"/>
                    <a:gd name="connsiteY0" fmla="*/ 0 h 415572"/>
                    <a:gd name="connsiteX1" fmla="*/ 0 w 8481"/>
                    <a:gd name="connsiteY1" fmla="*/ 415573 h 415572"/>
                  </a:gdLst>
                  <a:ahLst/>
                  <a:cxnLst>
                    <a:cxn ang="0">
                      <a:pos x="connsiteX0" y="connsiteY0"/>
                    </a:cxn>
                    <a:cxn ang="0">
                      <a:pos x="connsiteX1" y="connsiteY1"/>
                    </a:cxn>
                  </a:cxnLst>
                  <a:rect l="l" t="t" r="r" b="b"/>
                  <a:pathLst>
                    <a:path w="8481" h="415572">
                      <a:moveTo>
                        <a:pt x="0" y="0"/>
                      </a:moveTo>
                      <a:lnTo>
                        <a:pt x="0" y="415573"/>
                      </a:lnTo>
                    </a:path>
                  </a:pathLst>
                </a:custGeom>
                <a:ln w="25429" cap="flat">
                  <a:solidFill>
                    <a:srgbClr val="5CBCE0"/>
                  </a:solidFill>
                  <a:prstDash val="solid"/>
                  <a:miter/>
                </a:ln>
              </p:spPr>
              <p:txBody>
                <a:bodyPr rtlCol="0" anchor="ctr"/>
                <a:lstStyle/>
                <a:p>
                  <a:endParaRPr lang="en-US">
                    <a:solidFill>
                      <a:schemeClr val="bg1"/>
                    </a:solidFill>
                  </a:endParaRPr>
                </a:p>
              </p:txBody>
            </p:sp>
          </p:grpSp>
          <p:grpSp>
            <p:nvGrpSpPr>
              <p:cNvPr id="14" name="Graphic 4">
                <a:extLst>
                  <a:ext uri="{FF2B5EF4-FFF2-40B4-BE49-F238E27FC236}">
                    <a16:creationId xmlns:a16="http://schemas.microsoft.com/office/drawing/2014/main" id="{3B647742-698F-106E-0F40-310A60231DB8}"/>
                  </a:ext>
                </a:extLst>
              </p:cNvPr>
              <p:cNvGrpSpPr/>
              <p:nvPr/>
            </p:nvGrpSpPr>
            <p:grpSpPr>
              <a:xfrm>
                <a:off x="6183863" y="3347567"/>
                <a:ext cx="1509631" cy="873550"/>
                <a:chOff x="6183863" y="3347567"/>
                <a:chExt cx="1509631" cy="873550"/>
              </a:xfrm>
            </p:grpSpPr>
            <p:sp>
              <p:nvSpPr>
                <p:cNvPr id="151" name="Freeform: Shape 358">
                  <a:extLst>
                    <a:ext uri="{FF2B5EF4-FFF2-40B4-BE49-F238E27FC236}">
                      <a16:creationId xmlns:a16="http://schemas.microsoft.com/office/drawing/2014/main" id="{1B113281-92FB-213A-1C29-48549B899077}"/>
                    </a:ext>
                  </a:extLst>
                </p:cNvPr>
                <p:cNvSpPr/>
                <p:nvPr/>
              </p:nvSpPr>
              <p:spPr>
                <a:xfrm>
                  <a:off x="6836906" y="3347567"/>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52" name="Freeform: Shape 359">
                  <a:extLst>
                    <a:ext uri="{FF2B5EF4-FFF2-40B4-BE49-F238E27FC236}">
                      <a16:creationId xmlns:a16="http://schemas.microsoft.com/office/drawing/2014/main" id="{E8B557D4-A90A-4A70-10D6-5DD81DF90C09}"/>
                    </a:ext>
                  </a:extLst>
                </p:cNvPr>
                <p:cNvSpPr/>
                <p:nvPr/>
              </p:nvSpPr>
              <p:spPr>
                <a:xfrm>
                  <a:off x="6605542" y="3347567"/>
                  <a:ext cx="2374" cy="795101"/>
                </a:xfrm>
                <a:custGeom>
                  <a:avLst/>
                  <a:gdLst>
                    <a:gd name="connsiteX0" fmla="*/ 0 w 2374"/>
                    <a:gd name="connsiteY0" fmla="*/ 0 h 795101"/>
                    <a:gd name="connsiteX1" fmla="*/ 2375 w 2374"/>
                    <a:gd name="connsiteY1" fmla="*/ 795101 h 795101"/>
                  </a:gdLst>
                  <a:ahLst/>
                  <a:cxnLst>
                    <a:cxn ang="0">
                      <a:pos x="connsiteX0" y="connsiteY0"/>
                    </a:cxn>
                    <a:cxn ang="0">
                      <a:pos x="connsiteX1" y="connsiteY1"/>
                    </a:cxn>
                  </a:cxnLst>
                  <a:rect l="l" t="t" r="r" b="b"/>
                  <a:pathLst>
                    <a:path w="2374" h="795101">
                      <a:moveTo>
                        <a:pt x="0" y="0"/>
                      </a:moveTo>
                      <a:lnTo>
                        <a:pt x="2375" y="795101"/>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53" name="Freeform: Shape 360">
                  <a:extLst>
                    <a:ext uri="{FF2B5EF4-FFF2-40B4-BE49-F238E27FC236}">
                      <a16:creationId xmlns:a16="http://schemas.microsoft.com/office/drawing/2014/main" id="{4FA36803-2139-26BF-A11E-4A1F809BD326}"/>
                    </a:ext>
                  </a:extLst>
                </p:cNvPr>
                <p:cNvSpPr/>
                <p:nvPr/>
              </p:nvSpPr>
              <p:spPr>
                <a:xfrm>
                  <a:off x="6378928" y="3413295"/>
                  <a:ext cx="8481" cy="602156"/>
                </a:xfrm>
                <a:custGeom>
                  <a:avLst/>
                  <a:gdLst>
                    <a:gd name="connsiteX0" fmla="*/ 0 w 8481"/>
                    <a:gd name="connsiteY0" fmla="*/ 0 h 602156"/>
                    <a:gd name="connsiteX1" fmla="*/ 0 w 8481"/>
                    <a:gd name="connsiteY1" fmla="*/ 602156 h 602156"/>
                  </a:gdLst>
                  <a:ahLst/>
                  <a:cxnLst>
                    <a:cxn ang="0">
                      <a:pos x="connsiteX0" y="connsiteY0"/>
                    </a:cxn>
                    <a:cxn ang="0">
                      <a:pos x="connsiteX1" y="connsiteY1"/>
                    </a:cxn>
                  </a:cxnLst>
                  <a:rect l="l" t="t" r="r" b="b"/>
                  <a:pathLst>
                    <a:path w="8481" h="602156">
                      <a:moveTo>
                        <a:pt x="0" y="0"/>
                      </a:moveTo>
                      <a:lnTo>
                        <a:pt x="0" y="602156"/>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54" name="Freeform: Shape 361">
                  <a:extLst>
                    <a:ext uri="{FF2B5EF4-FFF2-40B4-BE49-F238E27FC236}">
                      <a16:creationId xmlns:a16="http://schemas.microsoft.com/office/drawing/2014/main" id="{35F184DF-46E3-6E3E-A44A-B7FB6DA55061}"/>
                    </a:ext>
                  </a:extLst>
                </p:cNvPr>
                <p:cNvSpPr/>
                <p:nvPr/>
              </p:nvSpPr>
              <p:spPr>
                <a:xfrm>
                  <a:off x="6183863" y="3565954"/>
                  <a:ext cx="8481" cy="288356"/>
                </a:xfrm>
                <a:custGeom>
                  <a:avLst/>
                  <a:gdLst>
                    <a:gd name="connsiteX0" fmla="*/ 0 w 8481"/>
                    <a:gd name="connsiteY0" fmla="*/ 0 h 288356"/>
                    <a:gd name="connsiteX1" fmla="*/ 0 w 8481"/>
                    <a:gd name="connsiteY1" fmla="*/ 288357 h 288356"/>
                  </a:gdLst>
                  <a:ahLst/>
                  <a:cxnLst>
                    <a:cxn ang="0">
                      <a:pos x="connsiteX0" y="connsiteY0"/>
                    </a:cxn>
                    <a:cxn ang="0">
                      <a:pos x="connsiteX1" y="connsiteY1"/>
                    </a:cxn>
                  </a:cxnLst>
                  <a:rect l="l" t="t" r="r" b="b"/>
                  <a:pathLst>
                    <a:path w="8481" h="288356">
                      <a:moveTo>
                        <a:pt x="0" y="0"/>
                      </a:moveTo>
                      <a:lnTo>
                        <a:pt x="0" y="288357"/>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55" name="Freeform: Shape 362">
                  <a:extLst>
                    <a:ext uri="{FF2B5EF4-FFF2-40B4-BE49-F238E27FC236}">
                      <a16:creationId xmlns:a16="http://schemas.microsoft.com/office/drawing/2014/main" id="{E9CE0FA4-B1D8-74CE-A08F-99A0093CD1FB}"/>
                    </a:ext>
                  </a:extLst>
                </p:cNvPr>
                <p:cNvSpPr/>
                <p:nvPr/>
              </p:nvSpPr>
              <p:spPr>
                <a:xfrm>
                  <a:off x="7061061" y="3347567"/>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56" name="Freeform: Shape 363">
                  <a:extLst>
                    <a:ext uri="{FF2B5EF4-FFF2-40B4-BE49-F238E27FC236}">
                      <a16:creationId xmlns:a16="http://schemas.microsoft.com/office/drawing/2014/main" id="{A329875A-9F7B-8FC3-DC84-7396E9AF322E}"/>
                    </a:ext>
                  </a:extLst>
                </p:cNvPr>
                <p:cNvSpPr/>
                <p:nvPr/>
              </p:nvSpPr>
              <p:spPr>
                <a:xfrm>
                  <a:off x="7271900" y="3347567"/>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57" name="Freeform: Shape 364">
                  <a:extLst>
                    <a:ext uri="{FF2B5EF4-FFF2-40B4-BE49-F238E27FC236}">
                      <a16:creationId xmlns:a16="http://schemas.microsoft.com/office/drawing/2014/main" id="{4DD1058A-C6C6-9B50-E18D-84FD9D411662}"/>
                    </a:ext>
                  </a:extLst>
                </p:cNvPr>
                <p:cNvSpPr/>
                <p:nvPr/>
              </p:nvSpPr>
              <p:spPr>
                <a:xfrm>
                  <a:off x="7481468" y="3438738"/>
                  <a:ext cx="8481" cy="703929"/>
                </a:xfrm>
                <a:custGeom>
                  <a:avLst/>
                  <a:gdLst>
                    <a:gd name="connsiteX0" fmla="*/ 0 w 8481"/>
                    <a:gd name="connsiteY0" fmla="*/ 0 h 703929"/>
                    <a:gd name="connsiteX1" fmla="*/ 0 w 8481"/>
                    <a:gd name="connsiteY1" fmla="*/ 703929 h 703929"/>
                  </a:gdLst>
                  <a:ahLst/>
                  <a:cxnLst>
                    <a:cxn ang="0">
                      <a:pos x="connsiteX0" y="connsiteY0"/>
                    </a:cxn>
                    <a:cxn ang="0">
                      <a:pos x="connsiteX1" y="connsiteY1"/>
                    </a:cxn>
                  </a:cxnLst>
                  <a:rect l="l" t="t" r="r" b="b"/>
                  <a:pathLst>
                    <a:path w="8481" h="703929">
                      <a:moveTo>
                        <a:pt x="0" y="0"/>
                      </a:moveTo>
                      <a:lnTo>
                        <a:pt x="0" y="703929"/>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58" name="Freeform: Shape 365">
                  <a:extLst>
                    <a:ext uri="{FF2B5EF4-FFF2-40B4-BE49-F238E27FC236}">
                      <a16:creationId xmlns:a16="http://schemas.microsoft.com/office/drawing/2014/main" id="{CE3F9E72-97F6-51EC-7BC3-A512A104343B}"/>
                    </a:ext>
                  </a:extLst>
                </p:cNvPr>
                <p:cNvSpPr/>
                <p:nvPr/>
              </p:nvSpPr>
              <p:spPr>
                <a:xfrm>
                  <a:off x="7693495" y="3565954"/>
                  <a:ext cx="8481" cy="415572"/>
                </a:xfrm>
                <a:custGeom>
                  <a:avLst/>
                  <a:gdLst>
                    <a:gd name="connsiteX0" fmla="*/ 0 w 8481"/>
                    <a:gd name="connsiteY0" fmla="*/ 0 h 415572"/>
                    <a:gd name="connsiteX1" fmla="*/ 0 w 8481"/>
                    <a:gd name="connsiteY1" fmla="*/ 415573 h 415572"/>
                  </a:gdLst>
                  <a:ahLst/>
                  <a:cxnLst>
                    <a:cxn ang="0">
                      <a:pos x="connsiteX0" y="connsiteY0"/>
                    </a:cxn>
                    <a:cxn ang="0">
                      <a:pos x="connsiteX1" y="connsiteY1"/>
                    </a:cxn>
                  </a:cxnLst>
                  <a:rect l="l" t="t" r="r" b="b"/>
                  <a:pathLst>
                    <a:path w="8481" h="415572">
                      <a:moveTo>
                        <a:pt x="0" y="0"/>
                      </a:moveTo>
                      <a:lnTo>
                        <a:pt x="0" y="415573"/>
                      </a:lnTo>
                    </a:path>
                  </a:pathLst>
                </a:custGeom>
                <a:ln w="25429" cap="flat">
                  <a:solidFill>
                    <a:srgbClr val="DB5B42"/>
                  </a:solidFill>
                  <a:prstDash val="solid"/>
                  <a:miter/>
                </a:ln>
              </p:spPr>
              <p:txBody>
                <a:bodyPr rtlCol="0" anchor="ctr"/>
                <a:lstStyle/>
                <a:p>
                  <a:endParaRPr lang="en-US">
                    <a:solidFill>
                      <a:schemeClr val="bg1"/>
                    </a:solidFill>
                  </a:endParaRPr>
                </a:p>
              </p:txBody>
            </p:sp>
          </p:grpSp>
          <p:grpSp>
            <p:nvGrpSpPr>
              <p:cNvPr id="15" name="Graphic 4">
                <a:extLst>
                  <a:ext uri="{FF2B5EF4-FFF2-40B4-BE49-F238E27FC236}">
                    <a16:creationId xmlns:a16="http://schemas.microsoft.com/office/drawing/2014/main" id="{6C28376C-85D7-7B0E-76A2-0380A825375F}"/>
                  </a:ext>
                </a:extLst>
              </p:cNvPr>
              <p:cNvGrpSpPr/>
              <p:nvPr/>
            </p:nvGrpSpPr>
            <p:grpSpPr>
              <a:xfrm>
                <a:off x="4301064" y="3305161"/>
                <a:ext cx="1509631" cy="873550"/>
                <a:chOff x="4301064" y="3305161"/>
                <a:chExt cx="1509631" cy="873550"/>
              </a:xfrm>
            </p:grpSpPr>
            <p:sp>
              <p:nvSpPr>
                <p:cNvPr id="143" name="Freeform: Shape 350">
                  <a:extLst>
                    <a:ext uri="{FF2B5EF4-FFF2-40B4-BE49-F238E27FC236}">
                      <a16:creationId xmlns:a16="http://schemas.microsoft.com/office/drawing/2014/main" id="{E6F9F2EC-B826-BB90-7DB4-BF7501F07544}"/>
                    </a:ext>
                  </a:extLst>
                </p:cNvPr>
                <p:cNvSpPr/>
                <p:nvPr/>
              </p:nvSpPr>
              <p:spPr>
                <a:xfrm>
                  <a:off x="4954107" y="3305161"/>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C99B40"/>
                  </a:solidFill>
                  <a:prstDash val="solid"/>
                  <a:miter/>
                </a:ln>
              </p:spPr>
              <p:txBody>
                <a:bodyPr rtlCol="0" anchor="ctr"/>
                <a:lstStyle/>
                <a:p>
                  <a:endParaRPr lang="en-US">
                    <a:solidFill>
                      <a:schemeClr val="bg1"/>
                    </a:solidFill>
                  </a:endParaRPr>
                </a:p>
              </p:txBody>
            </p:sp>
            <p:sp>
              <p:nvSpPr>
                <p:cNvPr id="144" name="Freeform: Shape 351">
                  <a:extLst>
                    <a:ext uri="{FF2B5EF4-FFF2-40B4-BE49-F238E27FC236}">
                      <a16:creationId xmlns:a16="http://schemas.microsoft.com/office/drawing/2014/main" id="{A6D60198-2F62-4D9E-4AD5-917942BC29E3}"/>
                    </a:ext>
                  </a:extLst>
                </p:cNvPr>
                <p:cNvSpPr/>
                <p:nvPr/>
              </p:nvSpPr>
              <p:spPr>
                <a:xfrm>
                  <a:off x="4722743" y="3305161"/>
                  <a:ext cx="2374" cy="795101"/>
                </a:xfrm>
                <a:custGeom>
                  <a:avLst/>
                  <a:gdLst>
                    <a:gd name="connsiteX0" fmla="*/ 0 w 2374"/>
                    <a:gd name="connsiteY0" fmla="*/ 0 h 795101"/>
                    <a:gd name="connsiteX1" fmla="*/ 2375 w 2374"/>
                    <a:gd name="connsiteY1" fmla="*/ 795101 h 795101"/>
                  </a:gdLst>
                  <a:ahLst/>
                  <a:cxnLst>
                    <a:cxn ang="0">
                      <a:pos x="connsiteX0" y="connsiteY0"/>
                    </a:cxn>
                    <a:cxn ang="0">
                      <a:pos x="connsiteX1" y="connsiteY1"/>
                    </a:cxn>
                  </a:cxnLst>
                  <a:rect l="l" t="t" r="r" b="b"/>
                  <a:pathLst>
                    <a:path w="2374" h="795101">
                      <a:moveTo>
                        <a:pt x="0" y="0"/>
                      </a:moveTo>
                      <a:lnTo>
                        <a:pt x="2375" y="795101"/>
                      </a:lnTo>
                    </a:path>
                  </a:pathLst>
                </a:custGeom>
                <a:ln w="25429" cap="flat">
                  <a:solidFill>
                    <a:srgbClr val="C99B40"/>
                  </a:solidFill>
                  <a:prstDash val="solid"/>
                  <a:miter/>
                </a:ln>
              </p:spPr>
              <p:txBody>
                <a:bodyPr rtlCol="0" anchor="ctr"/>
                <a:lstStyle/>
                <a:p>
                  <a:endParaRPr lang="en-US">
                    <a:solidFill>
                      <a:schemeClr val="bg1"/>
                    </a:solidFill>
                  </a:endParaRPr>
                </a:p>
              </p:txBody>
            </p:sp>
            <p:sp>
              <p:nvSpPr>
                <p:cNvPr id="145" name="Freeform: Shape 352">
                  <a:extLst>
                    <a:ext uri="{FF2B5EF4-FFF2-40B4-BE49-F238E27FC236}">
                      <a16:creationId xmlns:a16="http://schemas.microsoft.com/office/drawing/2014/main" id="{768EE8EB-AA50-3CDE-58AE-C2C68483A397}"/>
                    </a:ext>
                  </a:extLst>
                </p:cNvPr>
                <p:cNvSpPr/>
                <p:nvPr/>
              </p:nvSpPr>
              <p:spPr>
                <a:xfrm>
                  <a:off x="4496128" y="3370890"/>
                  <a:ext cx="8481" cy="602156"/>
                </a:xfrm>
                <a:custGeom>
                  <a:avLst/>
                  <a:gdLst>
                    <a:gd name="connsiteX0" fmla="*/ 0 w 8481"/>
                    <a:gd name="connsiteY0" fmla="*/ 0 h 602156"/>
                    <a:gd name="connsiteX1" fmla="*/ 0 w 8481"/>
                    <a:gd name="connsiteY1" fmla="*/ 602156 h 602156"/>
                  </a:gdLst>
                  <a:ahLst/>
                  <a:cxnLst>
                    <a:cxn ang="0">
                      <a:pos x="connsiteX0" y="connsiteY0"/>
                    </a:cxn>
                    <a:cxn ang="0">
                      <a:pos x="connsiteX1" y="connsiteY1"/>
                    </a:cxn>
                  </a:cxnLst>
                  <a:rect l="l" t="t" r="r" b="b"/>
                  <a:pathLst>
                    <a:path w="8481" h="602156">
                      <a:moveTo>
                        <a:pt x="0" y="0"/>
                      </a:moveTo>
                      <a:lnTo>
                        <a:pt x="0" y="602156"/>
                      </a:lnTo>
                    </a:path>
                  </a:pathLst>
                </a:custGeom>
                <a:ln w="25429" cap="flat">
                  <a:solidFill>
                    <a:srgbClr val="C99B40"/>
                  </a:solidFill>
                  <a:prstDash val="solid"/>
                  <a:miter/>
                </a:ln>
              </p:spPr>
              <p:txBody>
                <a:bodyPr rtlCol="0" anchor="ctr"/>
                <a:lstStyle/>
                <a:p>
                  <a:endParaRPr lang="en-US">
                    <a:solidFill>
                      <a:schemeClr val="bg1"/>
                    </a:solidFill>
                  </a:endParaRPr>
                </a:p>
              </p:txBody>
            </p:sp>
            <p:sp>
              <p:nvSpPr>
                <p:cNvPr id="146" name="Freeform: Shape 353">
                  <a:extLst>
                    <a:ext uri="{FF2B5EF4-FFF2-40B4-BE49-F238E27FC236}">
                      <a16:creationId xmlns:a16="http://schemas.microsoft.com/office/drawing/2014/main" id="{CE8D4ACA-30BA-6834-664B-EC475EA94854}"/>
                    </a:ext>
                  </a:extLst>
                </p:cNvPr>
                <p:cNvSpPr/>
                <p:nvPr/>
              </p:nvSpPr>
              <p:spPr>
                <a:xfrm>
                  <a:off x="4301064" y="3523549"/>
                  <a:ext cx="8481" cy="288356"/>
                </a:xfrm>
                <a:custGeom>
                  <a:avLst/>
                  <a:gdLst>
                    <a:gd name="connsiteX0" fmla="*/ 0 w 8481"/>
                    <a:gd name="connsiteY0" fmla="*/ 0 h 288356"/>
                    <a:gd name="connsiteX1" fmla="*/ 0 w 8481"/>
                    <a:gd name="connsiteY1" fmla="*/ 288357 h 288356"/>
                  </a:gdLst>
                  <a:ahLst/>
                  <a:cxnLst>
                    <a:cxn ang="0">
                      <a:pos x="connsiteX0" y="connsiteY0"/>
                    </a:cxn>
                    <a:cxn ang="0">
                      <a:pos x="connsiteX1" y="connsiteY1"/>
                    </a:cxn>
                  </a:cxnLst>
                  <a:rect l="l" t="t" r="r" b="b"/>
                  <a:pathLst>
                    <a:path w="8481" h="288356">
                      <a:moveTo>
                        <a:pt x="0" y="0"/>
                      </a:moveTo>
                      <a:lnTo>
                        <a:pt x="0" y="288357"/>
                      </a:lnTo>
                    </a:path>
                  </a:pathLst>
                </a:custGeom>
                <a:ln w="25429" cap="flat">
                  <a:solidFill>
                    <a:srgbClr val="C99B40"/>
                  </a:solidFill>
                  <a:prstDash val="solid"/>
                  <a:miter/>
                </a:ln>
              </p:spPr>
              <p:txBody>
                <a:bodyPr rtlCol="0" anchor="ctr"/>
                <a:lstStyle/>
                <a:p>
                  <a:endParaRPr lang="en-US">
                    <a:solidFill>
                      <a:schemeClr val="bg1"/>
                    </a:solidFill>
                  </a:endParaRPr>
                </a:p>
              </p:txBody>
            </p:sp>
            <p:sp>
              <p:nvSpPr>
                <p:cNvPr id="147" name="Freeform: Shape 354">
                  <a:extLst>
                    <a:ext uri="{FF2B5EF4-FFF2-40B4-BE49-F238E27FC236}">
                      <a16:creationId xmlns:a16="http://schemas.microsoft.com/office/drawing/2014/main" id="{405BF0A1-AB4B-E15A-C9C9-29B462605A8C}"/>
                    </a:ext>
                  </a:extLst>
                </p:cNvPr>
                <p:cNvSpPr/>
                <p:nvPr/>
              </p:nvSpPr>
              <p:spPr>
                <a:xfrm>
                  <a:off x="5178262" y="3305161"/>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C99B40"/>
                  </a:solidFill>
                  <a:prstDash val="solid"/>
                  <a:miter/>
                </a:ln>
              </p:spPr>
              <p:txBody>
                <a:bodyPr rtlCol="0" anchor="ctr"/>
                <a:lstStyle/>
                <a:p>
                  <a:endParaRPr lang="en-US">
                    <a:solidFill>
                      <a:schemeClr val="bg1"/>
                    </a:solidFill>
                  </a:endParaRPr>
                </a:p>
              </p:txBody>
            </p:sp>
            <p:sp>
              <p:nvSpPr>
                <p:cNvPr id="148" name="Freeform: Shape 355">
                  <a:extLst>
                    <a:ext uri="{FF2B5EF4-FFF2-40B4-BE49-F238E27FC236}">
                      <a16:creationId xmlns:a16="http://schemas.microsoft.com/office/drawing/2014/main" id="{F51AD6CE-2947-6DAD-D3E6-6DF1B230F311}"/>
                    </a:ext>
                  </a:extLst>
                </p:cNvPr>
                <p:cNvSpPr/>
                <p:nvPr/>
              </p:nvSpPr>
              <p:spPr>
                <a:xfrm>
                  <a:off x="5389101" y="3305161"/>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C99B40"/>
                  </a:solidFill>
                  <a:prstDash val="solid"/>
                  <a:miter/>
                </a:ln>
              </p:spPr>
              <p:txBody>
                <a:bodyPr rtlCol="0" anchor="ctr"/>
                <a:lstStyle/>
                <a:p>
                  <a:endParaRPr lang="en-US">
                    <a:solidFill>
                      <a:schemeClr val="bg1"/>
                    </a:solidFill>
                  </a:endParaRPr>
                </a:p>
              </p:txBody>
            </p:sp>
            <p:sp>
              <p:nvSpPr>
                <p:cNvPr id="149" name="Freeform: Shape 356">
                  <a:extLst>
                    <a:ext uri="{FF2B5EF4-FFF2-40B4-BE49-F238E27FC236}">
                      <a16:creationId xmlns:a16="http://schemas.microsoft.com/office/drawing/2014/main" id="{0B711039-5020-644B-C8B7-1214B1BC0E29}"/>
                    </a:ext>
                  </a:extLst>
                </p:cNvPr>
                <p:cNvSpPr/>
                <p:nvPr/>
              </p:nvSpPr>
              <p:spPr>
                <a:xfrm>
                  <a:off x="5598669" y="3396333"/>
                  <a:ext cx="8481" cy="703929"/>
                </a:xfrm>
                <a:custGeom>
                  <a:avLst/>
                  <a:gdLst>
                    <a:gd name="connsiteX0" fmla="*/ 0 w 8481"/>
                    <a:gd name="connsiteY0" fmla="*/ 0 h 703929"/>
                    <a:gd name="connsiteX1" fmla="*/ 0 w 8481"/>
                    <a:gd name="connsiteY1" fmla="*/ 703929 h 703929"/>
                  </a:gdLst>
                  <a:ahLst/>
                  <a:cxnLst>
                    <a:cxn ang="0">
                      <a:pos x="connsiteX0" y="connsiteY0"/>
                    </a:cxn>
                    <a:cxn ang="0">
                      <a:pos x="connsiteX1" y="connsiteY1"/>
                    </a:cxn>
                  </a:cxnLst>
                  <a:rect l="l" t="t" r="r" b="b"/>
                  <a:pathLst>
                    <a:path w="8481" h="703929">
                      <a:moveTo>
                        <a:pt x="0" y="0"/>
                      </a:moveTo>
                      <a:lnTo>
                        <a:pt x="0" y="703929"/>
                      </a:lnTo>
                    </a:path>
                  </a:pathLst>
                </a:custGeom>
                <a:ln w="25429" cap="flat">
                  <a:solidFill>
                    <a:srgbClr val="C99B40"/>
                  </a:solidFill>
                  <a:prstDash val="solid"/>
                  <a:miter/>
                </a:ln>
              </p:spPr>
              <p:txBody>
                <a:bodyPr rtlCol="0" anchor="ctr"/>
                <a:lstStyle/>
                <a:p>
                  <a:endParaRPr lang="en-US">
                    <a:solidFill>
                      <a:schemeClr val="bg1"/>
                    </a:solidFill>
                  </a:endParaRPr>
                </a:p>
              </p:txBody>
            </p:sp>
            <p:sp>
              <p:nvSpPr>
                <p:cNvPr id="150" name="Freeform: Shape 357">
                  <a:extLst>
                    <a:ext uri="{FF2B5EF4-FFF2-40B4-BE49-F238E27FC236}">
                      <a16:creationId xmlns:a16="http://schemas.microsoft.com/office/drawing/2014/main" id="{708596BF-DB3A-8DCE-62EB-7E3B2A2A3C79}"/>
                    </a:ext>
                  </a:extLst>
                </p:cNvPr>
                <p:cNvSpPr/>
                <p:nvPr/>
              </p:nvSpPr>
              <p:spPr>
                <a:xfrm>
                  <a:off x="5810696" y="3523549"/>
                  <a:ext cx="8481" cy="415572"/>
                </a:xfrm>
                <a:custGeom>
                  <a:avLst/>
                  <a:gdLst>
                    <a:gd name="connsiteX0" fmla="*/ 0 w 8481"/>
                    <a:gd name="connsiteY0" fmla="*/ 0 h 415572"/>
                    <a:gd name="connsiteX1" fmla="*/ 0 w 8481"/>
                    <a:gd name="connsiteY1" fmla="*/ 415573 h 415572"/>
                  </a:gdLst>
                  <a:ahLst/>
                  <a:cxnLst>
                    <a:cxn ang="0">
                      <a:pos x="connsiteX0" y="connsiteY0"/>
                    </a:cxn>
                    <a:cxn ang="0">
                      <a:pos x="connsiteX1" y="connsiteY1"/>
                    </a:cxn>
                  </a:cxnLst>
                  <a:rect l="l" t="t" r="r" b="b"/>
                  <a:pathLst>
                    <a:path w="8481" h="415572">
                      <a:moveTo>
                        <a:pt x="0" y="0"/>
                      </a:moveTo>
                      <a:lnTo>
                        <a:pt x="0" y="415573"/>
                      </a:lnTo>
                    </a:path>
                  </a:pathLst>
                </a:custGeom>
                <a:ln w="25429" cap="flat">
                  <a:solidFill>
                    <a:srgbClr val="C99B40"/>
                  </a:solidFill>
                  <a:prstDash val="solid"/>
                  <a:miter/>
                </a:ln>
              </p:spPr>
              <p:txBody>
                <a:bodyPr rtlCol="0" anchor="ctr"/>
                <a:lstStyle/>
                <a:p>
                  <a:endParaRPr lang="en-US">
                    <a:solidFill>
                      <a:schemeClr val="bg1"/>
                    </a:solidFill>
                  </a:endParaRPr>
                </a:p>
              </p:txBody>
            </p:sp>
          </p:grpSp>
          <p:grpSp>
            <p:nvGrpSpPr>
              <p:cNvPr id="16" name="Graphic 4">
                <a:extLst>
                  <a:ext uri="{FF2B5EF4-FFF2-40B4-BE49-F238E27FC236}">
                    <a16:creationId xmlns:a16="http://schemas.microsoft.com/office/drawing/2014/main" id="{B3CD369F-2FBA-02BE-9ED5-9EBECF21228C}"/>
                  </a:ext>
                </a:extLst>
              </p:cNvPr>
              <p:cNvGrpSpPr/>
              <p:nvPr/>
            </p:nvGrpSpPr>
            <p:grpSpPr>
              <a:xfrm>
                <a:off x="9924018" y="3347567"/>
                <a:ext cx="1509631" cy="873550"/>
                <a:chOff x="9924018" y="3347567"/>
                <a:chExt cx="1509631" cy="873550"/>
              </a:xfrm>
            </p:grpSpPr>
            <p:sp>
              <p:nvSpPr>
                <p:cNvPr id="135" name="Freeform: Shape 342">
                  <a:extLst>
                    <a:ext uri="{FF2B5EF4-FFF2-40B4-BE49-F238E27FC236}">
                      <a16:creationId xmlns:a16="http://schemas.microsoft.com/office/drawing/2014/main" id="{E2B511CB-6033-E47F-29E4-BC97E16496C9}"/>
                    </a:ext>
                  </a:extLst>
                </p:cNvPr>
                <p:cNvSpPr/>
                <p:nvPr/>
              </p:nvSpPr>
              <p:spPr>
                <a:xfrm>
                  <a:off x="10577061" y="3347567"/>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36" name="Freeform: Shape 343">
                  <a:extLst>
                    <a:ext uri="{FF2B5EF4-FFF2-40B4-BE49-F238E27FC236}">
                      <a16:creationId xmlns:a16="http://schemas.microsoft.com/office/drawing/2014/main" id="{839C5A90-EFB8-C791-B86B-BD1EC820C60E}"/>
                    </a:ext>
                  </a:extLst>
                </p:cNvPr>
                <p:cNvSpPr/>
                <p:nvPr/>
              </p:nvSpPr>
              <p:spPr>
                <a:xfrm>
                  <a:off x="10345698" y="3347567"/>
                  <a:ext cx="2374" cy="795101"/>
                </a:xfrm>
                <a:custGeom>
                  <a:avLst/>
                  <a:gdLst>
                    <a:gd name="connsiteX0" fmla="*/ 0 w 2374"/>
                    <a:gd name="connsiteY0" fmla="*/ 0 h 795101"/>
                    <a:gd name="connsiteX1" fmla="*/ 2375 w 2374"/>
                    <a:gd name="connsiteY1" fmla="*/ 795101 h 795101"/>
                  </a:gdLst>
                  <a:ahLst/>
                  <a:cxnLst>
                    <a:cxn ang="0">
                      <a:pos x="connsiteX0" y="connsiteY0"/>
                    </a:cxn>
                    <a:cxn ang="0">
                      <a:pos x="connsiteX1" y="connsiteY1"/>
                    </a:cxn>
                  </a:cxnLst>
                  <a:rect l="l" t="t" r="r" b="b"/>
                  <a:pathLst>
                    <a:path w="2374" h="795101">
                      <a:moveTo>
                        <a:pt x="0" y="0"/>
                      </a:moveTo>
                      <a:lnTo>
                        <a:pt x="2375" y="795101"/>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37" name="Freeform: Shape 344">
                  <a:extLst>
                    <a:ext uri="{FF2B5EF4-FFF2-40B4-BE49-F238E27FC236}">
                      <a16:creationId xmlns:a16="http://schemas.microsoft.com/office/drawing/2014/main" id="{77348CDE-9CF4-0EED-DF80-55D54A472BDF}"/>
                    </a:ext>
                  </a:extLst>
                </p:cNvPr>
                <p:cNvSpPr/>
                <p:nvPr/>
              </p:nvSpPr>
              <p:spPr>
                <a:xfrm>
                  <a:off x="10119083" y="3413295"/>
                  <a:ext cx="8481" cy="602156"/>
                </a:xfrm>
                <a:custGeom>
                  <a:avLst/>
                  <a:gdLst>
                    <a:gd name="connsiteX0" fmla="*/ 0 w 8481"/>
                    <a:gd name="connsiteY0" fmla="*/ 0 h 602156"/>
                    <a:gd name="connsiteX1" fmla="*/ 0 w 8481"/>
                    <a:gd name="connsiteY1" fmla="*/ 602156 h 602156"/>
                  </a:gdLst>
                  <a:ahLst/>
                  <a:cxnLst>
                    <a:cxn ang="0">
                      <a:pos x="connsiteX0" y="connsiteY0"/>
                    </a:cxn>
                    <a:cxn ang="0">
                      <a:pos x="connsiteX1" y="connsiteY1"/>
                    </a:cxn>
                  </a:cxnLst>
                  <a:rect l="l" t="t" r="r" b="b"/>
                  <a:pathLst>
                    <a:path w="8481" h="602156">
                      <a:moveTo>
                        <a:pt x="0" y="0"/>
                      </a:moveTo>
                      <a:lnTo>
                        <a:pt x="0" y="602156"/>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38" name="Freeform: Shape 345">
                  <a:extLst>
                    <a:ext uri="{FF2B5EF4-FFF2-40B4-BE49-F238E27FC236}">
                      <a16:creationId xmlns:a16="http://schemas.microsoft.com/office/drawing/2014/main" id="{7B5ECD58-CB34-FCD5-79E2-9669A18ABD19}"/>
                    </a:ext>
                  </a:extLst>
                </p:cNvPr>
                <p:cNvSpPr/>
                <p:nvPr/>
              </p:nvSpPr>
              <p:spPr>
                <a:xfrm>
                  <a:off x="9924018" y="3565954"/>
                  <a:ext cx="8481" cy="288356"/>
                </a:xfrm>
                <a:custGeom>
                  <a:avLst/>
                  <a:gdLst>
                    <a:gd name="connsiteX0" fmla="*/ 0 w 8481"/>
                    <a:gd name="connsiteY0" fmla="*/ 0 h 288356"/>
                    <a:gd name="connsiteX1" fmla="*/ 0 w 8481"/>
                    <a:gd name="connsiteY1" fmla="*/ 288357 h 288356"/>
                  </a:gdLst>
                  <a:ahLst/>
                  <a:cxnLst>
                    <a:cxn ang="0">
                      <a:pos x="connsiteX0" y="connsiteY0"/>
                    </a:cxn>
                    <a:cxn ang="0">
                      <a:pos x="connsiteX1" y="connsiteY1"/>
                    </a:cxn>
                  </a:cxnLst>
                  <a:rect l="l" t="t" r="r" b="b"/>
                  <a:pathLst>
                    <a:path w="8481" h="288356">
                      <a:moveTo>
                        <a:pt x="0" y="0"/>
                      </a:moveTo>
                      <a:lnTo>
                        <a:pt x="0" y="288357"/>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39" name="Freeform: Shape 346">
                  <a:extLst>
                    <a:ext uri="{FF2B5EF4-FFF2-40B4-BE49-F238E27FC236}">
                      <a16:creationId xmlns:a16="http://schemas.microsoft.com/office/drawing/2014/main" id="{38D712BC-4759-12D6-6AC3-A6CDC63A8874}"/>
                    </a:ext>
                  </a:extLst>
                </p:cNvPr>
                <p:cNvSpPr/>
                <p:nvPr/>
              </p:nvSpPr>
              <p:spPr>
                <a:xfrm>
                  <a:off x="10801216" y="3347567"/>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40" name="Freeform: Shape 347">
                  <a:extLst>
                    <a:ext uri="{FF2B5EF4-FFF2-40B4-BE49-F238E27FC236}">
                      <a16:creationId xmlns:a16="http://schemas.microsoft.com/office/drawing/2014/main" id="{99C47350-CA5E-4855-12C7-82539063AFAF}"/>
                    </a:ext>
                  </a:extLst>
                </p:cNvPr>
                <p:cNvSpPr/>
                <p:nvPr/>
              </p:nvSpPr>
              <p:spPr>
                <a:xfrm>
                  <a:off x="11012056" y="3347567"/>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41" name="Freeform: Shape 348">
                  <a:extLst>
                    <a:ext uri="{FF2B5EF4-FFF2-40B4-BE49-F238E27FC236}">
                      <a16:creationId xmlns:a16="http://schemas.microsoft.com/office/drawing/2014/main" id="{98D94E4A-2F71-5328-60E0-0F5A1A82358F}"/>
                    </a:ext>
                  </a:extLst>
                </p:cNvPr>
                <p:cNvSpPr/>
                <p:nvPr/>
              </p:nvSpPr>
              <p:spPr>
                <a:xfrm>
                  <a:off x="11221623" y="3438738"/>
                  <a:ext cx="8481" cy="703929"/>
                </a:xfrm>
                <a:custGeom>
                  <a:avLst/>
                  <a:gdLst>
                    <a:gd name="connsiteX0" fmla="*/ 0 w 8481"/>
                    <a:gd name="connsiteY0" fmla="*/ 0 h 703929"/>
                    <a:gd name="connsiteX1" fmla="*/ 0 w 8481"/>
                    <a:gd name="connsiteY1" fmla="*/ 703929 h 703929"/>
                  </a:gdLst>
                  <a:ahLst/>
                  <a:cxnLst>
                    <a:cxn ang="0">
                      <a:pos x="connsiteX0" y="connsiteY0"/>
                    </a:cxn>
                    <a:cxn ang="0">
                      <a:pos x="connsiteX1" y="connsiteY1"/>
                    </a:cxn>
                  </a:cxnLst>
                  <a:rect l="l" t="t" r="r" b="b"/>
                  <a:pathLst>
                    <a:path w="8481" h="703929">
                      <a:moveTo>
                        <a:pt x="0" y="0"/>
                      </a:moveTo>
                      <a:lnTo>
                        <a:pt x="0" y="703929"/>
                      </a:lnTo>
                    </a:path>
                  </a:pathLst>
                </a:custGeom>
                <a:ln w="25429" cap="flat">
                  <a:solidFill>
                    <a:srgbClr val="DB5B42"/>
                  </a:solidFill>
                  <a:prstDash val="solid"/>
                  <a:miter/>
                </a:ln>
              </p:spPr>
              <p:txBody>
                <a:bodyPr rtlCol="0" anchor="ctr"/>
                <a:lstStyle/>
                <a:p>
                  <a:endParaRPr lang="en-US">
                    <a:solidFill>
                      <a:schemeClr val="bg1"/>
                    </a:solidFill>
                  </a:endParaRPr>
                </a:p>
              </p:txBody>
            </p:sp>
            <p:sp>
              <p:nvSpPr>
                <p:cNvPr id="142" name="Freeform: Shape 349">
                  <a:extLst>
                    <a:ext uri="{FF2B5EF4-FFF2-40B4-BE49-F238E27FC236}">
                      <a16:creationId xmlns:a16="http://schemas.microsoft.com/office/drawing/2014/main" id="{C6CB4625-256C-3F4C-AEBE-6E89A74E3CA8}"/>
                    </a:ext>
                  </a:extLst>
                </p:cNvPr>
                <p:cNvSpPr/>
                <p:nvPr/>
              </p:nvSpPr>
              <p:spPr>
                <a:xfrm>
                  <a:off x="11433650" y="3565954"/>
                  <a:ext cx="8481" cy="415572"/>
                </a:xfrm>
                <a:custGeom>
                  <a:avLst/>
                  <a:gdLst>
                    <a:gd name="connsiteX0" fmla="*/ 0 w 8481"/>
                    <a:gd name="connsiteY0" fmla="*/ 0 h 415572"/>
                    <a:gd name="connsiteX1" fmla="*/ 0 w 8481"/>
                    <a:gd name="connsiteY1" fmla="*/ 415573 h 415572"/>
                  </a:gdLst>
                  <a:ahLst/>
                  <a:cxnLst>
                    <a:cxn ang="0">
                      <a:pos x="connsiteX0" y="connsiteY0"/>
                    </a:cxn>
                    <a:cxn ang="0">
                      <a:pos x="connsiteX1" y="connsiteY1"/>
                    </a:cxn>
                  </a:cxnLst>
                  <a:rect l="l" t="t" r="r" b="b"/>
                  <a:pathLst>
                    <a:path w="8481" h="415572">
                      <a:moveTo>
                        <a:pt x="0" y="0"/>
                      </a:moveTo>
                      <a:lnTo>
                        <a:pt x="0" y="415573"/>
                      </a:lnTo>
                    </a:path>
                  </a:pathLst>
                </a:custGeom>
                <a:ln w="25429" cap="flat">
                  <a:solidFill>
                    <a:srgbClr val="DB5B42"/>
                  </a:solidFill>
                  <a:prstDash val="solid"/>
                  <a:miter/>
                </a:ln>
              </p:spPr>
              <p:txBody>
                <a:bodyPr rtlCol="0" anchor="ctr"/>
                <a:lstStyle/>
                <a:p>
                  <a:endParaRPr lang="en-US">
                    <a:solidFill>
                      <a:schemeClr val="bg1"/>
                    </a:solidFill>
                  </a:endParaRPr>
                </a:p>
              </p:txBody>
            </p:sp>
          </p:grpSp>
          <p:grpSp>
            <p:nvGrpSpPr>
              <p:cNvPr id="17" name="Graphic 4">
                <a:extLst>
                  <a:ext uri="{FF2B5EF4-FFF2-40B4-BE49-F238E27FC236}">
                    <a16:creationId xmlns:a16="http://schemas.microsoft.com/office/drawing/2014/main" id="{2953135D-C042-E79C-F7EA-5AAC81A1562B}"/>
                  </a:ext>
                </a:extLst>
              </p:cNvPr>
              <p:cNvGrpSpPr/>
              <p:nvPr/>
            </p:nvGrpSpPr>
            <p:grpSpPr>
              <a:xfrm>
                <a:off x="8041219" y="3305161"/>
                <a:ext cx="1509631" cy="873550"/>
                <a:chOff x="8041219" y="3305161"/>
                <a:chExt cx="1509631" cy="873550"/>
              </a:xfrm>
            </p:grpSpPr>
            <p:sp>
              <p:nvSpPr>
                <p:cNvPr id="127" name="Freeform: Shape 334">
                  <a:extLst>
                    <a:ext uri="{FF2B5EF4-FFF2-40B4-BE49-F238E27FC236}">
                      <a16:creationId xmlns:a16="http://schemas.microsoft.com/office/drawing/2014/main" id="{A8AA7124-17E2-1032-2670-31D80380336F}"/>
                    </a:ext>
                  </a:extLst>
                </p:cNvPr>
                <p:cNvSpPr/>
                <p:nvPr/>
              </p:nvSpPr>
              <p:spPr>
                <a:xfrm>
                  <a:off x="8694262" y="3305161"/>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BD2F2F"/>
                  </a:solidFill>
                  <a:prstDash val="solid"/>
                  <a:miter/>
                </a:ln>
              </p:spPr>
              <p:txBody>
                <a:bodyPr rtlCol="0" anchor="ctr"/>
                <a:lstStyle/>
                <a:p>
                  <a:endParaRPr lang="en-US">
                    <a:solidFill>
                      <a:schemeClr val="bg1"/>
                    </a:solidFill>
                  </a:endParaRPr>
                </a:p>
              </p:txBody>
            </p:sp>
            <p:sp>
              <p:nvSpPr>
                <p:cNvPr id="128" name="Freeform: Shape 335">
                  <a:extLst>
                    <a:ext uri="{FF2B5EF4-FFF2-40B4-BE49-F238E27FC236}">
                      <a16:creationId xmlns:a16="http://schemas.microsoft.com/office/drawing/2014/main" id="{8BA9E1EB-39AE-5D49-6641-E85075187BC7}"/>
                    </a:ext>
                  </a:extLst>
                </p:cNvPr>
                <p:cNvSpPr/>
                <p:nvPr/>
              </p:nvSpPr>
              <p:spPr>
                <a:xfrm>
                  <a:off x="8462898" y="3305161"/>
                  <a:ext cx="2374" cy="795101"/>
                </a:xfrm>
                <a:custGeom>
                  <a:avLst/>
                  <a:gdLst>
                    <a:gd name="connsiteX0" fmla="*/ 0 w 2374"/>
                    <a:gd name="connsiteY0" fmla="*/ 0 h 795101"/>
                    <a:gd name="connsiteX1" fmla="*/ 2375 w 2374"/>
                    <a:gd name="connsiteY1" fmla="*/ 795101 h 795101"/>
                  </a:gdLst>
                  <a:ahLst/>
                  <a:cxnLst>
                    <a:cxn ang="0">
                      <a:pos x="connsiteX0" y="connsiteY0"/>
                    </a:cxn>
                    <a:cxn ang="0">
                      <a:pos x="connsiteX1" y="connsiteY1"/>
                    </a:cxn>
                  </a:cxnLst>
                  <a:rect l="l" t="t" r="r" b="b"/>
                  <a:pathLst>
                    <a:path w="2374" h="795101">
                      <a:moveTo>
                        <a:pt x="0" y="0"/>
                      </a:moveTo>
                      <a:lnTo>
                        <a:pt x="2375" y="795101"/>
                      </a:lnTo>
                    </a:path>
                  </a:pathLst>
                </a:custGeom>
                <a:ln w="25429" cap="flat">
                  <a:solidFill>
                    <a:srgbClr val="BD2F2F"/>
                  </a:solidFill>
                  <a:prstDash val="solid"/>
                  <a:miter/>
                </a:ln>
              </p:spPr>
              <p:txBody>
                <a:bodyPr rtlCol="0" anchor="ctr"/>
                <a:lstStyle/>
                <a:p>
                  <a:endParaRPr lang="en-US">
                    <a:solidFill>
                      <a:schemeClr val="bg1"/>
                    </a:solidFill>
                  </a:endParaRPr>
                </a:p>
              </p:txBody>
            </p:sp>
            <p:sp>
              <p:nvSpPr>
                <p:cNvPr id="129" name="Freeform: Shape 336">
                  <a:extLst>
                    <a:ext uri="{FF2B5EF4-FFF2-40B4-BE49-F238E27FC236}">
                      <a16:creationId xmlns:a16="http://schemas.microsoft.com/office/drawing/2014/main" id="{700B3F90-9D4B-2DD9-4435-CC8FAD10B6A8}"/>
                    </a:ext>
                  </a:extLst>
                </p:cNvPr>
                <p:cNvSpPr/>
                <p:nvPr/>
              </p:nvSpPr>
              <p:spPr>
                <a:xfrm>
                  <a:off x="8236284" y="3370890"/>
                  <a:ext cx="8481" cy="602156"/>
                </a:xfrm>
                <a:custGeom>
                  <a:avLst/>
                  <a:gdLst>
                    <a:gd name="connsiteX0" fmla="*/ 0 w 8481"/>
                    <a:gd name="connsiteY0" fmla="*/ 0 h 602156"/>
                    <a:gd name="connsiteX1" fmla="*/ 0 w 8481"/>
                    <a:gd name="connsiteY1" fmla="*/ 602156 h 602156"/>
                  </a:gdLst>
                  <a:ahLst/>
                  <a:cxnLst>
                    <a:cxn ang="0">
                      <a:pos x="connsiteX0" y="connsiteY0"/>
                    </a:cxn>
                    <a:cxn ang="0">
                      <a:pos x="connsiteX1" y="connsiteY1"/>
                    </a:cxn>
                  </a:cxnLst>
                  <a:rect l="l" t="t" r="r" b="b"/>
                  <a:pathLst>
                    <a:path w="8481" h="602156">
                      <a:moveTo>
                        <a:pt x="0" y="0"/>
                      </a:moveTo>
                      <a:lnTo>
                        <a:pt x="0" y="602156"/>
                      </a:lnTo>
                    </a:path>
                  </a:pathLst>
                </a:custGeom>
                <a:ln w="25429" cap="flat">
                  <a:solidFill>
                    <a:srgbClr val="BD2F2F"/>
                  </a:solidFill>
                  <a:prstDash val="solid"/>
                  <a:miter/>
                </a:ln>
              </p:spPr>
              <p:txBody>
                <a:bodyPr rtlCol="0" anchor="ctr"/>
                <a:lstStyle/>
                <a:p>
                  <a:endParaRPr lang="en-US">
                    <a:solidFill>
                      <a:schemeClr val="bg1"/>
                    </a:solidFill>
                  </a:endParaRPr>
                </a:p>
              </p:txBody>
            </p:sp>
            <p:sp>
              <p:nvSpPr>
                <p:cNvPr id="130" name="Freeform: Shape 337">
                  <a:extLst>
                    <a:ext uri="{FF2B5EF4-FFF2-40B4-BE49-F238E27FC236}">
                      <a16:creationId xmlns:a16="http://schemas.microsoft.com/office/drawing/2014/main" id="{DDC57EDE-5A5C-5925-09D4-5CAEACA63AD0}"/>
                    </a:ext>
                  </a:extLst>
                </p:cNvPr>
                <p:cNvSpPr/>
                <p:nvPr/>
              </p:nvSpPr>
              <p:spPr>
                <a:xfrm>
                  <a:off x="8041219" y="3523549"/>
                  <a:ext cx="8481" cy="288356"/>
                </a:xfrm>
                <a:custGeom>
                  <a:avLst/>
                  <a:gdLst>
                    <a:gd name="connsiteX0" fmla="*/ 0 w 8481"/>
                    <a:gd name="connsiteY0" fmla="*/ 0 h 288356"/>
                    <a:gd name="connsiteX1" fmla="*/ 0 w 8481"/>
                    <a:gd name="connsiteY1" fmla="*/ 288357 h 288356"/>
                  </a:gdLst>
                  <a:ahLst/>
                  <a:cxnLst>
                    <a:cxn ang="0">
                      <a:pos x="connsiteX0" y="connsiteY0"/>
                    </a:cxn>
                    <a:cxn ang="0">
                      <a:pos x="connsiteX1" y="connsiteY1"/>
                    </a:cxn>
                  </a:cxnLst>
                  <a:rect l="l" t="t" r="r" b="b"/>
                  <a:pathLst>
                    <a:path w="8481" h="288356">
                      <a:moveTo>
                        <a:pt x="0" y="0"/>
                      </a:moveTo>
                      <a:lnTo>
                        <a:pt x="0" y="288357"/>
                      </a:lnTo>
                    </a:path>
                  </a:pathLst>
                </a:custGeom>
                <a:ln w="25429" cap="flat">
                  <a:solidFill>
                    <a:srgbClr val="BD2F2F"/>
                  </a:solidFill>
                  <a:prstDash val="solid"/>
                  <a:miter/>
                </a:ln>
              </p:spPr>
              <p:txBody>
                <a:bodyPr rtlCol="0" anchor="ctr"/>
                <a:lstStyle/>
                <a:p>
                  <a:endParaRPr lang="en-US">
                    <a:solidFill>
                      <a:schemeClr val="bg1"/>
                    </a:solidFill>
                  </a:endParaRPr>
                </a:p>
              </p:txBody>
            </p:sp>
            <p:sp>
              <p:nvSpPr>
                <p:cNvPr id="131" name="Freeform: Shape 338">
                  <a:extLst>
                    <a:ext uri="{FF2B5EF4-FFF2-40B4-BE49-F238E27FC236}">
                      <a16:creationId xmlns:a16="http://schemas.microsoft.com/office/drawing/2014/main" id="{9FAAAB0A-2EF0-0785-65E8-04E0F80F4CF4}"/>
                    </a:ext>
                  </a:extLst>
                </p:cNvPr>
                <p:cNvSpPr/>
                <p:nvPr/>
              </p:nvSpPr>
              <p:spPr>
                <a:xfrm>
                  <a:off x="8918417" y="3305161"/>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BD2F2F"/>
                  </a:solidFill>
                  <a:prstDash val="solid"/>
                  <a:miter/>
                </a:ln>
              </p:spPr>
              <p:txBody>
                <a:bodyPr rtlCol="0" anchor="ctr"/>
                <a:lstStyle/>
                <a:p>
                  <a:endParaRPr lang="en-US">
                    <a:solidFill>
                      <a:schemeClr val="bg1"/>
                    </a:solidFill>
                  </a:endParaRPr>
                </a:p>
              </p:txBody>
            </p:sp>
            <p:sp>
              <p:nvSpPr>
                <p:cNvPr id="132" name="Freeform: Shape 339">
                  <a:extLst>
                    <a:ext uri="{FF2B5EF4-FFF2-40B4-BE49-F238E27FC236}">
                      <a16:creationId xmlns:a16="http://schemas.microsoft.com/office/drawing/2014/main" id="{554D2BD2-2479-B18F-06EA-09557669D048}"/>
                    </a:ext>
                  </a:extLst>
                </p:cNvPr>
                <p:cNvSpPr/>
                <p:nvPr/>
              </p:nvSpPr>
              <p:spPr>
                <a:xfrm>
                  <a:off x="9129257" y="3305161"/>
                  <a:ext cx="8481" cy="873550"/>
                </a:xfrm>
                <a:custGeom>
                  <a:avLst/>
                  <a:gdLst>
                    <a:gd name="connsiteX0" fmla="*/ 0 w 8481"/>
                    <a:gd name="connsiteY0" fmla="*/ 0 h 873550"/>
                    <a:gd name="connsiteX1" fmla="*/ 0 w 8481"/>
                    <a:gd name="connsiteY1" fmla="*/ 873551 h 873550"/>
                  </a:gdLst>
                  <a:ahLst/>
                  <a:cxnLst>
                    <a:cxn ang="0">
                      <a:pos x="connsiteX0" y="connsiteY0"/>
                    </a:cxn>
                    <a:cxn ang="0">
                      <a:pos x="connsiteX1" y="connsiteY1"/>
                    </a:cxn>
                  </a:cxnLst>
                  <a:rect l="l" t="t" r="r" b="b"/>
                  <a:pathLst>
                    <a:path w="8481" h="873550">
                      <a:moveTo>
                        <a:pt x="0" y="0"/>
                      </a:moveTo>
                      <a:lnTo>
                        <a:pt x="0" y="873551"/>
                      </a:lnTo>
                    </a:path>
                  </a:pathLst>
                </a:custGeom>
                <a:ln w="25429" cap="flat">
                  <a:solidFill>
                    <a:srgbClr val="BD2F2F"/>
                  </a:solidFill>
                  <a:prstDash val="solid"/>
                  <a:miter/>
                </a:ln>
              </p:spPr>
              <p:txBody>
                <a:bodyPr rtlCol="0" anchor="ctr"/>
                <a:lstStyle/>
                <a:p>
                  <a:endParaRPr lang="en-US">
                    <a:solidFill>
                      <a:schemeClr val="bg1"/>
                    </a:solidFill>
                  </a:endParaRPr>
                </a:p>
              </p:txBody>
            </p:sp>
            <p:sp>
              <p:nvSpPr>
                <p:cNvPr id="133" name="Freeform: Shape 340">
                  <a:extLst>
                    <a:ext uri="{FF2B5EF4-FFF2-40B4-BE49-F238E27FC236}">
                      <a16:creationId xmlns:a16="http://schemas.microsoft.com/office/drawing/2014/main" id="{916901D9-3672-9942-4A7C-B8D5E6E4DFBA}"/>
                    </a:ext>
                  </a:extLst>
                </p:cNvPr>
                <p:cNvSpPr/>
                <p:nvPr/>
              </p:nvSpPr>
              <p:spPr>
                <a:xfrm>
                  <a:off x="9338824" y="3396333"/>
                  <a:ext cx="8481" cy="703929"/>
                </a:xfrm>
                <a:custGeom>
                  <a:avLst/>
                  <a:gdLst>
                    <a:gd name="connsiteX0" fmla="*/ 0 w 8481"/>
                    <a:gd name="connsiteY0" fmla="*/ 0 h 703929"/>
                    <a:gd name="connsiteX1" fmla="*/ 0 w 8481"/>
                    <a:gd name="connsiteY1" fmla="*/ 703929 h 703929"/>
                  </a:gdLst>
                  <a:ahLst/>
                  <a:cxnLst>
                    <a:cxn ang="0">
                      <a:pos x="connsiteX0" y="connsiteY0"/>
                    </a:cxn>
                    <a:cxn ang="0">
                      <a:pos x="connsiteX1" y="connsiteY1"/>
                    </a:cxn>
                  </a:cxnLst>
                  <a:rect l="l" t="t" r="r" b="b"/>
                  <a:pathLst>
                    <a:path w="8481" h="703929">
                      <a:moveTo>
                        <a:pt x="0" y="0"/>
                      </a:moveTo>
                      <a:lnTo>
                        <a:pt x="0" y="703929"/>
                      </a:lnTo>
                    </a:path>
                  </a:pathLst>
                </a:custGeom>
                <a:ln w="25429" cap="flat">
                  <a:solidFill>
                    <a:srgbClr val="BD2F2F"/>
                  </a:solidFill>
                  <a:prstDash val="solid"/>
                  <a:miter/>
                </a:ln>
              </p:spPr>
              <p:txBody>
                <a:bodyPr rtlCol="0" anchor="ctr"/>
                <a:lstStyle/>
                <a:p>
                  <a:endParaRPr lang="en-US">
                    <a:solidFill>
                      <a:schemeClr val="bg1"/>
                    </a:solidFill>
                  </a:endParaRPr>
                </a:p>
              </p:txBody>
            </p:sp>
            <p:sp>
              <p:nvSpPr>
                <p:cNvPr id="134" name="Freeform: Shape 341">
                  <a:extLst>
                    <a:ext uri="{FF2B5EF4-FFF2-40B4-BE49-F238E27FC236}">
                      <a16:creationId xmlns:a16="http://schemas.microsoft.com/office/drawing/2014/main" id="{A23BE86A-CBA3-41F7-00A1-A415B610151B}"/>
                    </a:ext>
                  </a:extLst>
                </p:cNvPr>
                <p:cNvSpPr/>
                <p:nvPr/>
              </p:nvSpPr>
              <p:spPr>
                <a:xfrm>
                  <a:off x="9550851" y="3523549"/>
                  <a:ext cx="8481" cy="415572"/>
                </a:xfrm>
                <a:custGeom>
                  <a:avLst/>
                  <a:gdLst>
                    <a:gd name="connsiteX0" fmla="*/ 0 w 8481"/>
                    <a:gd name="connsiteY0" fmla="*/ 0 h 415572"/>
                    <a:gd name="connsiteX1" fmla="*/ 0 w 8481"/>
                    <a:gd name="connsiteY1" fmla="*/ 415573 h 415572"/>
                  </a:gdLst>
                  <a:ahLst/>
                  <a:cxnLst>
                    <a:cxn ang="0">
                      <a:pos x="connsiteX0" y="connsiteY0"/>
                    </a:cxn>
                    <a:cxn ang="0">
                      <a:pos x="connsiteX1" y="connsiteY1"/>
                    </a:cxn>
                  </a:cxnLst>
                  <a:rect l="l" t="t" r="r" b="b"/>
                  <a:pathLst>
                    <a:path w="8481" h="415572">
                      <a:moveTo>
                        <a:pt x="0" y="0"/>
                      </a:moveTo>
                      <a:lnTo>
                        <a:pt x="0" y="415573"/>
                      </a:lnTo>
                    </a:path>
                  </a:pathLst>
                </a:custGeom>
                <a:ln w="25429" cap="flat">
                  <a:solidFill>
                    <a:srgbClr val="BD2F2F"/>
                  </a:solidFill>
                  <a:prstDash val="solid"/>
                  <a:miter/>
                </a:ln>
              </p:spPr>
              <p:txBody>
                <a:bodyPr rtlCol="0" anchor="ctr"/>
                <a:lstStyle/>
                <a:p>
                  <a:endParaRPr lang="en-US">
                    <a:solidFill>
                      <a:schemeClr val="bg1"/>
                    </a:solidFill>
                  </a:endParaRPr>
                </a:p>
              </p:txBody>
            </p:sp>
          </p:grpSp>
          <p:grpSp>
            <p:nvGrpSpPr>
              <p:cNvPr id="18" name="Graphic 4">
                <a:extLst>
                  <a:ext uri="{FF2B5EF4-FFF2-40B4-BE49-F238E27FC236}">
                    <a16:creationId xmlns:a16="http://schemas.microsoft.com/office/drawing/2014/main" id="{5A4DCE79-D204-4D7F-8CD2-A88EB94D76F0}"/>
                  </a:ext>
                </a:extLst>
              </p:cNvPr>
              <p:cNvGrpSpPr/>
              <p:nvPr/>
            </p:nvGrpSpPr>
            <p:grpSpPr>
              <a:xfrm>
                <a:off x="2405034" y="3218909"/>
                <a:ext cx="3475036" cy="1086086"/>
                <a:chOff x="2405034" y="3218909"/>
                <a:chExt cx="3475036" cy="1086086"/>
              </a:xfrm>
            </p:grpSpPr>
            <p:sp>
              <p:nvSpPr>
                <p:cNvPr id="110" name="Freeform: Shape 317">
                  <a:extLst>
                    <a:ext uri="{FF2B5EF4-FFF2-40B4-BE49-F238E27FC236}">
                      <a16:creationId xmlns:a16="http://schemas.microsoft.com/office/drawing/2014/main" id="{2F5BA25B-81C3-F2AA-D21D-200BCF3A90A4}"/>
                    </a:ext>
                  </a:extLst>
                </p:cNvPr>
                <p:cNvSpPr/>
                <p:nvPr/>
              </p:nvSpPr>
              <p:spPr>
                <a:xfrm>
                  <a:off x="5739454" y="3471475"/>
                  <a:ext cx="140616" cy="140616"/>
                </a:xfrm>
                <a:custGeom>
                  <a:avLst/>
                  <a:gdLst>
                    <a:gd name="connsiteX0" fmla="*/ 140616 w 140616"/>
                    <a:gd name="connsiteY0" fmla="*/ 70308 h 140616"/>
                    <a:gd name="connsiteX1" fmla="*/ 70308 w 140616"/>
                    <a:gd name="connsiteY1" fmla="*/ 140616 h 140616"/>
                    <a:gd name="connsiteX2" fmla="*/ 0 w 140616"/>
                    <a:gd name="connsiteY2" fmla="*/ 70308 h 140616"/>
                    <a:gd name="connsiteX3" fmla="*/ 70308 w 140616"/>
                    <a:gd name="connsiteY3" fmla="*/ 0 h 140616"/>
                    <a:gd name="connsiteX4" fmla="*/ 140616 w 140616"/>
                    <a:gd name="connsiteY4" fmla="*/ 70308 h 14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16" h="140616">
                      <a:moveTo>
                        <a:pt x="140616" y="70308"/>
                      </a:moveTo>
                      <a:cubicBezTo>
                        <a:pt x="140616" y="109138"/>
                        <a:pt x="109138" y="140616"/>
                        <a:pt x="70308" y="140616"/>
                      </a:cubicBezTo>
                      <a:cubicBezTo>
                        <a:pt x="31478" y="140616"/>
                        <a:pt x="0" y="109138"/>
                        <a:pt x="0" y="70308"/>
                      </a:cubicBezTo>
                      <a:cubicBezTo>
                        <a:pt x="0" y="31478"/>
                        <a:pt x="31478" y="0"/>
                        <a:pt x="70308" y="0"/>
                      </a:cubicBezTo>
                      <a:cubicBezTo>
                        <a:pt x="109138" y="0"/>
                        <a:pt x="140616" y="31478"/>
                        <a:pt x="140616" y="70308"/>
                      </a:cubicBezTo>
                      <a:close/>
                    </a:path>
                  </a:pathLst>
                </a:custGeom>
                <a:solidFill>
                  <a:srgbClr val="90C149"/>
                </a:solidFill>
                <a:ln w="8476" cap="flat">
                  <a:noFill/>
                  <a:prstDash val="solid"/>
                  <a:miter/>
                </a:ln>
              </p:spPr>
              <p:txBody>
                <a:bodyPr rtlCol="0" anchor="ctr"/>
                <a:lstStyle/>
                <a:p>
                  <a:endParaRPr lang="en-US">
                    <a:solidFill>
                      <a:schemeClr val="bg1"/>
                    </a:solidFill>
                  </a:endParaRPr>
                </a:p>
              </p:txBody>
            </p:sp>
            <p:sp>
              <p:nvSpPr>
                <p:cNvPr id="111" name="Freeform: Shape 318">
                  <a:extLst>
                    <a:ext uri="{FF2B5EF4-FFF2-40B4-BE49-F238E27FC236}">
                      <a16:creationId xmlns:a16="http://schemas.microsoft.com/office/drawing/2014/main" id="{D929851B-8860-A414-9C78-C7E7B4477755}"/>
                    </a:ext>
                  </a:extLst>
                </p:cNvPr>
                <p:cNvSpPr/>
                <p:nvPr/>
              </p:nvSpPr>
              <p:spPr>
                <a:xfrm>
                  <a:off x="5525901" y="3373264"/>
                  <a:ext cx="152829" cy="152829"/>
                </a:xfrm>
                <a:custGeom>
                  <a:avLst/>
                  <a:gdLst>
                    <a:gd name="connsiteX0" fmla="*/ 152829 w 152829"/>
                    <a:gd name="connsiteY0" fmla="*/ 76415 h 152829"/>
                    <a:gd name="connsiteX1" fmla="*/ 76414 w 152829"/>
                    <a:gd name="connsiteY1" fmla="*/ 152829 h 152829"/>
                    <a:gd name="connsiteX2" fmla="*/ 0 w 152829"/>
                    <a:gd name="connsiteY2" fmla="*/ 76415 h 152829"/>
                    <a:gd name="connsiteX3" fmla="*/ 76414 w 152829"/>
                    <a:gd name="connsiteY3" fmla="*/ 0 h 152829"/>
                    <a:gd name="connsiteX4" fmla="*/ 152829 w 152829"/>
                    <a:gd name="connsiteY4" fmla="*/ 76415 h 152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829" h="152829">
                      <a:moveTo>
                        <a:pt x="152829" y="76415"/>
                      </a:moveTo>
                      <a:cubicBezTo>
                        <a:pt x="152829" y="118617"/>
                        <a:pt x="118617" y="152829"/>
                        <a:pt x="76414" y="152829"/>
                      </a:cubicBezTo>
                      <a:cubicBezTo>
                        <a:pt x="34212" y="152829"/>
                        <a:pt x="0" y="118617"/>
                        <a:pt x="0" y="76415"/>
                      </a:cubicBezTo>
                      <a:cubicBezTo>
                        <a:pt x="0" y="34212"/>
                        <a:pt x="34212" y="0"/>
                        <a:pt x="76414" y="0"/>
                      </a:cubicBezTo>
                      <a:cubicBezTo>
                        <a:pt x="118617" y="0"/>
                        <a:pt x="152829" y="34212"/>
                        <a:pt x="152829" y="76415"/>
                      </a:cubicBezTo>
                      <a:close/>
                    </a:path>
                  </a:pathLst>
                </a:custGeom>
                <a:solidFill>
                  <a:srgbClr val="8EBD48"/>
                </a:solidFill>
                <a:ln w="8476" cap="flat">
                  <a:noFill/>
                  <a:prstDash val="solid"/>
                  <a:miter/>
                </a:ln>
              </p:spPr>
              <p:txBody>
                <a:bodyPr rtlCol="0" anchor="ctr"/>
                <a:lstStyle/>
                <a:p>
                  <a:endParaRPr lang="en-US">
                    <a:solidFill>
                      <a:schemeClr val="bg1"/>
                    </a:solidFill>
                  </a:endParaRPr>
                </a:p>
              </p:txBody>
            </p:sp>
            <p:sp>
              <p:nvSpPr>
                <p:cNvPr id="112" name="Freeform: Shape 319">
                  <a:extLst>
                    <a:ext uri="{FF2B5EF4-FFF2-40B4-BE49-F238E27FC236}">
                      <a16:creationId xmlns:a16="http://schemas.microsoft.com/office/drawing/2014/main" id="{BA3B6A77-705B-C530-416B-6F10FE62F100}"/>
                    </a:ext>
                  </a:extLst>
                </p:cNvPr>
                <p:cNvSpPr/>
                <p:nvPr/>
              </p:nvSpPr>
              <p:spPr>
                <a:xfrm>
                  <a:off x="5305563" y="3286673"/>
                  <a:ext cx="164872" cy="164872"/>
                </a:xfrm>
                <a:custGeom>
                  <a:avLst/>
                  <a:gdLst>
                    <a:gd name="connsiteX0" fmla="*/ 164872 w 164872"/>
                    <a:gd name="connsiteY0" fmla="*/ 82436 h 164872"/>
                    <a:gd name="connsiteX1" fmla="*/ 82436 w 164872"/>
                    <a:gd name="connsiteY1" fmla="*/ 164872 h 164872"/>
                    <a:gd name="connsiteX2" fmla="*/ 0 w 164872"/>
                    <a:gd name="connsiteY2" fmla="*/ 82436 h 164872"/>
                    <a:gd name="connsiteX3" fmla="*/ 82436 w 164872"/>
                    <a:gd name="connsiteY3" fmla="*/ 0 h 164872"/>
                    <a:gd name="connsiteX4" fmla="*/ 164872 w 164872"/>
                    <a:gd name="connsiteY4" fmla="*/ 82436 h 164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72" h="164872">
                      <a:moveTo>
                        <a:pt x="164872" y="82436"/>
                      </a:moveTo>
                      <a:cubicBezTo>
                        <a:pt x="164872" y="127964"/>
                        <a:pt x="127964" y="164872"/>
                        <a:pt x="82436" y="164872"/>
                      </a:cubicBezTo>
                      <a:cubicBezTo>
                        <a:pt x="36908" y="164872"/>
                        <a:pt x="0" y="127964"/>
                        <a:pt x="0" y="82436"/>
                      </a:cubicBezTo>
                      <a:cubicBezTo>
                        <a:pt x="0" y="36908"/>
                        <a:pt x="36908" y="0"/>
                        <a:pt x="82436" y="0"/>
                      </a:cubicBezTo>
                      <a:cubicBezTo>
                        <a:pt x="127965" y="0"/>
                        <a:pt x="164872" y="36908"/>
                        <a:pt x="164872" y="82436"/>
                      </a:cubicBezTo>
                      <a:close/>
                    </a:path>
                  </a:pathLst>
                </a:custGeom>
                <a:solidFill>
                  <a:srgbClr val="8CBA47"/>
                </a:solidFill>
                <a:ln w="8476" cap="flat">
                  <a:noFill/>
                  <a:prstDash val="solid"/>
                  <a:miter/>
                </a:ln>
              </p:spPr>
              <p:txBody>
                <a:bodyPr rtlCol="0" anchor="ctr"/>
                <a:lstStyle/>
                <a:p>
                  <a:endParaRPr lang="en-US">
                    <a:solidFill>
                      <a:schemeClr val="bg1"/>
                    </a:solidFill>
                  </a:endParaRPr>
                </a:p>
              </p:txBody>
            </p:sp>
            <p:sp>
              <p:nvSpPr>
                <p:cNvPr id="113" name="Freeform: Shape 320">
                  <a:extLst>
                    <a:ext uri="{FF2B5EF4-FFF2-40B4-BE49-F238E27FC236}">
                      <a16:creationId xmlns:a16="http://schemas.microsoft.com/office/drawing/2014/main" id="{71C4EBC6-546E-CD18-AB37-B5FA49CDCDB0}"/>
                    </a:ext>
                  </a:extLst>
                </p:cNvPr>
                <p:cNvSpPr/>
                <p:nvPr/>
              </p:nvSpPr>
              <p:spPr>
                <a:xfrm>
                  <a:off x="5084206" y="3233581"/>
                  <a:ext cx="177084" cy="177084"/>
                </a:xfrm>
                <a:custGeom>
                  <a:avLst/>
                  <a:gdLst>
                    <a:gd name="connsiteX0" fmla="*/ 177085 w 177084"/>
                    <a:gd name="connsiteY0" fmla="*/ 88542 h 177084"/>
                    <a:gd name="connsiteX1" fmla="*/ 88543 w 177084"/>
                    <a:gd name="connsiteY1" fmla="*/ 177085 h 177084"/>
                    <a:gd name="connsiteX2" fmla="*/ 0 w 177084"/>
                    <a:gd name="connsiteY2" fmla="*/ 88542 h 177084"/>
                    <a:gd name="connsiteX3" fmla="*/ 88543 w 177084"/>
                    <a:gd name="connsiteY3" fmla="*/ 0 h 177084"/>
                    <a:gd name="connsiteX4" fmla="*/ 177085 w 177084"/>
                    <a:gd name="connsiteY4" fmla="*/ 88542 h 177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84" h="177084">
                      <a:moveTo>
                        <a:pt x="177085" y="88542"/>
                      </a:moveTo>
                      <a:cubicBezTo>
                        <a:pt x="177085" y="137443"/>
                        <a:pt x="137443" y="177085"/>
                        <a:pt x="88543" y="177085"/>
                      </a:cubicBezTo>
                      <a:cubicBezTo>
                        <a:pt x="39642" y="177085"/>
                        <a:pt x="0" y="137443"/>
                        <a:pt x="0" y="88542"/>
                      </a:cubicBezTo>
                      <a:cubicBezTo>
                        <a:pt x="0" y="39642"/>
                        <a:pt x="39642" y="0"/>
                        <a:pt x="88543" y="0"/>
                      </a:cubicBezTo>
                      <a:cubicBezTo>
                        <a:pt x="137443" y="0"/>
                        <a:pt x="177085" y="39642"/>
                        <a:pt x="177085" y="88542"/>
                      </a:cubicBezTo>
                      <a:close/>
                    </a:path>
                  </a:pathLst>
                </a:custGeom>
                <a:solidFill>
                  <a:srgbClr val="8AB646"/>
                </a:solidFill>
                <a:ln w="8476" cap="flat">
                  <a:noFill/>
                  <a:prstDash val="solid"/>
                  <a:miter/>
                </a:ln>
              </p:spPr>
              <p:txBody>
                <a:bodyPr rtlCol="0" anchor="ctr"/>
                <a:lstStyle/>
                <a:p>
                  <a:endParaRPr lang="en-US">
                    <a:solidFill>
                      <a:schemeClr val="bg1"/>
                    </a:solidFill>
                  </a:endParaRPr>
                </a:p>
              </p:txBody>
            </p:sp>
            <p:sp>
              <p:nvSpPr>
                <p:cNvPr id="114" name="Freeform: Shape 321">
                  <a:extLst>
                    <a:ext uri="{FF2B5EF4-FFF2-40B4-BE49-F238E27FC236}">
                      <a16:creationId xmlns:a16="http://schemas.microsoft.com/office/drawing/2014/main" id="{EDC21B82-E53D-46AE-F926-8B303471EFA2}"/>
                    </a:ext>
                  </a:extLst>
                </p:cNvPr>
                <p:cNvSpPr/>
                <p:nvPr/>
              </p:nvSpPr>
              <p:spPr>
                <a:xfrm>
                  <a:off x="4850807" y="3218909"/>
                  <a:ext cx="189297" cy="189297"/>
                </a:xfrm>
                <a:custGeom>
                  <a:avLst/>
                  <a:gdLst>
                    <a:gd name="connsiteX0" fmla="*/ 189298 w 189297"/>
                    <a:gd name="connsiteY0" fmla="*/ 94649 h 189297"/>
                    <a:gd name="connsiteX1" fmla="*/ 94649 w 189297"/>
                    <a:gd name="connsiteY1" fmla="*/ 189298 h 189297"/>
                    <a:gd name="connsiteX2" fmla="*/ 0 w 189297"/>
                    <a:gd name="connsiteY2" fmla="*/ 94649 h 189297"/>
                    <a:gd name="connsiteX3" fmla="*/ 94649 w 189297"/>
                    <a:gd name="connsiteY3" fmla="*/ 0 h 189297"/>
                    <a:gd name="connsiteX4" fmla="*/ 189298 w 189297"/>
                    <a:gd name="connsiteY4" fmla="*/ 94649 h 189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297" h="189297">
                      <a:moveTo>
                        <a:pt x="189298" y="94649"/>
                      </a:moveTo>
                      <a:cubicBezTo>
                        <a:pt x="189298" y="146922"/>
                        <a:pt x="146922" y="189298"/>
                        <a:pt x="94649" y="189298"/>
                      </a:cubicBezTo>
                      <a:cubicBezTo>
                        <a:pt x="42376" y="189298"/>
                        <a:pt x="0" y="146922"/>
                        <a:pt x="0" y="94649"/>
                      </a:cubicBezTo>
                      <a:cubicBezTo>
                        <a:pt x="0" y="42376"/>
                        <a:pt x="42376" y="0"/>
                        <a:pt x="94649" y="0"/>
                      </a:cubicBezTo>
                      <a:cubicBezTo>
                        <a:pt x="146922" y="0"/>
                        <a:pt x="189298" y="42376"/>
                        <a:pt x="189298" y="94649"/>
                      </a:cubicBezTo>
                      <a:close/>
                    </a:path>
                  </a:pathLst>
                </a:custGeom>
                <a:solidFill>
                  <a:srgbClr val="88B245"/>
                </a:solidFill>
                <a:ln w="8476" cap="flat">
                  <a:noFill/>
                  <a:prstDash val="solid"/>
                  <a:miter/>
                </a:ln>
              </p:spPr>
              <p:txBody>
                <a:bodyPr rtlCol="0" anchor="ctr"/>
                <a:lstStyle/>
                <a:p>
                  <a:endParaRPr lang="en-US">
                    <a:solidFill>
                      <a:schemeClr val="bg1"/>
                    </a:solidFill>
                  </a:endParaRPr>
                </a:p>
              </p:txBody>
            </p:sp>
            <p:sp>
              <p:nvSpPr>
                <p:cNvPr id="115" name="Freeform: Shape 322">
                  <a:extLst>
                    <a:ext uri="{FF2B5EF4-FFF2-40B4-BE49-F238E27FC236}">
                      <a16:creationId xmlns:a16="http://schemas.microsoft.com/office/drawing/2014/main" id="{2F7D8C7D-9482-8D22-9388-4DA9B1EA70CC}"/>
                    </a:ext>
                  </a:extLst>
                </p:cNvPr>
                <p:cNvSpPr/>
                <p:nvPr/>
              </p:nvSpPr>
              <p:spPr>
                <a:xfrm>
                  <a:off x="4611132" y="3247829"/>
                  <a:ext cx="201340" cy="201340"/>
                </a:xfrm>
                <a:custGeom>
                  <a:avLst/>
                  <a:gdLst>
                    <a:gd name="connsiteX0" fmla="*/ 201341 w 201340"/>
                    <a:gd name="connsiteY0" fmla="*/ 100670 h 201340"/>
                    <a:gd name="connsiteX1" fmla="*/ 100670 w 201340"/>
                    <a:gd name="connsiteY1" fmla="*/ 201341 h 201340"/>
                    <a:gd name="connsiteX2" fmla="*/ 0 w 201340"/>
                    <a:gd name="connsiteY2" fmla="*/ 100670 h 201340"/>
                    <a:gd name="connsiteX3" fmla="*/ 100670 w 201340"/>
                    <a:gd name="connsiteY3" fmla="*/ 0 h 201340"/>
                    <a:gd name="connsiteX4" fmla="*/ 201341 w 201340"/>
                    <a:gd name="connsiteY4" fmla="*/ 100670 h 201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40" h="201340">
                      <a:moveTo>
                        <a:pt x="201341" y="100670"/>
                      </a:moveTo>
                      <a:cubicBezTo>
                        <a:pt x="201341" y="156269"/>
                        <a:pt x="156269" y="201341"/>
                        <a:pt x="100670" y="201341"/>
                      </a:cubicBezTo>
                      <a:cubicBezTo>
                        <a:pt x="45071" y="201341"/>
                        <a:pt x="0" y="156269"/>
                        <a:pt x="0" y="100670"/>
                      </a:cubicBezTo>
                      <a:cubicBezTo>
                        <a:pt x="0" y="45072"/>
                        <a:pt x="45072" y="0"/>
                        <a:pt x="100670" y="0"/>
                      </a:cubicBezTo>
                      <a:cubicBezTo>
                        <a:pt x="156269" y="0"/>
                        <a:pt x="201341" y="45072"/>
                        <a:pt x="201341" y="100670"/>
                      </a:cubicBezTo>
                      <a:close/>
                    </a:path>
                  </a:pathLst>
                </a:custGeom>
                <a:solidFill>
                  <a:srgbClr val="85AE43"/>
                </a:solidFill>
                <a:ln w="8476" cap="flat">
                  <a:noFill/>
                  <a:prstDash val="solid"/>
                  <a:miter/>
                </a:ln>
              </p:spPr>
              <p:txBody>
                <a:bodyPr rtlCol="0" anchor="ctr"/>
                <a:lstStyle/>
                <a:p>
                  <a:endParaRPr lang="en-US">
                    <a:solidFill>
                      <a:schemeClr val="bg1"/>
                    </a:solidFill>
                  </a:endParaRPr>
                </a:p>
              </p:txBody>
            </p:sp>
            <p:sp>
              <p:nvSpPr>
                <p:cNvPr id="116" name="Freeform: Shape 323">
                  <a:extLst>
                    <a:ext uri="{FF2B5EF4-FFF2-40B4-BE49-F238E27FC236}">
                      <a16:creationId xmlns:a16="http://schemas.microsoft.com/office/drawing/2014/main" id="{AEA96617-6486-D95A-4900-E9199495FAB9}"/>
                    </a:ext>
                  </a:extLst>
                </p:cNvPr>
                <p:cNvSpPr/>
                <p:nvPr/>
              </p:nvSpPr>
              <p:spPr>
                <a:xfrm>
                  <a:off x="4379514" y="3325177"/>
                  <a:ext cx="213553" cy="213553"/>
                </a:xfrm>
                <a:custGeom>
                  <a:avLst/>
                  <a:gdLst>
                    <a:gd name="connsiteX0" fmla="*/ 213554 w 213553"/>
                    <a:gd name="connsiteY0" fmla="*/ 106777 h 213553"/>
                    <a:gd name="connsiteX1" fmla="*/ 106777 w 213553"/>
                    <a:gd name="connsiteY1" fmla="*/ 213554 h 213553"/>
                    <a:gd name="connsiteX2" fmla="*/ 0 w 213553"/>
                    <a:gd name="connsiteY2" fmla="*/ 106777 h 213553"/>
                    <a:gd name="connsiteX3" fmla="*/ 106777 w 213553"/>
                    <a:gd name="connsiteY3" fmla="*/ 0 h 213553"/>
                    <a:gd name="connsiteX4" fmla="*/ 213554 w 213553"/>
                    <a:gd name="connsiteY4" fmla="*/ 106777 h 21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53" h="213553">
                      <a:moveTo>
                        <a:pt x="213554" y="106777"/>
                      </a:moveTo>
                      <a:cubicBezTo>
                        <a:pt x="213554" y="165748"/>
                        <a:pt x="165748" y="213554"/>
                        <a:pt x="106777" y="213554"/>
                      </a:cubicBezTo>
                      <a:cubicBezTo>
                        <a:pt x="47806" y="213554"/>
                        <a:pt x="0" y="165748"/>
                        <a:pt x="0" y="106777"/>
                      </a:cubicBezTo>
                      <a:cubicBezTo>
                        <a:pt x="0" y="47806"/>
                        <a:pt x="47806" y="0"/>
                        <a:pt x="106777" y="0"/>
                      </a:cubicBezTo>
                      <a:cubicBezTo>
                        <a:pt x="165748" y="0"/>
                        <a:pt x="213554" y="47806"/>
                        <a:pt x="213554" y="106777"/>
                      </a:cubicBezTo>
                      <a:close/>
                    </a:path>
                  </a:pathLst>
                </a:custGeom>
                <a:solidFill>
                  <a:srgbClr val="83AB42"/>
                </a:solidFill>
                <a:ln w="8476" cap="flat">
                  <a:noFill/>
                  <a:prstDash val="solid"/>
                  <a:miter/>
                </a:ln>
              </p:spPr>
              <p:txBody>
                <a:bodyPr rtlCol="0" anchor="ctr"/>
                <a:lstStyle/>
                <a:p>
                  <a:endParaRPr lang="en-US">
                    <a:solidFill>
                      <a:schemeClr val="bg1"/>
                    </a:solidFill>
                  </a:endParaRPr>
                </a:p>
              </p:txBody>
            </p:sp>
            <p:sp>
              <p:nvSpPr>
                <p:cNvPr id="117" name="Freeform: Shape 324">
                  <a:extLst>
                    <a:ext uri="{FF2B5EF4-FFF2-40B4-BE49-F238E27FC236}">
                      <a16:creationId xmlns:a16="http://schemas.microsoft.com/office/drawing/2014/main" id="{7937C318-6408-9057-BBA0-B102DBF2C838}"/>
                    </a:ext>
                  </a:extLst>
                </p:cNvPr>
                <p:cNvSpPr/>
                <p:nvPr/>
              </p:nvSpPr>
              <p:spPr>
                <a:xfrm>
                  <a:off x="4170285" y="3455955"/>
                  <a:ext cx="225766" cy="225766"/>
                </a:xfrm>
                <a:custGeom>
                  <a:avLst/>
                  <a:gdLst>
                    <a:gd name="connsiteX0" fmla="*/ 225766 w 225766"/>
                    <a:gd name="connsiteY0" fmla="*/ 112883 h 225766"/>
                    <a:gd name="connsiteX1" fmla="*/ 112883 w 225766"/>
                    <a:gd name="connsiteY1" fmla="*/ 225766 h 225766"/>
                    <a:gd name="connsiteX2" fmla="*/ 0 w 225766"/>
                    <a:gd name="connsiteY2" fmla="*/ 112883 h 225766"/>
                    <a:gd name="connsiteX3" fmla="*/ 112883 w 225766"/>
                    <a:gd name="connsiteY3" fmla="*/ 0 h 225766"/>
                    <a:gd name="connsiteX4" fmla="*/ 225766 w 225766"/>
                    <a:gd name="connsiteY4" fmla="*/ 112883 h 225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66" h="225766">
                      <a:moveTo>
                        <a:pt x="225766" y="112883"/>
                      </a:moveTo>
                      <a:cubicBezTo>
                        <a:pt x="225766" y="175227"/>
                        <a:pt x="175227" y="225766"/>
                        <a:pt x="112883" y="225766"/>
                      </a:cubicBezTo>
                      <a:cubicBezTo>
                        <a:pt x="50539" y="225766"/>
                        <a:pt x="0" y="175227"/>
                        <a:pt x="0" y="112883"/>
                      </a:cubicBezTo>
                      <a:cubicBezTo>
                        <a:pt x="0" y="50539"/>
                        <a:pt x="50539" y="0"/>
                        <a:pt x="112883" y="0"/>
                      </a:cubicBezTo>
                      <a:cubicBezTo>
                        <a:pt x="175227" y="0"/>
                        <a:pt x="225766" y="50539"/>
                        <a:pt x="225766" y="112883"/>
                      </a:cubicBezTo>
                      <a:close/>
                    </a:path>
                  </a:pathLst>
                </a:custGeom>
                <a:solidFill>
                  <a:srgbClr val="81A741"/>
                </a:solidFill>
                <a:ln w="8476" cap="flat">
                  <a:noFill/>
                  <a:prstDash val="solid"/>
                  <a:miter/>
                </a:ln>
              </p:spPr>
              <p:txBody>
                <a:bodyPr rtlCol="0" anchor="ctr"/>
                <a:lstStyle/>
                <a:p>
                  <a:endParaRPr lang="en-US">
                    <a:solidFill>
                      <a:schemeClr val="bg1"/>
                    </a:solidFill>
                  </a:endParaRPr>
                </a:p>
              </p:txBody>
            </p:sp>
            <p:sp>
              <p:nvSpPr>
                <p:cNvPr id="118" name="Freeform: Shape 325">
                  <a:extLst>
                    <a:ext uri="{FF2B5EF4-FFF2-40B4-BE49-F238E27FC236}">
                      <a16:creationId xmlns:a16="http://schemas.microsoft.com/office/drawing/2014/main" id="{CF6D9A68-715D-FB00-1E70-268A2EF219F2}"/>
                    </a:ext>
                  </a:extLst>
                </p:cNvPr>
                <p:cNvSpPr/>
                <p:nvPr/>
              </p:nvSpPr>
              <p:spPr>
                <a:xfrm>
                  <a:off x="3997780" y="3645252"/>
                  <a:ext cx="237979" cy="237979"/>
                </a:xfrm>
                <a:custGeom>
                  <a:avLst/>
                  <a:gdLst>
                    <a:gd name="connsiteX0" fmla="*/ 237979 w 237979"/>
                    <a:gd name="connsiteY0" fmla="*/ 118990 h 237979"/>
                    <a:gd name="connsiteX1" fmla="*/ 118990 w 237979"/>
                    <a:gd name="connsiteY1" fmla="*/ 237979 h 237979"/>
                    <a:gd name="connsiteX2" fmla="*/ 0 w 237979"/>
                    <a:gd name="connsiteY2" fmla="*/ 118990 h 237979"/>
                    <a:gd name="connsiteX3" fmla="*/ 118990 w 237979"/>
                    <a:gd name="connsiteY3" fmla="*/ 0 h 237979"/>
                    <a:gd name="connsiteX4" fmla="*/ 237979 w 237979"/>
                    <a:gd name="connsiteY4" fmla="*/ 118990 h 237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979" h="237979">
                      <a:moveTo>
                        <a:pt x="237979" y="118990"/>
                      </a:moveTo>
                      <a:cubicBezTo>
                        <a:pt x="237979" y="184706"/>
                        <a:pt x="184706" y="237979"/>
                        <a:pt x="118990" y="237979"/>
                      </a:cubicBezTo>
                      <a:cubicBezTo>
                        <a:pt x="53273" y="237979"/>
                        <a:pt x="0" y="184706"/>
                        <a:pt x="0" y="118990"/>
                      </a:cubicBezTo>
                      <a:cubicBezTo>
                        <a:pt x="0" y="53273"/>
                        <a:pt x="53273" y="0"/>
                        <a:pt x="118990" y="0"/>
                      </a:cubicBezTo>
                      <a:cubicBezTo>
                        <a:pt x="184706" y="0"/>
                        <a:pt x="237979" y="53273"/>
                        <a:pt x="237979" y="118990"/>
                      </a:cubicBezTo>
                      <a:close/>
                    </a:path>
                  </a:pathLst>
                </a:custGeom>
                <a:solidFill>
                  <a:srgbClr val="7FA340"/>
                </a:solidFill>
                <a:ln w="8476" cap="flat">
                  <a:noFill/>
                  <a:prstDash val="solid"/>
                  <a:miter/>
                </a:ln>
              </p:spPr>
              <p:txBody>
                <a:bodyPr rtlCol="0" anchor="ctr"/>
                <a:lstStyle/>
                <a:p>
                  <a:endParaRPr lang="en-US">
                    <a:solidFill>
                      <a:schemeClr val="bg1"/>
                    </a:solidFill>
                  </a:endParaRPr>
                </a:p>
              </p:txBody>
            </p:sp>
            <p:sp>
              <p:nvSpPr>
                <p:cNvPr id="119" name="Freeform: Shape 326">
                  <a:extLst>
                    <a:ext uri="{FF2B5EF4-FFF2-40B4-BE49-F238E27FC236}">
                      <a16:creationId xmlns:a16="http://schemas.microsoft.com/office/drawing/2014/main" id="{5BD5F13D-368D-84A0-3CFC-798AFADE9A96}"/>
                    </a:ext>
                  </a:extLst>
                </p:cNvPr>
                <p:cNvSpPr/>
                <p:nvPr/>
              </p:nvSpPr>
              <p:spPr>
                <a:xfrm>
                  <a:off x="3836470" y="3865591"/>
                  <a:ext cx="216267" cy="216267"/>
                </a:xfrm>
                <a:custGeom>
                  <a:avLst/>
                  <a:gdLst>
                    <a:gd name="connsiteX0" fmla="*/ 216267 w 216267"/>
                    <a:gd name="connsiteY0" fmla="*/ 108134 h 216267"/>
                    <a:gd name="connsiteX1" fmla="*/ 108134 w 216267"/>
                    <a:gd name="connsiteY1" fmla="*/ 216268 h 216267"/>
                    <a:gd name="connsiteX2" fmla="*/ 0 w 216267"/>
                    <a:gd name="connsiteY2" fmla="*/ 108134 h 216267"/>
                    <a:gd name="connsiteX3" fmla="*/ 108134 w 216267"/>
                    <a:gd name="connsiteY3" fmla="*/ 0 h 216267"/>
                    <a:gd name="connsiteX4" fmla="*/ 216267 w 216267"/>
                    <a:gd name="connsiteY4" fmla="*/ 108134 h 216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67" h="216267">
                      <a:moveTo>
                        <a:pt x="216267" y="108134"/>
                      </a:moveTo>
                      <a:cubicBezTo>
                        <a:pt x="216267" y="167854"/>
                        <a:pt x="167854" y="216268"/>
                        <a:pt x="108134" y="216268"/>
                      </a:cubicBezTo>
                      <a:cubicBezTo>
                        <a:pt x="48413" y="216268"/>
                        <a:pt x="0" y="167854"/>
                        <a:pt x="0" y="108134"/>
                      </a:cubicBezTo>
                      <a:cubicBezTo>
                        <a:pt x="0" y="48413"/>
                        <a:pt x="48413" y="0"/>
                        <a:pt x="108134" y="0"/>
                      </a:cubicBezTo>
                      <a:cubicBezTo>
                        <a:pt x="167854" y="0"/>
                        <a:pt x="216267" y="48413"/>
                        <a:pt x="216267" y="108134"/>
                      </a:cubicBezTo>
                      <a:close/>
                    </a:path>
                  </a:pathLst>
                </a:custGeom>
                <a:solidFill>
                  <a:srgbClr val="7DA856"/>
                </a:solidFill>
                <a:ln w="8476" cap="flat">
                  <a:noFill/>
                  <a:prstDash val="solid"/>
                  <a:miter/>
                </a:ln>
              </p:spPr>
              <p:txBody>
                <a:bodyPr rtlCol="0" anchor="ctr"/>
                <a:lstStyle/>
                <a:p>
                  <a:endParaRPr lang="en-US">
                    <a:solidFill>
                      <a:schemeClr val="bg1"/>
                    </a:solidFill>
                  </a:endParaRPr>
                </a:p>
              </p:txBody>
            </p:sp>
            <p:sp>
              <p:nvSpPr>
                <p:cNvPr id="120" name="Freeform: Shape 327">
                  <a:extLst>
                    <a:ext uri="{FF2B5EF4-FFF2-40B4-BE49-F238E27FC236}">
                      <a16:creationId xmlns:a16="http://schemas.microsoft.com/office/drawing/2014/main" id="{97B6879D-840F-A894-AC5B-7D0BBB2694BC}"/>
                    </a:ext>
                  </a:extLst>
                </p:cNvPr>
                <p:cNvSpPr/>
                <p:nvPr/>
              </p:nvSpPr>
              <p:spPr>
                <a:xfrm>
                  <a:off x="3645900" y="4021049"/>
                  <a:ext cx="194725" cy="194725"/>
                </a:xfrm>
                <a:custGeom>
                  <a:avLst/>
                  <a:gdLst>
                    <a:gd name="connsiteX0" fmla="*/ 194726 w 194725"/>
                    <a:gd name="connsiteY0" fmla="*/ 97363 h 194725"/>
                    <a:gd name="connsiteX1" fmla="*/ 97363 w 194725"/>
                    <a:gd name="connsiteY1" fmla="*/ 194726 h 194725"/>
                    <a:gd name="connsiteX2" fmla="*/ 0 w 194725"/>
                    <a:gd name="connsiteY2" fmla="*/ 97363 h 194725"/>
                    <a:gd name="connsiteX3" fmla="*/ 97363 w 194725"/>
                    <a:gd name="connsiteY3" fmla="*/ 0 h 194725"/>
                    <a:gd name="connsiteX4" fmla="*/ 194726 w 194725"/>
                    <a:gd name="connsiteY4" fmla="*/ 97363 h 194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25" h="194725">
                      <a:moveTo>
                        <a:pt x="194726" y="97363"/>
                      </a:moveTo>
                      <a:cubicBezTo>
                        <a:pt x="194726" y="151135"/>
                        <a:pt x="151135" y="194726"/>
                        <a:pt x="97363" y="194726"/>
                      </a:cubicBezTo>
                      <a:cubicBezTo>
                        <a:pt x="43591" y="194726"/>
                        <a:pt x="0" y="151135"/>
                        <a:pt x="0" y="97363"/>
                      </a:cubicBezTo>
                      <a:cubicBezTo>
                        <a:pt x="0" y="43591"/>
                        <a:pt x="43591" y="0"/>
                        <a:pt x="97363" y="0"/>
                      </a:cubicBezTo>
                      <a:cubicBezTo>
                        <a:pt x="151135" y="0"/>
                        <a:pt x="194726" y="43591"/>
                        <a:pt x="194726" y="97363"/>
                      </a:cubicBezTo>
                      <a:close/>
                    </a:path>
                  </a:pathLst>
                </a:custGeom>
                <a:solidFill>
                  <a:srgbClr val="7BAD6C"/>
                </a:solidFill>
                <a:ln w="8476" cap="flat">
                  <a:noFill/>
                  <a:prstDash val="solid"/>
                  <a:miter/>
                </a:ln>
              </p:spPr>
              <p:txBody>
                <a:bodyPr rtlCol="0" anchor="ctr"/>
                <a:lstStyle/>
                <a:p>
                  <a:endParaRPr lang="en-US">
                    <a:solidFill>
                      <a:schemeClr val="bg1"/>
                    </a:solidFill>
                  </a:endParaRPr>
                </a:p>
              </p:txBody>
            </p:sp>
            <p:sp>
              <p:nvSpPr>
                <p:cNvPr id="121" name="Freeform: Shape 328">
                  <a:extLst>
                    <a:ext uri="{FF2B5EF4-FFF2-40B4-BE49-F238E27FC236}">
                      <a16:creationId xmlns:a16="http://schemas.microsoft.com/office/drawing/2014/main" id="{38D9A55D-BEE1-25DD-E570-1FCB53E21A56}"/>
                    </a:ext>
                  </a:extLst>
                </p:cNvPr>
                <p:cNvSpPr/>
                <p:nvPr/>
              </p:nvSpPr>
              <p:spPr>
                <a:xfrm>
                  <a:off x="3436757" y="4115698"/>
                  <a:ext cx="173013" cy="173013"/>
                </a:xfrm>
                <a:custGeom>
                  <a:avLst/>
                  <a:gdLst>
                    <a:gd name="connsiteX0" fmla="*/ 173014 w 173013"/>
                    <a:gd name="connsiteY0" fmla="*/ 86507 h 173013"/>
                    <a:gd name="connsiteX1" fmla="*/ 86507 w 173013"/>
                    <a:gd name="connsiteY1" fmla="*/ 173014 h 173013"/>
                    <a:gd name="connsiteX2" fmla="*/ 0 w 173013"/>
                    <a:gd name="connsiteY2" fmla="*/ 86507 h 173013"/>
                    <a:gd name="connsiteX3" fmla="*/ 86507 w 173013"/>
                    <a:gd name="connsiteY3" fmla="*/ 0 h 173013"/>
                    <a:gd name="connsiteX4" fmla="*/ 173014 w 173013"/>
                    <a:gd name="connsiteY4" fmla="*/ 86507 h 17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13" h="173013">
                      <a:moveTo>
                        <a:pt x="173014" y="86507"/>
                      </a:moveTo>
                      <a:cubicBezTo>
                        <a:pt x="173014" y="134284"/>
                        <a:pt x="134284" y="173014"/>
                        <a:pt x="86507" y="173014"/>
                      </a:cubicBezTo>
                      <a:cubicBezTo>
                        <a:pt x="38730" y="173014"/>
                        <a:pt x="0" y="134284"/>
                        <a:pt x="0" y="86507"/>
                      </a:cubicBezTo>
                      <a:cubicBezTo>
                        <a:pt x="0" y="38731"/>
                        <a:pt x="38730" y="0"/>
                        <a:pt x="86507" y="0"/>
                      </a:cubicBezTo>
                      <a:cubicBezTo>
                        <a:pt x="134283" y="0"/>
                        <a:pt x="173014" y="38730"/>
                        <a:pt x="173014" y="86507"/>
                      </a:cubicBezTo>
                      <a:close/>
                    </a:path>
                  </a:pathLst>
                </a:custGeom>
                <a:solidFill>
                  <a:srgbClr val="79B282"/>
                </a:solidFill>
                <a:ln w="8476" cap="flat">
                  <a:noFill/>
                  <a:prstDash val="solid"/>
                  <a:miter/>
                </a:ln>
              </p:spPr>
              <p:txBody>
                <a:bodyPr rtlCol="0" anchor="ctr"/>
                <a:lstStyle/>
                <a:p>
                  <a:endParaRPr lang="en-US">
                    <a:solidFill>
                      <a:schemeClr val="bg1"/>
                    </a:solidFill>
                  </a:endParaRPr>
                </a:p>
              </p:txBody>
            </p:sp>
            <p:sp>
              <p:nvSpPr>
                <p:cNvPr id="122" name="Freeform: Shape 329">
                  <a:extLst>
                    <a:ext uri="{FF2B5EF4-FFF2-40B4-BE49-F238E27FC236}">
                      <a16:creationId xmlns:a16="http://schemas.microsoft.com/office/drawing/2014/main" id="{3B9C44DB-C3DB-598F-766F-C5F6C914196D}"/>
                    </a:ext>
                  </a:extLst>
                </p:cNvPr>
                <p:cNvSpPr/>
                <p:nvPr/>
              </p:nvSpPr>
              <p:spPr>
                <a:xfrm>
                  <a:off x="3236095" y="4153523"/>
                  <a:ext cx="151472" cy="151472"/>
                </a:xfrm>
                <a:custGeom>
                  <a:avLst/>
                  <a:gdLst>
                    <a:gd name="connsiteX0" fmla="*/ 151472 w 151472"/>
                    <a:gd name="connsiteY0" fmla="*/ 75736 h 151472"/>
                    <a:gd name="connsiteX1" fmla="*/ 75736 w 151472"/>
                    <a:gd name="connsiteY1" fmla="*/ 151472 h 151472"/>
                    <a:gd name="connsiteX2" fmla="*/ 0 w 151472"/>
                    <a:gd name="connsiteY2" fmla="*/ 75736 h 151472"/>
                    <a:gd name="connsiteX3" fmla="*/ 75736 w 151472"/>
                    <a:gd name="connsiteY3" fmla="*/ 0 h 151472"/>
                    <a:gd name="connsiteX4" fmla="*/ 151472 w 151472"/>
                    <a:gd name="connsiteY4" fmla="*/ 75736 h 15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72" h="151472">
                      <a:moveTo>
                        <a:pt x="151472" y="75736"/>
                      </a:moveTo>
                      <a:cubicBezTo>
                        <a:pt x="151472" y="117564"/>
                        <a:pt x="117564" y="151472"/>
                        <a:pt x="75736" y="151472"/>
                      </a:cubicBezTo>
                      <a:cubicBezTo>
                        <a:pt x="33908" y="151472"/>
                        <a:pt x="0" y="117564"/>
                        <a:pt x="0" y="75736"/>
                      </a:cubicBezTo>
                      <a:cubicBezTo>
                        <a:pt x="0" y="33908"/>
                        <a:pt x="33908" y="0"/>
                        <a:pt x="75736" y="0"/>
                      </a:cubicBezTo>
                      <a:cubicBezTo>
                        <a:pt x="117564" y="0"/>
                        <a:pt x="151472" y="33908"/>
                        <a:pt x="151472" y="75736"/>
                      </a:cubicBezTo>
                      <a:close/>
                    </a:path>
                  </a:pathLst>
                </a:custGeom>
                <a:solidFill>
                  <a:srgbClr val="77B698"/>
                </a:solidFill>
                <a:ln w="8476" cap="flat">
                  <a:noFill/>
                  <a:prstDash val="solid"/>
                  <a:miter/>
                </a:ln>
              </p:spPr>
              <p:txBody>
                <a:bodyPr rtlCol="0" anchor="ctr"/>
                <a:lstStyle/>
                <a:p>
                  <a:endParaRPr lang="en-US">
                    <a:solidFill>
                      <a:schemeClr val="bg1"/>
                    </a:solidFill>
                  </a:endParaRPr>
                </a:p>
              </p:txBody>
            </p:sp>
            <p:sp>
              <p:nvSpPr>
                <p:cNvPr id="123" name="Freeform: Shape 330">
                  <a:extLst>
                    <a:ext uri="{FF2B5EF4-FFF2-40B4-BE49-F238E27FC236}">
                      <a16:creationId xmlns:a16="http://schemas.microsoft.com/office/drawing/2014/main" id="{0048737C-5DF0-E299-857D-CAD8226E3FDF}"/>
                    </a:ext>
                  </a:extLst>
                </p:cNvPr>
                <p:cNvSpPr/>
                <p:nvPr/>
              </p:nvSpPr>
              <p:spPr>
                <a:xfrm>
                  <a:off x="3020506" y="4138682"/>
                  <a:ext cx="129760" cy="129760"/>
                </a:xfrm>
                <a:custGeom>
                  <a:avLst/>
                  <a:gdLst>
                    <a:gd name="connsiteX0" fmla="*/ 129761 w 129760"/>
                    <a:gd name="connsiteY0" fmla="*/ 64880 h 129760"/>
                    <a:gd name="connsiteX1" fmla="*/ 64880 w 129760"/>
                    <a:gd name="connsiteY1" fmla="*/ 129760 h 129760"/>
                    <a:gd name="connsiteX2" fmla="*/ 0 w 129760"/>
                    <a:gd name="connsiteY2" fmla="*/ 64880 h 129760"/>
                    <a:gd name="connsiteX3" fmla="*/ 64880 w 129760"/>
                    <a:gd name="connsiteY3" fmla="*/ 0 h 129760"/>
                    <a:gd name="connsiteX4" fmla="*/ 129761 w 129760"/>
                    <a:gd name="connsiteY4" fmla="*/ 64880 h 129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60" h="129760">
                      <a:moveTo>
                        <a:pt x="129761" y="64880"/>
                      </a:moveTo>
                      <a:cubicBezTo>
                        <a:pt x="129761" y="100712"/>
                        <a:pt x="100713" y="129760"/>
                        <a:pt x="64880" y="129760"/>
                      </a:cubicBezTo>
                      <a:cubicBezTo>
                        <a:pt x="29048" y="129760"/>
                        <a:pt x="0" y="100712"/>
                        <a:pt x="0" y="64880"/>
                      </a:cubicBezTo>
                      <a:cubicBezTo>
                        <a:pt x="0" y="29048"/>
                        <a:pt x="29048" y="0"/>
                        <a:pt x="64880" y="0"/>
                      </a:cubicBezTo>
                      <a:cubicBezTo>
                        <a:pt x="100713" y="0"/>
                        <a:pt x="129761" y="29048"/>
                        <a:pt x="129761" y="64880"/>
                      </a:cubicBezTo>
                      <a:close/>
                    </a:path>
                  </a:pathLst>
                </a:custGeom>
                <a:solidFill>
                  <a:srgbClr val="74BBAE"/>
                </a:solidFill>
                <a:ln w="8476" cap="flat">
                  <a:noFill/>
                  <a:prstDash val="solid"/>
                  <a:miter/>
                </a:ln>
              </p:spPr>
              <p:txBody>
                <a:bodyPr rtlCol="0" anchor="ctr"/>
                <a:lstStyle/>
                <a:p>
                  <a:endParaRPr lang="en-US">
                    <a:solidFill>
                      <a:schemeClr val="bg1"/>
                    </a:solidFill>
                  </a:endParaRPr>
                </a:p>
              </p:txBody>
            </p:sp>
            <p:sp>
              <p:nvSpPr>
                <p:cNvPr id="124" name="Freeform: Shape 331">
                  <a:extLst>
                    <a:ext uri="{FF2B5EF4-FFF2-40B4-BE49-F238E27FC236}">
                      <a16:creationId xmlns:a16="http://schemas.microsoft.com/office/drawing/2014/main" id="{2C5D76E7-CB8C-1710-B26E-6143B3612574}"/>
                    </a:ext>
                  </a:extLst>
                </p:cNvPr>
                <p:cNvSpPr/>
                <p:nvPr/>
              </p:nvSpPr>
              <p:spPr>
                <a:xfrm>
                  <a:off x="2800337" y="4075158"/>
                  <a:ext cx="108218" cy="108218"/>
                </a:xfrm>
                <a:custGeom>
                  <a:avLst/>
                  <a:gdLst>
                    <a:gd name="connsiteX0" fmla="*/ 108219 w 108218"/>
                    <a:gd name="connsiteY0" fmla="*/ 54109 h 108218"/>
                    <a:gd name="connsiteX1" fmla="*/ 54109 w 108218"/>
                    <a:gd name="connsiteY1" fmla="*/ 108219 h 108218"/>
                    <a:gd name="connsiteX2" fmla="*/ 0 w 108218"/>
                    <a:gd name="connsiteY2" fmla="*/ 54109 h 108218"/>
                    <a:gd name="connsiteX3" fmla="*/ 54109 w 108218"/>
                    <a:gd name="connsiteY3" fmla="*/ 0 h 108218"/>
                    <a:gd name="connsiteX4" fmla="*/ 108219 w 108218"/>
                    <a:gd name="connsiteY4" fmla="*/ 54109 h 108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218" h="108218">
                      <a:moveTo>
                        <a:pt x="108219" y="54109"/>
                      </a:moveTo>
                      <a:cubicBezTo>
                        <a:pt x="108219" y="83993"/>
                        <a:pt x="83993" y="108219"/>
                        <a:pt x="54109" y="108219"/>
                      </a:cubicBezTo>
                      <a:cubicBezTo>
                        <a:pt x="24226" y="108219"/>
                        <a:pt x="0" y="83993"/>
                        <a:pt x="0" y="54109"/>
                      </a:cubicBezTo>
                      <a:cubicBezTo>
                        <a:pt x="0" y="24225"/>
                        <a:pt x="24226" y="0"/>
                        <a:pt x="54109" y="0"/>
                      </a:cubicBezTo>
                      <a:cubicBezTo>
                        <a:pt x="83993" y="0"/>
                        <a:pt x="108219" y="24225"/>
                        <a:pt x="108219" y="54109"/>
                      </a:cubicBezTo>
                      <a:close/>
                    </a:path>
                  </a:pathLst>
                </a:custGeom>
                <a:solidFill>
                  <a:srgbClr val="72C0C4"/>
                </a:solidFill>
                <a:ln w="8476" cap="flat">
                  <a:noFill/>
                  <a:prstDash val="solid"/>
                  <a:miter/>
                </a:ln>
              </p:spPr>
              <p:txBody>
                <a:bodyPr rtlCol="0" anchor="ctr"/>
                <a:lstStyle/>
                <a:p>
                  <a:endParaRPr lang="en-US">
                    <a:solidFill>
                      <a:schemeClr val="bg1"/>
                    </a:solidFill>
                  </a:endParaRPr>
                </a:p>
              </p:txBody>
            </p:sp>
            <p:sp>
              <p:nvSpPr>
                <p:cNvPr id="125" name="Freeform: Shape 332">
                  <a:extLst>
                    <a:ext uri="{FF2B5EF4-FFF2-40B4-BE49-F238E27FC236}">
                      <a16:creationId xmlns:a16="http://schemas.microsoft.com/office/drawing/2014/main" id="{46C36CB6-E0C9-8D26-1DB5-66E3D8470970}"/>
                    </a:ext>
                  </a:extLst>
                </p:cNvPr>
                <p:cNvSpPr/>
                <p:nvPr/>
              </p:nvSpPr>
              <p:spPr>
                <a:xfrm>
                  <a:off x="2586105" y="3967025"/>
                  <a:ext cx="86506" cy="86506"/>
                </a:xfrm>
                <a:custGeom>
                  <a:avLst/>
                  <a:gdLst>
                    <a:gd name="connsiteX0" fmla="*/ 86507 w 86506"/>
                    <a:gd name="connsiteY0" fmla="*/ 43254 h 86506"/>
                    <a:gd name="connsiteX1" fmla="*/ 43253 w 86506"/>
                    <a:gd name="connsiteY1" fmla="*/ 86507 h 86506"/>
                    <a:gd name="connsiteX2" fmla="*/ 0 w 86506"/>
                    <a:gd name="connsiteY2" fmla="*/ 43254 h 86506"/>
                    <a:gd name="connsiteX3" fmla="*/ 43253 w 86506"/>
                    <a:gd name="connsiteY3" fmla="*/ 0 h 86506"/>
                    <a:gd name="connsiteX4" fmla="*/ 86507 w 86506"/>
                    <a:gd name="connsiteY4" fmla="*/ 43254 h 86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6" h="86506">
                      <a:moveTo>
                        <a:pt x="86507" y="43254"/>
                      </a:moveTo>
                      <a:cubicBezTo>
                        <a:pt x="86507" y="67142"/>
                        <a:pt x="67142" y="86507"/>
                        <a:pt x="43253" y="86507"/>
                      </a:cubicBezTo>
                      <a:cubicBezTo>
                        <a:pt x="19365" y="86507"/>
                        <a:pt x="0" y="67142"/>
                        <a:pt x="0" y="43254"/>
                      </a:cubicBezTo>
                      <a:cubicBezTo>
                        <a:pt x="0" y="19365"/>
                        <a:pt x="19365" y="0"/>
                        <a:pt x="43253" y="0"/>
                      </a:cubicBezTo>
                      <a:cubicBezTo>
                        <a:pt x="67142" y="0"/>
                        <a:pt x="86507" y="19365"/>
                        <a:pt x="86507" y="43254"/>
                      </a:cubicBezTo>
                      <a:close/>
                    </a:path>
                  </a:pathLst>
                </a:custGeom>
                <a:solidFill>
                  <a:srgbClr val="70C5DA"/>
                </a:solidFill>
                <a:ln w="8476" cap="flat">
                  <a:noFill/>
                  <a:prstDash val="solid"/>
                  <a:miter/>
                </a:ln>
              </p:spPr>
              <p:txBody>
                <a:bodyPr rtlCol="0" anchor="ctr"/>
                <a:lstStyle/>
                <a:p>
                  <a:endParaRPr lang="en-US">
                    <a:solidFill>
                      <a:schemeClr val="bg1"/>
                    </a:solidFill>
                  </a:endParaRPr>
                </a:p>
              </p:txBody>
            </p:sp>
            <p:sp>
              <p:nvSpPr>
                <p:cNvPr id="126" name="Freeform: Shape 333">
                  <a:extLst>
                    <a:ext uri="{FF2B5EF4-FFF2-40B4-BE49-F238E27FC236}">
                      <a16:creationId xmlns:a16="http://schemas.microsoft.com/office/drawing/2014/main" id="{037851CB-C81A-2609-F903-FCC73170BB50}"/>
                    </a:ext>
                  </a:extLst>
                </p:cNvPr>
                <p:cNvSpPr/>
                <p:nvPr/>
              </p:nvSpPr>
              <p:spPr>
                <a:xfrm>
                  <a:off x="2405034" y="3818266"/>
                  <a:ext cx="64965" cy="64965"/>
                </a:xfrm>
                <a:custGeom>
                  <a:avLst/>
                  <a:gdLst>
                    <a:gd name="connsiteX0" fmla="*/ 64965 w 64965"/>
                    <a:gd name="connsiteY0" fmla="*/ 32483 h 64965"/>
                    <a:gd name="connsiteX1" fmla="*/ 32483 w 64965"/>
                    <a:gd name="connsiteY1" fmla="*/ 64965 h 64965"/>
                    <a:gd name="connsiteX2" fmla="*/ 0 w 64965"/>
                    <a:gd name="connsiteY2" fmla="*/ 32483 h 64965"/>
                    <a:gd name="connsiteX3" fmla="*/ 32483 w 64965"/>
                    <a:gd name="connsiteY3" fmla="*/ 0 h 64965"/>
                    <a:gd name="connsiteX4" fmla="*/ 64965 w 64965"/>
                    <a:gd name="connsiteY4" fmla="*/ 32483 h 6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5" h="64965">
                      <a:moveTo>
                        <a:pt x="64965" y="32483"/>
                      </a:moveTo>
                      <a:cubicBezTo>
                        <a:pt x="64965" y="50422"/>
                        <a:pt x="50422" y="64965"/>
                        <a:pt x="32483" y="64965"/>
                      </a:cubicBezTo>
                      <a:cubicBezTo>
                        <a:pt x="14543" y="64965"/>
                        <a:pt x="0" y="50422"/>
                        <a:pt x="0" y="32483"/>
                      </a:cubicBezTo>
                      <a:cubicBezTo>
                        <a:pt x="0" y="14543"/>
                        <a:pt x="14543" y="0"/>
                        <a:pt x="32483" y="0"/>
                      </a:cubicBezTo>
                      <a:cubicBezTo>
                        <a:pt x="50422" y="0"/>
                        <a:pt x="64965" y="14543"/>
                        <a:pt x="64965" y="32483"/>
                      </a:cubicBezTo>
                      <a:close/>
                    </a:path>
                  </a:pathLst>
                </a:custGeom>
                <a:solidFill>
                  <a:srgbClr val="6ECAF0"/>
                </a:solidFill>
                <a:ln w="8476" cap="flat">
                  <a:noFill/>
                  <a:prstDash val="solid"/>
                  <a:miter/>
                </a:ln>
              </p:spPr>
              <p:txBody>
                <a:bodyPr rtlCol="0" anchor="ctr"/>
                <a:lstStyle/>
                <a:p>
                  <a:endParaRPr lang="en-US">
                    <a:solidFill>
                      <a:schemeClr val="bg1"/>
                    </a:solidFill>
                  </a:endParaRPr>
                </a:p>
              </p:txBody>
            </p:sp>
          </p:grpSp>
          <p:grpSp>
            <p:nvGrpSpPr>
              <p:cNvPr id="19" name="Graphic 4">
                <a:extLst>
                  <a:ext uri="{FF2B5EF4-FFF2-40B4-BE49-F238E27FC236}">
                    <a16:creationId xmlns:a16="http://schemas.microsoft.com/office/drawing/2014/main" id="{19710228-23D6-B014-DCBC-BFA1BC8C6A93}"/>
                  </a:ext>
                </a:extLst>
              </p:cNvPr>
              <p:cNvGrpSpPr/>
              <p:nvPr/>
            </p:nvGrpSpPr>
            <p:grpSpPr>
              <a:xfrm>
                <a:off x="4272737" y="3218909"/>
                <a:ext cx="3491999" cy="1086086"/>
                <a:chOff x="4272737" y="3218909"/>
                <a:chExt cx="3491999" cy="1086086"/>
              </a:xfrm>
            </p:grpSpPr>
            <p:sp>
              <p:nvSpPr>
                <p:cNvPr id="93" name="Freeform: Shape 300">
                  <a:extLst>
                    <a:ext uri="{FF2B5EF4-FFF2-40B4-BE49-F238E27FC236}">
                      <a16:creationId xmlns:a16="http://schemas.microsoft.com/office/drawing/2014/main" id="{89A4E799-CF5D-F69E-8406-F6E2491FBC89}"/>
                    </a:ext>
                  </a:extLst>
                </p:cNvPr>
                <p:cNvSpPr/>
                <p:nvPr/>
              </p:nvSpPr>
              <p:spPr>
                <a:xfrm>
                  <a:off x="7624120" y="3496918"/>
                  <a:ext cx="140616" cy="140616"/>
                </a:xfrm>
                <a:custGeom>
                  <a:avLst/>
                  <a:gdLst>
                    <a:gd name="connsiteX0" fmla="*/ 140616 w 140616"/>
                    <a:gd name="connsiteY0" fmla="*/ 70308 h 140616"/>
                    <a:gd name="connsiteX1" fmla="*/ 70308 w 140616"/>
                    <a:gd name="connsiteY1" fmla="*/ 140616 h 140616"/>
                    <a:gd name="connsiteX2" fmla="*/ 0 w 140616"/>
                    <a:gd name="connsiteY2" fmla="*/ 70308 h 140616"/>
                    <a:gd name="connsiteX3" fmla="*/ 70308 w 140616"/>
                    <a:gd name="connsiteY3" fmla="*/ 0 h 140616"/>
                    <a:gd name="connsiteX4" fmla="*/ 140616 w 140616"/>
                    <a:gd name="connsiteY4" fmla="*/ 70308 h 14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16" h="140616">
                      <a:moveTo>
                        <a:pt x="140616" y="70308"/>
                      </a:moveTo>
                      <a:cubicBezTo>
                        <a:pt x="140616" y="109138"/>
                        <a:pt x="109138" y="140616"/>
                        <a:pt x="70308" y="140616"/>
                      </a:cubicBezTo>
                      <a:cubicBezTo>
                        <a:pt x="31478" y="140616"/>
                        <a:pt x="0" y="109138"/>
                        <a:pt x="0" y="70308"/>
                      </a:cubicBezTo>
                      <a:cubicBezTo>
                        <a:pt x="0" y="31478"/>
                        <a:pt x="31478" y="0"/>
                        <a:pt x="70308" y="0"/>
                      </a:cubicBezTo>
                      <a:cubicBezTo>
                        <a:pt x="109138" y="0"/>
                        <a:pt x="140616" y="31478"/>
                        <a:pt x="140616" y="70308"/>
                      </a:cubicBezTo>
                      <a:close/>
                    </a:path>
                  </a:pathLst>
                </a:custGeom>
                <a:solidFill>
                  <a:srgbClr val="EEBA4A"/>
                </a:solidFill>
                <a:ln w="8476" cap="flat">
                  <a:noFill/>
                  <a:prstDash val="solid"/>
                  <a:miter/>
                </a:ln>
              </p:spPr>
              <p:txBody>
                <a:bodyPr rtlCol="0" anchor="ctr"/>
                <a:lstStyle/>
                <a:p>
                  <a:endParaRPr lang="en-US">
                    <a:solidFill>
                      <a:schemeClr val="bg1"/>
                    </a:solidFill>
                  </a:endParaRPr>
                </a:p>
              </p:txBody>
            </p:sp>
            <p:sp>
              <p:nvSpPr>
                <p:cNvPr id="94" name="Freeform: Shape 301">
                  <a:extLst>
                    <a:ext uri="{FF2B5EF4-FFF2-40B4-BE49-F238E27FC236}">
                      <a16:creationId xmlns:a16="http://schemas.microsoft.com/office/drawing/2014/main" id="{7F41BBEB-6FA0-BD9C-D84F-A51FC7473917}"/>
                    </a:ext>
                  </a:extLst>
                </p:cNvPr>
                <p:cNvSpPr/>
                <p:nvPr/>
              </p:nvSpPr>
              <p:spPr>
                <a:xfrm>
                  <a:off x="7402085" y="3373264"/>
                  <a:ext cx="152829" cy="152829"/>
                </a:xfrm>
                <a:custGeom>
                  <a:avLst/>
                  <a:gdLst>
                    <a:gd name="connsiteX0" fmla="*/ 152829 w 152829"/>
                    <a:gd name="connsiteY0" fmla="*/ 76415 h 152829"/>
                    <a:gd name="connsiteX1" fmla="*/ 76415 w 152829"/>
                    <a:gd name="connsiteY1" fmla="*/ 152829 h 152829"/>
                    <a:gd name="connsiteX2" fmla="*/ 0 w 152829"/>
                    <a:gd name="connsiteY2" fmla="*/ 76415 h 152829"/>
                    <a:gd name="connsiteX3" fmla="*/ 76415 w 152829"/>
                    <a:gd name="connsiteY3" fmla="*/ 0 h 152829"/>
                    <a:gd name="connsiteX4" fmla="*/ 152829 w 152829"/>
                    <a:gd name="connsiteY4" fmla="*/ 76415 h 152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829" h="152829">
                      <a:moveTo>
                        <a:pt x="152829" y="76415"/>
                      </a:moveTo>
                      <a:cubicBezTo>
                        <a:pt x="152829" y="118617"/>
                        <a:pt x="118617" y="152829"/>
                        <a:pt x="76415" y="152829"/>
                      </a:cubicBezTo>
                      <a:cubicBezTo>
                        <a:pt x="34212" y="152829"/>
                        <a:pt x="0" y="118617"/>
                        <a:pt x="0" y="76415"/>
                      </a:cubicBezTo>
                      <a:cubicBezTo>
                        <a:pt x="0" y="34212"/>
                        <a:pt x="34212" y="0"/>
                        <a:pt x="76415" y="0"/>
                      </a:cubicBezTo>
                      <a:cubicBezTo>
                        <a:pt x="118617" y="0"/>
                        <a:pt x="152829" y="34212"/>
                        <a:pt x="152829" y="76415"/>
                      </a:cubicBezTo>
                      <a:close/>
                    </a:path>
                  </a:pathLst>
                </a:custGeom>
                <a:solidFill>
                  <a:srgbClr val="E9B649"/>
                </a:solidFill>
                <a:ln w="8476" cap="flat">
                  <a:noFill/>
                  <a:prstDash val="solid"/>
                  <a:miter/>
                </a:ln>
              </p:spPr>
              <p:txBody>
                <a:bodyPr rtlCol="0" anchor="ctr"/>
                <a:lstStyle/>
                <a:p>
                  <a:endParaRPr lang="en-US">
                    <a:solidFill>
                      <a:schemeClr val="bg1"/>
                    </a:solidFill>
                  </a:endParaRPr>
                </a:p>
              </p:txBody>
            </p:sp>
            <p:sp>
              <p:nvSpPr>
                <p:cNvPr id="95" name="Freeform: Shape 302">
                  <a:extLst>
                    <a:ext uri="{FF2B5EF4-FFF2-40B4-BE49-F238E27FC236}">
                      <a16:creationId xmlns:a16="http://schemas.microsoft.com/office/drawing/2014/main" id="{89069B38-30BA-F0F4-4D38-87FDCD6830E0}"/>
                    </a:ext>
                  </a:extLst>
                </p:cNvPr>
                <p:cNvSpPr/>
                <p:nvPr/>
              </p:nvSpPr>
              <p:spPr>
                <a:xfrm>
                  <a:off x="7181747" y="3286673"/>
                  <a:ext cx="164872" cy="164872"/>
                </a:xfrm>
                <a:custGeom>
                  <a:avLst/>
                  <a:gdLst>
                    <a:gd name="connsiteX0" fmla="*/ 164872 w 164872"/>
                    <a:gd name="connsiteY0" fmla="*/ 82436 h 164872"/>
                    <a:gd name="connsiteX1" fmla="*/ 82437 w 164872"/>
                    <a:gd name="connsiteY1" fmla="*/ 164872 h 164872"/>
                    <a:gd name="connsiteX2" fmla="*/ 1 w 164872"/>
                    <a:gd name="connsiteY2" fmla="*/ 82436 h 164872"/>
                    <a:gd name="connsiteX3" fmla="*/ 82437 w 164872"/>
                    <a:gd name="connsiteY3" fmla="*/ 0 h 164872"/>
                    <a:gd name="connsiteX4" fmla="*/ 164872 w 164872"/>
                    <a:gd name="connsiteY4" fmla="*/ 82436 h 164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72" h="164872">
                      <a:moveTo>
                        <a:pt x="164872" y="82436"/>
                      </a:moveTo>
                      <a:cubicBezTo>
                        <a:pt x="164872" y="127964"/>
                        <a:pt x="127964" y="164872"/>
                        <a:pt x="82437" y="164872"/>
                      </a:cubicBezTo>
                      <a:cubicBezTo>
                        <a:pt x="36908" y="164872"/>
                        <a:pt x="1" y="127964"/>
                        <a:pt x="1" y="82436"/>
                      </a:cubicBezTo>
                      <a:cubicBezTo>
                        <a:pt x="1" y="36908"/>
                        <a:pt x="36909" y="0"/>
                        <a:pt x="82437" y="0"/>
                      </a:cubicBezTo>
                      <a:cubicBezTo>
                        <a:pt x="127965" y="0"/>
                        <a:pt x="164872" y="36908"/>
                        <a:pt x="164872" y="82436"/>
                      </a:cubicBezTo>
                      <a:close/>
                    </a:path>
                  </a:pathLst>
                </a:custGeom>
                <a:solidFill>
                  <a:srgbClr val="E5B248"/>
                </a:solidFill>
                <a:ln w="8476" cap="flat">
                  <a:noFill/>
                  <a:prstDash val="solid"/>
                  <a:miter/>
                </a:ln>
              </p:spPr>
              <p:txBody>
                <a:bodyPr rtlCol="0" anchor="ctr"/>
                <a:lstStyle/>
                <a:p>
                  <a:endParaRPr lang="en-US">
                    <a:solidFill>
                      <a:schemeClr val="bg1"/>
                    </a:solidFill>
                  </a:endParaRPr>
                </a:p>
              </p:txBody>
            </p:sp>
            <p:sp>
              <p:nvSpPr>
                <p:cNvPr id="96" name="Freeform: Shape 303">
                  <a:extLst>
                    <a:ext uri="{FF2B5EF4-FFF2-40B4-BE49-F238E27FC236}">
                      <a16:creationId xmlns:a16="http://schemas.microsoft.com/office/drawing/2014/main" id="{3140A5FE-7FC0-AB34-8361-B64DE7FA6870}"/>
                    </a:ext>
                  </a:extLst>
                </p:cNvPr>
                <p:cNvSpPr/>
                <p:nvPr/>
              </p:nvSpPr>
              <p:spPr>
                <a:xfrm>
                  <a:off x="6960390" y="3233581"/>
                  <a:ext cx="177084" cy="177084"/>
                </a:xfrm>
                <a:custGeom>
                  <a:avLst/>
                  <a:gdLst>
                    <a:gd name="connsiteX0" fmla="*/ 177085 w 177084"/>
                    <a:gd name="connsiteY0" fmla="*/ 88542 h 177084"/>
                    <a:gd name="connsiteX1" fmla="*/ 88542 w 177084"/>
                    <a:gd name="connsiteY1" fmla="*/ 177085 h 177084"/>
                    <a:gd name="connsiteX2" fmla="*/ 0 w 177084"/>
                    <a:gd name="connsiteY2" fmla="*/ 88542 h 177084"/>
                    <a:gd name="connsiteX3" fmla="*/ 88542 w 177084"/>
                    <a:gd name="connsiteY3" fmla="*/ 0 h 177084"/>
                    <a:gd name="connsiteX4" fmla="*/ 177085 w 177084"/>
                    <a:gd name="connsiteY4" fmla="*/ 88542 h 177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84" h="177084">
                      <a:moveTo>
                        <a:pt x="177085" y="88542"/>
                      </a:moveTo>
                      <a:cubicBezTo>
                        <a:pt x="177085" y="137443"/>
                        <a:pt x="137443" y="177085"/>
                        <a:pt x="88542" y="177085"/>
                      </a:cubicBezTo>
                      <a:cubicBezTo>
                        <a:pt x="39642" y="177085"/>
                        <a:pt x="0" y="137443"/>
                        <a:pt x="0" y="88542"/>
                      </a:cubicBezTo>
                      <a:cubicBezTo>
                        <a:pt x="0" y="39642"/>
                        <a:pt x="39642" y="0"/>
                        <a:pt x="88542" y="0"/>
                      </a:cubicBezTo>
                      <a:cubicBezTo>
                        <a:pt x="137443" y="0"/>
                        <a:pt x="177085" y="39642"/>
                        <a:pt x="177085" y="88542"/>
                      </a:cubicBezTo>
                      <a:close/>
                    </a:path>
                  </a:pathLst>
                </a:custGeom>
                <a:solidFill>
                  <a:srgbClr val="E0AE46"/>
                </a:solidFill>
                <a:ln w="8476" cap="flat">
                  <a:noFill/>
                  <a:prstDash val="solid"/>
                  <a:miter/>
                </a:ln>
              </p:spPr>
              <p:txBody>
                <a:bodyPr rtlCol="0" anchor="ctr"/>
                <a:lstStyle/>
                <a:p>
                  <a:endParaRPr lang="en-US">
                    <a:solidFill>
                      <a:schemeClr val="bg1"/>
                    </a:solidFill>
                  </a:endParaRPr>
                </a:p>
              </p:txBody>
            </p:sp>
            <p:sp>
              <p:nvSpPr>
                <p:cNvPr id="97" name="Freeform: Shape 304">
                  <a:extLst>
                    <a:ext uri="{FF2B5EF4-FFF2-40B4-BE49-F238E27FC236}">
                      <a16:creationId xmlns:a16="http://schemas.microsoft.com/office/drawing/2014/main" id="{6AA0E48A-C815-96BC-D739-DC76AACB5B81}"/>
                    </a:ext>
                  </a:extLst>
                </p:cNvPr>
                <p:cNvSpPr/>
                <p:nvPr/>
              </p:nvSpPr>
              <p:spPr>
                <a:xfrm>
                  <a:off x="6726991" y="3218909"/>
                  <a:ext cx="189297" cy="189297"/>
                </a:xfrm>
                <a:custGeom>
                  <a:avLst/>
                  <a:gdLst>
                    <a:gd name="connsiteX0" fmla="*/ 189297 w 189297"/>
                    <a:gd name="connsiteY0" fmla="*/ 94649 h 189297"/>
                    <a:gd name="connsiteX1" fmla="*/ 94649 w 189297"/>
                    <a:gd name="connsiteY1" fmla="*/ 189298 h 189297"/>
                    <a:gd name="connsiteX2" fmla="*/ 0 w 189297"/>
                    <a:gd name="connsiteY2" fmla="*/ 94649 h 189297"/>
                    <a:gd name="connsiteX3" fmla="*/ 94649 w 189297"/>
                    <a:gd name="connsiteY3" fmla="*/ 0 h 189297"/>
                    <a:gd name="connsiteX4" fmla="*/ 189297 w 189297"/>
                    <a:gd name="connsiteY4" fmla="*/ 94649 h 189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297" h="189297">
                      <a:moveTo>
                        <a:pt x="189297" y="94649"/>
                      </a:moveTo>
                      <a:cubicBezTo>
                        <a:pt x="189297" y="146922"/>
                        <a:pt x="146922" y="189298"/>
                        <a:pt x="94649" y="189298"/>
                      </a:cubicBezTo>
                      <a:cubicBezTo>
                        <a:pt x="42376" y="189298"/>
                        <a:pt x="0" y="146922"/>
                        <a:pt x="0" y="94649"/>
                      </a:cubicBezTo>
                      <a:cubicBezTo>
                        <a:pt x="0" y="42376"/>
                        <a:pt x="42376" y="0"/>
                        <a:pt x="94649" y="0"/>
                      </a:cubicBezTo>
                      <a:cubicBezTo>
                        <a:pt x="146922" y="0"/>
                        <a:pt x="189297" y="42376"/>
                        <a:pt x="189297" y="94649"/>
                      </a:cubicBezTo>
                      <a:close/>
                    </a:path>
                  </a:pathLst>
                </a:custGeom>
                <a:solidFill>
                  <a:srgbClr val="DCAB45"/>
                </a:solidFill>
                <a:ln w="8476" cap="flat">
                  <a:noFill/>
                  <a:prstDash val="solid"/>
                  <a:miter/>
                </a:ln>
              </p:spPr>
              <p:txBody>
                <a:bodyPr rtlCol="0" anchor="ctr"/>
                <a:lstStyle/>
                <a:p>
                  <a:endParaRPr lang="en-US">
                    <a:solidFill>
                      <a:schemeClr val="bg1"/>
                    </a:solidFill>
                  </a:endParaRPr>
                </a:p>
              </p:txBody>
            </p:sp>
            <p:sp>
              <p:nvSpPr>
                <p:cNvPr id="98" name="Freeform: Shape 305">
                  <a:extLst>
                    <a:ext uri="{FF2B5EF4-FFF2-40B4-BE49-F238E27FC236}">
                      <a16:creationId xmlns:a16="http://schemas.microsoft.com/office/drawing/2014/main" id="{AC5A7033-6385-B545-E705-6AD6E07E0D04}"/>
                    </a:ext>
                  </a:extLst>
                </p:cNvPr>
                <p:cNvSpPr/>
                <p:nvPr/>
              </p:nvSpPr>
              <p:spPr>
                <a:xfrm>
                  <a:off x="6487316" y="3247829"/>
                  <a:ext cx="201340" cy="201340"/>
                </a:xfrm>
                <a:custGeom>
                  <a:avLst/>
                  <a:gdLst>
                    <a:gd name="connsiteX0" fmla="*/ 201341 w 201340"/>
                    <a:gd name="connsiteY0" fmla="*/ 100670 h 201340"/>
                    <a:gd name="connsiteX1" fmla="*/ 100670 w 201340"/>
                    <a:gd name="connsiteY1" fmla="*/ 201341 h 201340"/>
                    <a:gd name="connsiteX2" fmla="*/ 0 w 201340"/>
                    <a:gd name="connsiteY2" fmla="*/ 100670 h 201340"/>
                    <a:gd name="connsiteX3" fmla="*/ 100670 w 201340"/>
                    <a:gd name="connsiteY3" fmla="*/ 0 h 201340"/>
                    <a:gd name="connsiteX4" fmla="*/ 201341 w 201340"/>
                    <a:gd name="connsiteY4" fmla="*/ 100670 h 201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40" h="201340">
                      <a:moveTo>
                        <a:pt x="201341" y="100670"/>
                      </a:moveTo>
                      <a:cubicBezTo>
                        <a:pt x="201341" y="156269"/>
                        <a:pt x="156269" y="201341"/>
                        <a:pt x="100670" y="201341"/>
                      </a:cubicBezTo>
                      <a:cubicBezTo>
                        <a:pt x="45072" y="201341"/>
                        <a:pt x="0" y="156269"/>
                        <a:pt x="0" y="100670"/>
                      </a:cubicBezTo>
                      <a:cubicBezTo>
                        <a:pt x="0" y="45072"/>
                        <a:pt x="45072" y="0"/>
                        <a:pt x="100670" y="0"/>
                      </a:cubicBezTo>
                      <a:cubicBezTo>
                        <a:pt x="156269" y="0"/>
                        <a:pt x="201341" y="45072"/>
                        <a:pt x="201341" y="100670"/>
                      </a:cubicBezTo>
                      <a:close/>
                    </a:path>
                  </a:pathLst>
                </a:custGeom>
                <a:solidFill>
                  <a:srgbClr val="D7A744"/>
                </a:solidFill>
                <a:ln w="8476" cap="flat">
                  <a:noFill/>
                  <a:prstDash val="solid"/>
                  <a:miter/>
                </a:ln>
              </p:spPr>
              <p:txBody>
                <a:bodyPr rtlCol="0" anchor="ctr"/>
                <a:lstStyle/>
                <a:p>
                  <a:endParaRPr lang="en-US">
                    <a:solidFill>
                      <a:schemeClr val="bg1"/>
                    </a:solidFill>
                  </a:endParaRPr>
                </a:p>
              </p:txBody>
            </p:sp>
            <p:sp>
              <p:nvSpPr>
                <p:cNvPr id="99" name="Freeform: Shape 306">
                  <a:extLst>
                    <a:ext uri="{FF2B5EF4-FFF2-40B4-BE49-F238E27FC236}">
                      <a16:creationId xmlns:a16="http://schemas.microsoft.com/office/drawing/2014/main" id="{4A1D0BD4-BC58-B289-F0DF-4186B97A9A1A}"/>
                    </a:ext>
                  </a:extLst>
                </p:cNvPr>
                <p:cNvSpPr/>
                <p:nvPr/>
              </p:nvSpPr>
              <p:spPr>
                <a:xfrm>
                  <a:off x="6255698" y="3325177"/>
                  <a:ext cx="213553" cy="213553"/>
                </a:xfrm>
                <a:custGeom>
                  <a:avLst/>
                  <a:gdLst>
                    <a:gd name="connsiteX0" fmla="*/ 213554 w 213553"/>
                    <a:gd name="connsiteY0" fmla="*/ 106777 h 213553"/>
                    <a:gd name="connsiteX1" fmla="*/ 106777 w 213553"/>
                    <a:gd name="connsiteY1" fmla="*/ 213554 h 213553"/>
                    <a:gd name="connsiteX2" fmla="*/ 0 w 213553"/>
                    <a:gd name="connsiteY2" fmla="*/ 106777 h 213553"/>
                    <a:gd name="connsiteX3" fmla="*/ 106777 w 213553"/>
                    <a:gd name="connsiteY3" fmla="*/ 0 h 213553"/>
                    <a:gd name="connsiteX4" fmla="*/ 213554 w 213553"/>
                    <a:gd name="connsiteY4" fmla="*/ 106777 h 21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53" h="213553">
                      <a:moveTo>
                        <a:pt x="213554" y="106777"/>
                      </a:moveTo>
                      <a:cubicBezTo>
                        <a:pt x="213554" y="165748"/>
                        <a:pt x="165748" y="213554"/>
                        <a:pt x="106777" y="213554"/>
                      </a:cubicBezTo>
                      <a:cubicBezTo>
                        <a:pt x="47806" y="213554"/>
                        <a:pt x="0" y="165748"/>
                        <a:pt x="0" y="106777"/>
                      </a:cubicBezTo>
                      <a:cubicBezTo>
                        <a:pt x="0" y="47806"/>
                        <a:pt x="47805" y="0"/>
                        <a:pt x="106777" y="0"/>
                      </a:cubicBezTo>
                      <a:cubicBezTo>
                        <a:pt x="165748" y="0"/>
                        <a:pt x="213554" y="47806"/>
                        <a:pt x="213554" y="106777"/>
                      </a:cubicBezTo>
                      <a:close/>
                    </a:path>
                  </a:pathLst>
                </a:custGeom>
                <a:solidFill>
                  <a:srgbClr val="D2A343"/>
                </a:solidFill>
                <a:ln w="8476" cap="flat">
                  <a:noFill/>
                  <a:prstDash val="solid"/>
                  <a:miter/>
                </a:ln>
              </p:spPr>
              <p:txBody>
                <a:bodyPr rtlCol="0" anchor="ctr"/>
                <a:lstStyle/>
                <a:p>
                  <a:endParaRPr lang="en-US">
                    <a:solidFill>
                      <a:schemeClr val="bg1"/>
                    </a:solidFill>
                  </a:endParaRPr>
                </a:p>
              </p:txBody>
            </p:sp>
            <p:sp>
              <p:nvSpPr>
                <p:cNvPr id="100" name="Freeform: Shape 307">
                  <a:extLst>
                    <a:ext uri="{FF2B5EF4-FFF2-40B4-BE49-F238E27FC236}">
                      <a16:creationId xmlns:a16="http://schemas.microsoft.com/office/drawing/2014/main" id="{E0E89871-D76E-5C5D-2C32-5D0566B55FD6}"/>
                    </a:ext>
                  </a:extLst>
                </p:cNvPr>
                <p:cNvSpPr/>
                <p:nvPr/>
              </p:nvSpPr>
              <p:spPr>
                <a:xfrm>
                  <a:off x="6046470" y="3455955"/>
                  <a:ext cx="225766" cy="225766"/>
                </a:xfrm>
                <a:custGeom>
                  <a:avLst/>
                  <a:gdLst>
                    <a:gd name="connsiteX0" fmla="*/ 225767 w 225766"/>
                    <a:gd name="connsiteY0" fmla="*/ 112883 h 225766"/>
                    <a:gd name="connsiteX1" fmla="*/ 112883 w 225766"/>
                    <a:gd name="connsiteY1" fmla="*/ 225766 h 225766"/>
                    <a:gd name="connsiteX2" fmla="*/ 0 w 225766"/>
                    <a:gd name="connsiteY2" fmla="*/ 112883 h 225766"/>
                    <a:gd name="connsiteX3" fmla="*/ 112883 w 225766"/>
                    <a:gd name="connsiteY3" fmla="*/ 0 h 225766"/>
                    <a:gd name="connsiteX4" fmla="*/ 225767 w 225766"/>
                    <a:gd name="connsiteY4" fmla="*/ 112883 h 225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66" h="225766">
                      <a:moveTo>
                        <a:pt x="225767" y="112883"/>
                      </a:moveTo>
                      <a:cubicBezTo>
                        <a:pt x="225767" y="175227"/>
                        <a:pt x="175227" y="225766"/>
                        <a:pt x="112883" y="225766"/>
                      </a:cubicBezTo>
                      <a:cubicBezTo>
                        <a:pt x="50540" y="225766"/>
                        <a:pt x="0" y="175227"/>
                        <a:pt x="0" y="112883"/>
                      </a:cubicBezTo>
                      <a:cubicBezTo>
                        <a:pt x="0" y="50539"/>
                        <a:pt x="50540" y="0"/>
                        <a:pt x="112883" y="0"/>
                      </a:cubicBezTo>
                      <a:cubicBezTo>
                        <a:pt x="175227" y="0"/>
                        <a:pt x="225767" y="50539"/>
                        <a:pt x="225767" y="112883"/>
                      </a:cubicBezTo>
                      <a:close/>
                    </a:path>
                  </a:pathLst>
                </a:custGeom>
                <a:solidFill>
                  <a:srgbClr val="CE9F41"/>
                </a:solidFill>
                <a:ln w="8476" cap="flat">
                  <a:noFill/>
                  <a:prstDash val="solid"/>
                  <a:miter/>
                </a:ln>
              </p:spPr>
              <p:txBody>
                <a:bodyPr rtlCol="0" anchor="ctr"/>
                <a:lstStyle/>
                <a:p>
                  <a:endParaRPr lang="en-US">
                    <a:solidFill>
                      <a:schemeClr val="bg1"/>
                    </a:solidFill>
                  </a:endParaRPr>
                </a:p>
              </p:txBody>
            </p:sp>
            <p:sp>
              <p:nvSpPr>
                <p:cNvPr id="101" name="Freeform: Shape 308">
                  <a:extLst>
                    <a:ext uri="{FF2B5EF4-FFF2-40B4-BE49-F238E27FC236}">
                      <a16:creationId xmlns:a16="http://schemas.microsoft.com/office/drawing/2014/main" id="{3F4A2EA4-B10D-2387-F946-BC622CFB6809}"/>
                    </a:ext>
                  </a:extLst>
                </p:cNvPr>
                <p:cNvSpPr/>
                <p:nvPr/>
              </p:nvSpPr>
              <p:spPr>
                <a:xfrm>
                  <a:off x="5873964" y="3645252"/>
                  <a:ext cx="237979" cy="237979"/>
                </a:xfrm>
                <a:custGeom>
                  <a:avLst/>
                  <a:gdLst>
                    <a:gd name="connsiteX0" fmla="*/ 237979 w 237979"/>
                    <a:gd name="connsiteY0" fmla="*/ 118990 h 237979"/>
                    <a:gd name="connsiteX1" fmla="*/ 118989 w 237979"/>
                    <a:gd name="connsiteY1" fmla="*/ 237979 h 237979"/>
                    <a:gd name="connsiteX2" fmla="*/ 0 w 237979"/>
                    <a:gd name="connsiteY2" fmla="*/ 118990 h 237979"/>
                    <a:gd name="connsiteX3" fmla="*/ 118989 w 237979"/>
                    <a:gd name="connsiteY3" fmla="*/ 0 h 237979"/>
                    <a:gd name="connsiteX4" fmla="*/ 237979 w 237979"/>
                    <a:gd name="connsiteY4" fmla="*/ 118990 h 237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979" h="237979">
                      <a:moveTo>
                        <a:pt x="237979" y="118990"/>
                      </a:moveTo>
                      <a:cubicBezTo>
                        <a:pt x="237979" y="184706"/>
                        <a:pt x="184706" y="237979"/>
                        <a:pt x="118989" y="237979"/>
                      </a:cubicBezTo>
                      <a:cubicBezTo>
                        <a:pt x="53273" y="237979"/>
                        <a:pt x="0" y="184706"/>
                        <a:pt x="0" y="118990"/>
                      </a:cubicBezTo>
                      <a:cubicBezTo>
                        <a:pt x="0" y="53273"/>
                        <a:pt x="53273" y="0"/>
                        <a:pt x="118989" y="0"/>
                      </a:cubicBezTo>
                      <a:cubicBezTo>
                        <a:pt x="184705" y="0"/>
                        <a:pt x="237979" y="53273"/>
                        <a:pt x="237979" y="118990"/>
                      </a:cubicBezTo>
                      <a:close/>
                    </a:path>
                  </a:pathLst>
                </a:custGeom>
                <a:solidFill>
                  <a:srgbClr val="C99B40"/>
                </a:solidFill>
                <a:ln w="8476" cap="flat">
                  <a:noFill/>
                  <a:prstDash val="solid"/>
                  <a:miter/>
                </a:ln>
              </p:spPr>
              <p:txBody>
                <a:bodyPr rtlCol="0" anchor="ctr"/>
                <a:lstStyle/>
                <a:p>
                  <a:endParaRPr lang="en-US">
                    <a:solidFill>
                      <a:schemeClr val="bg1"/>
                    </a:solidFill>
                  </a:endParaRPr>
                </a:p>
              </p:txBody>
            </p:sp>
            <p:sp>
              <p:nvSpPr>
                <p:cNvPr id="102" name="Freeform: Shape 309">
                  <a:extLst>
                    <a:ext uri="{FF2B5EF4-FFF2-40B4-BE49-F238E27FC236}">
                      <a16:creationId xmlns:a16="http://schemas.microsoft.com/office/drawing/2014/main" id="{EFB0F00E-53DC-648E-CE70-4E13D9166F82}"/>
                    </a:ext>
                  </a:extLst>
                </p:cNvPr>
                <p:cNvSpPr/>
                <p:nvPr/>
              </p:nvSpPr>
              <p:spPr>
                <a:xfrm>
                  <a:off x="5712654" y="3865591"/>
                  <a:ext cx="216267" cy="216267"/>
                </a:xfrm>
                <a:custGeom>
                  <a:avLst/>
                  <a:gdLst>
                    <a:gd name="connsiteX0" fmla="*/ 216267 w 216267"/>
                    <a:gd name="connsiteY0" fmla="*/ 108134 h 216267"/>
                    <a:gd name="connsiteX1" fmla="*/ 108134 w 216267"/>
                    <a:gd name="connsiteY1" fmla="*/ 216268 h 216267"/>
                    <a:gd name="connsiteX2" fmla="*/ 0 w 216267"/>
                    <a:gd name="connsiteY2" fmla="*/ 108134 h 216267"/>
                    <a:gd name="connsiteX3" fmla="*/ 108134 w 216267"/>
                    <a:gd name="connsiteY3" fmla="*/ 0 h 216267"/>
                    <a:gd name="connsiteX4" fmla="*/ 216267 w 216267"/>
                    <a:gd name="connsiteY4" fmla="*/ 108134 h 216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67" h="216267">
                      <a:moveTo>
                        <a:pt x="216267" y="108134"/>
                      </a:moveTo>
                      <a:cubicBezTo>
                        <a:pt x="216267" y="167854"/>
                        <a:pt x="167854" y="216268"/>
                        <a:pt x="108134" y="216268"/>
                      </a:cubicBezTo>
                      <a:cubicBezTo>
                        <a:pt x="48413" y="216268"/>
                        <a:pt x="0" y="167854"/>
                        <a:pt x="0" y="108134"/>
                      </a:cubicBezTo>
                      <a:cubicBezTo>
                        <a:pt x="0" y="48413"/>
                        <a:pt x="48413" y="0"/>
                        <a:pt x="108134" y="0"/>
                      </a:cubicBezTo>
                      <a:cubicBezTo>
                        <a:pt x="167854" y="0"/>
                        <a:pt x="216267" y="48413"/>
                        <a:pt x="216267" y="108134"/>
                      </a:cubicBezTo>
                      <a:close/>
                    </a:path>
                  </a:pathLst>
                </a:custGeom>
                <a:solidFill>
                  <a:srgbClr val="C3A242"/>
                </a:solidFill>
                <a:ln w="8476" cap="flat">
                  <a:noFill/>
                  <a:prstDash val="solid"/>
                  <a:miter/>
                </a:ln>
              </p:spPr>
              <p:txBody>
                <a:bodyPr rtlCol="0" anchor="ctr"/>
                <a:lstStyle/>
                <a:p>
                  <a:endParaRPr lang="en-US">
                    <a:solidFill>
                      <a:schemeClr val="bg1"/>
                    </a:solidFill>
                  </a:endParaRPr>
                </a:p>
              </p:txBody>
            </p:sp>
            <p:sp>
              <p:nvSpPr>
                <p:cNvPr id="103" name="Freeform: Shape 310">
                  <a:extLst>
                    <a:ext uri="{FF2B5EF4-FFF2-40B4-BE49-F238E27FC236}">
                      <a16:creationId xmlns:a16="http://schemas.microsoft.com/office/drawing/2014/main" id="{DDE73376-EBC5-E6A9-7AF1-04C7F9CDA857}"/>
                    </a:ext>
                  </a:extLst>
                </p:cNvPr>
                <p:cNvSpPr/>
                <p:nvPr/>
              </p:nvSpPr>
              <p:spPr>
                <a:xfrm>
                  <a:off x="5522169" y="4021049"/>
                  <a:ext cx="194725" cy="194725"/>
                </a:xfrm>
                <a:custGeom>
                  <a:avLst/>
                  <a:gdLst>
                    <a:gd name="connsiteX0" fmla="*/ 194725 w 194725"/>
                    <a:gd name="connsiteY0" fmla="*/ 97363 h 194725"/>
                    <a:gd name="connsiteX1" fmla="*/ 97363 w 194725"/>
                    <a:gd name="connsiteY1" fmla="*/ 194726 h 194725"/>
                    <a:gd name="connsiteX2" fmla="*/ 0 w 194725"/>
                    <a:gd name="connsiteY2" fmla="*/ 97363 h 194725"/>
                    <a:gd name="connsiteX3" fmla="*/ 97363 w 194725"/>
                    <a:gd name="connsiteY3" fmla="*/ 0 h 194725"/>
                    <a:gd name="connsiteX4" fmla="*/ 194725 w 194725"/>
                    <a:gd name="connsiteY4" fmla="*/ 97363 h 194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25" h="194725">
                      <a:moveTo>
                        <a:pt x="194725" y="97363"/>
                      </a:moveTo>
                      <a:cubicBezTo>
                        <a:pt x="194725" y="151135"/>
                        <a:pt x="151135" y="194726"/>
                        <a:pt x="97363" y="194726"/>
                      </a:cubicBezTo>
                      <a:cubicBezTo>
                        <a:pt x="43591" y="194726"/>
                        <a:pt x="0" y="151135"/>
                        <a:pt x="0" y="97363"/>
                      </a:cubicBezTo>
                      <a:cubicBezTo>
                        <a:pt x="0" y="43591"/>
                        <a:pt x="43591" y="0"/>
                        <a:pt x="97363" y="0"/>
                      </a:cubicBezTo>
                      <a:cubicBezTo>
                        <a:pt x="151135" y="0"/>
                        <a:pt x="194725" y="43591"/>
                        <a:pt x="194725" y="97363"/>
                      </a:cubicBezTo>
                      <a:close/>
                    </a:path>
                  </a:pathLst>
                </a:custGeom>
                <a:solidFill>
                  <a:srgbClr val="BEA844"/>
                </a:solidFill>
                <a:ln w="8476" cap="flat">
                  <a:noFill/>
                  <a:prstDash val="solid"/>
                  <a:miter/>
                </a:ln>
              </p:spPr>
              <p:txBody>
                <a:bodyPr rtlCol="0" anchor="ctr"/>
                <a:lstStyle/>
                <a:p>
                  <a:endParaRPr lang="en-US">
                    <a:solidFill>
                      <a:schemeClr val="bg1"/>
                    </a:solidFill>
                  </a:endParaRPr>
                </a:p>
              </p:txBody>
            </p:sp>
            <p:sp>
              <p:nvSpPr>
                <p:cNvPr id="104" name="Freeform: Shape 311">
                  <a:extLst>
                    <a:ext uri="{FF2B5EF4-FFF2-40B4-BE49-F238E27FC236}">
                      <a16:creationId xmlns:a16="http://schemas.microsoft.com/office/drawing/2014/main" id="{A51E66B7-720D-2466-348F-9F49ED9500AE}"/>
                    </a:ext>
                  </a:extLst>
                </p:cNvPr>
                <p:cNvSpPr/>
                <p:nvPr/>
              </p:nvSpPr>
              <p:spPr>
                <a:xfrm>
                  <a:off x="5312941" y="4115698"/>
                  <a:ext cx="173013" cy="173013"/>
                </a:xfrm>
                <a:custGeom>
                  <a:avLst/>
                  <a:gdLst>
                    <a:gd name="connsiteX0" fmla="*/ 173014 w 173013"/>
                    <a:gd name="connsiteY0" fmla="*/ 86507 h 173013"/>
                    <a:gd name="connsiteX1" fmla="*/ 86507 w 173013"/>
                    <a:gd name="connsiteY1" fmla="*/ 173014 h 173013"/>
                    <a:gd name="connsiteX2" fmla="*/ 0 w 173013"/>
                    <a:gd name="connsiteY2" fmla="*/ 86507 h 173013"/>
                    <a:gd name="connsiteX3" fmla="*/ 86507 w 173013"/>
                    <a:gd name="connsiteY3" fmla="*/ 0 h 173013"/>
                    <a:gd name="connsiteX4" fmla="*/ 173014 w 173013"/>
                    <a:gd name="connsiteY4" fmla="*/ 86507 h 17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13" h="173013">
                      <a:moveTo>
                        <a:pt x="173014" y="86507"/>
                      </a:moveTo>
                      <a:cubicBezTo>
                        <a:pt x="173014" y="134284"/>
                        <a:pt x="134283" y="173014"/>
                        <a:pt x="86507" y="173014"/>
                      </a:cubicBezTo>
                      <a:cubicBezTo>
                        <a:pt x="38730" y="173014"/>
                        <a:pt x="0" y="134284"/>
                        <a:pt x="0" y="86507"/>
                      </a:cubicBezTo>
                      <a:cubicBezTo>
                        <a:pt x="0" y="38731"/>
                        <a:pt x="38730" y="0"/>
                        <a:pt x="86507" y="0"/>
                      </a:cubicBezTo>
                      <a:cubicBezTo>
                        <a:pt x="134283" y="0"/>
                        <a:pt x="173014" y="38730"/>
                        <a:pt x="173014" y="86507"/>
                      </a:cubicBezTo>
                      <a:close/>
                    </a:path>
                  </a:pathLst>
                </a:custGeom>
                <a:solidFill>
                  <a:srgbClr val="B8AF46"/>
                </a:solidFill>
                <a:ln w="8476" cap="flat">
                  <a:noFill/>
                  <a:prstDash val="solid"/>
                  <a:miter/>
                </a:ln>
              </p:spPr>
              <p:txBody>
                <a:bodyPr rtlCol="0" anchor="ctr"/>
                <a:lstStyle/>
                <a:p>
                  <a:endParaRPr lang="en-US">
                    <a:solidFill>
                      <a:schemeClr val="bg1"/>
                    </a:solidFill>
                  </a:endParaRPr>
                </a:p>
              </p:txBody>
            </p:sp>
            <p:sp>
              <p:nvSpPr>
                <p:cNvPr id="105" name="Freeform: Shape 312">
                  <a:extLst>
                    <a:ext uri="{FF2B5EF4-FFF2-40B4-BE49-F238E27FC236}">
                      <a16:creationId xmlns:a16="http://schemas.microsoft.com/office/drawing/2014/main" id="{8128CC3D-6287-4E1F-F4B3-2B6C4A2DC62D}"/>
                    </a:ext>
                  </a:extLst>
                </p:cNvPr>
                <p:cNvSpPr/>
                <p:nvPr/>
              </p:nvSpPr>
              <p:spPr>
                <a:xfrm>
                  <a:off x="5103798" y="4153523"/>
                  <a:ext cx="151472" cy="151472"/>
                </a:xfrm>
                <a:custGeom>
                  <a:avLst/>
                  <a:gdLst>
                    <a:gd name="connsiteX0" fmla="*/ 151472 w 151472"/>
                    <a:gd name="connsiteY0" fmla="*/ 75736 h 151472"/>
                    <a:gd name="connsiteX1" fmla="*/ 75736 w 151472"/>
                    <a:gd name="connsiteY1" fmla="*/ 151472 h 151472"/>
                    <a:gd name="connsiteX2" fmla="*/ 0 w 151472"/>
                    <a:gd name="connsiteY2" fmla="*/ 75736 h 151472"/>
                    <a:gd name="connsiteX3" fmla="*/ 75736 w 151472"/>
                    <a:gd name="connsiteY3" fmla="*/ 0 h 151472"/>
                    <a:gd name="connsiteX4" fmla="*/ 151472 w 151472"/>
                    <a:gd name="connsiteY4" fmla="*/ 75736 h 15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72" h="151472">
                      <a:moveTo>
                        <a:pt x="151472" y="75736"/>
                      </a:moveTo>
                      <a:cubicBezTo>
                        <a:pt x="151472" y="117564"/>
                        <a:pt x="117564" y="151472"/>
                        <a:pt x="75736" y="151472"/>
                      </a:cubicBezTo>
                      <a:cubicBezTo>
                        <a:pt x="33908" y="151472"/>
                        <a:pt x="0" y="117564"/>
                        <a:pt x="0" y="75736"/>
                      </a:cubicBezTo>
                      <a:cubicBezTo>
                        <a:pt x="0" y="33908"/>
                        <a:pt x="33908" y="0"/>
                        <a:pt x="75736" y="0"/>
                      </a:cubicBezTo>
                      <a:cubicBezTo>
                        <a:pt x="117564" y="0"/>
                        <a:pt x="151472" y="33908"/>
                        <a:pt x="151472" y="75736"/>
                      </a:cubicBezTo>
                      <a:close/>
                    </a:path>
                  </a:pathLst>
                </a:custGeom>
                <a:solidFill>
                  <a:srgbClr val="B3B648"/>
                </a:solidFill>
                <a:ln w="8476" cap="flat">
                  <a:noFill/>
                  <a:prstDash val="solid"/>
                  <a:miter/>
                </a:ln>
              </p:spPr>
              <p:txBody>
                <a:bodyPr rtlCol="0" anchor="ctr"/>
                <a:lstStyle/>
                <a:p>
                  <a:endParaRPr lang="en-US">
                    <a:solidFill>
                      <a:schemeClr val="bg1"/>
                    </a:solidFill>
                  </a:endParaRPr>
                </a:p>
              </p:txBody>
            </p:sp>
            <p:sp>
              <p:nvSpPr>
                <p:cNvPr id="106" name="Freeform: Shape 313">
                  <a:extLst>
                    <a:ext uri="{FF2B5EF4-FFF2-40B4-BE49-F238E27FC236}">
                      <a16:creationId xmlns:a16="http://schemas.microsoft.com/office/drawing/2014/main" id="{1F08FFB5-931F-6854-82A5-4E757F17BD9D}"/>
                    </a:ext>
                  </a:extLst>
                </p:cNvPr>
                <p:cNvSpPr/>
                <p:nvPr/>
              </p:nvSpPr>
              <p:spPr>
                <a:xfrm>
                  <a:off x="4888209" y="4138682"/>
                  <a:ext cx="129760" cy="129760"/>
                </a:xfrm>
                <a:custGeom>
                  <a:avLst/>
                  <a:gdLst>
                    <a:gd name="connsiteX0" fmla="*/ 129761 w 129760"/>
                    <a:gd name="connsiteY0" fmla="*/ 64880 h 129760"/>
                    <a:gd name="connsiteX1" fmla="*/ 64880 w 129760"/>
                    <a:gd name="connsiteY1" fmla="*/ 129760 h 129760"/>
                    <a:gd name="connsiteX2" fmla="*/ 0 w 129760"/>
                    <a:gd name="connsiteY2" fmla="*/ 64880 h 129760"/>
                    <a:gd name="connsiteX3" fmla="*/ 64880 w 129760"/>
                    <a:gd name="connsiteY3" fmla="*/ 0 h 129760"/>
                    <a:gd name="connsiteX4" fmla="*/ 129761 w 129760"/>
                    <a:gd name="connsiteY4" fmla="*/ 64880 h 129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60" h="129760">
                      <a:moveTo>
                        <a:pt x="129761" y="64880"/>
                      </a:moveTo>
                      <a:cubicBezTo>
                        <a:pt x="129761" y="100712"/>
                        <a:pt x="100713" y="129760"/>
                        <a:pt x="64880" y="129760"/>
                      </a:cubicBezTo>
                      <a:cubicBezTo>
                        <a:pt x="29048" y="129760"/>
                        <a:pt x="0" y="100712"/>
                        <a:pt x="0" y="64880"/>
                      </a:cubicBezTo>
                      <a:cubicBezTo>
                        <a:pt x="0" y="29048"/>
                        <a:pt x="29048" y="0"/>
                        <a:pt x="64880" y="0"/>
                      </a:cubicBezTo>
                      <a:cubicBezTo>
                        <a:pt x="100713" y="0"/>
                        <a:pt x="129761" y="29048"/>
                        <a:pt x="129761" y="64880"/>
                      </a:cubicBezTo>
                      <a:close/>
                    </a:path>
                  </a:pathLst>
                </a:custGeom>
                <a:solidFill>
                  <a:srgbClr val="ADBD49"/>
                </a:solidFill>
                <a:ln w="8476" cap="flat">
                  <a:noFill/>
                  <a:prstDash val="solid"/>
                  <a:miter/>
                </a:ln>
              </p:spPr>
              <p:txBody>
                <a:bodyPr rtlCol="0" anchor="ctr"/>
                <a:lstStyle/>
                <a:p>
                  <a:endParaRPr lang="en-US">
                    <a:solidFill>
                      <a:schemeClr val="bg1"/>
                    </a:solidFill>
                  </a:endParaRPr>
                </a:p>
              </p:txBody>
            </p:sp>
            <p:sp>
              <p:nvSpPr>
                <p:cNvPr id="107" name="Freeform: Shape 314">
                  <a:extLst>
                    <a:ext uri="{FF2B5EF4-FFF2-40B4-BE49-F238E27FC236}">
                      <a16:creationId xmlns:a16="http://schemas.microsoft.com/office/drawing/2014/main" id="{A542E5A8-1EE3-35B1-2989-9B03132D5652}"/>
                    </a:ext>
                  </a:extLst>
                </p:cNvPr>
                <p:cNvSpPr/>
                <p:nvPr/>
              </p:nvSpPr>
              <p:spPr>
                <a:xfrm>
                  <a:off x="4668040" y="4058196"/>
                  <a:ext cx="108218" cy="108218"/>
                </a:xfrm>
                <a:custGeom>
                  <a:avLst/>
                  <a:gdLst>
                    <a:gd name="connsiteX0" fmla="*/ 108219 w 108218"/>
                    <a:gd name="connsiteY0" fmla="*/ 54109 h 108218"/>
                    <a:gd name="connsiteX1" fmla="*/ 54109 w 108218"/>
                    <a:gd name="connsiteY1" fmla="*/ 108219 h 108218"/>
                    <a:gd name="connsiteX2" fmla="*/ 0 w 108218"/>
                    <a:gd name="connsiteY2" fmla="*/ 54109 h 108218"/>
                    <a:gd name="connsiteX3" fmla="*/ 54109 w 108218"/>
                    <a:gd name="connsiteY3" fmla="*/ 0 h 108218"/>
                    <a:gd name="connsiteX4" fmla="*/ 108219 w 108218"/>
                    <a:gd name="connsiteY4" fmla="*/ 54109 h 108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218" h="108218">
                      <a:moveTo>
                        <a:pt x="108219" y="54109"/>
                      </a:moveTo>
                      <a:cubicBezTo>
                        <a:pt x="108219" y="83993"/>
                        <a:pt x="83993" y="108219"/>
                        <a:pt x="54109" y="108219"/>
                      </a:cubicBezTo>
                      <a:cubicBezTo>
                        <a:pt x="24226" y="108219"/>
                        <a:pt x="0" y="83993"/>
                        <a:pt x="0" y="54109"/>
                      </a:cubicBezTo>
                      <a:cubicBezTo>
                        <a:pt x="0" y="24225"/>
                        <a:pt x="24226" y="0"/>
                        <a:pt x="54109" y="0"/>
                      </a:cubicBezTo>
                      <a:cubicBezTo>
                        <a:pt x="83993" y="0"/>
                        <a:pt x="108219" y="24225"/>
                        <a:pt x="108219" y="54109"/>
                      </a:cubicBezTo>
                      <a:close/>
                    </a:path>
                  </a:pathLst>
                </a:custGeom>
                <a:solidFill>
                  <a:srgbClr val="A7C44B"/>
                </a:solidFill>
                <a:ln w="8476" cap="flat">
                  <a:noFill/>
                  <a:prstDash val="solid"/>
                  <a:miter/>
                </a:ln>
              </p:spPr>
              <p:txBody>
                <a:bodyPr rtlCol="0" anchor="ctr"/>
                <a:lstStyle/>
                <a:p>
                  <a:endParaRPr lang="en-US">
                    <a:solidFill>
                      <a:schemeClr val="bg1"/>
                    </a:solidFill>
                  </a:endParaRPr>
                </a:p>
              </p:txBody>
            </p:sp>
            <p:sp>
              <p:nvSpPr>
                <p:cNvPr id="108" name="Freeform: Shape 315">
                  <a:extLst>
                    <a:ext uri="{FF2B5EF4-FFF2-40B4-BE49-F238E27FC236}">
                      <a16:creationId xmlns:a16="http://schemas.microsoft.com/office/drawing/2014/main" id="{029DF132-66B6-CB17-50E2-5F7A5A2526DA}"/>
                    </a:ext>
                  </a:extLst>
                </p:cNvPr>
                <p:cNvSpPr/>
                <p:nvPr/>
              </p:nvSpPr>
              <p:spPr>
                <a:xfrm>
                  <a:off x="4453808" y="3941581"/>
                  <a:ext cx="86506" cy="86506"/>
                </a:xfrm>
                <a:custGeom>
                  <a:avLst/>
                  <a:gdLst>
                    <a:gd name="connsiteX0" fmla="*/ 86507 w 86506"/>
                    <a:gd name="connsiteY0" fmla="*/ 43254 h 86506"/>
                    <a:gd name="connsiteX1" fmla="*/ 43254 w 86506"/>
                    <a:gd name="connsiteY1" fmla="*/ 86507 h 86506"/>
                    <a:gd name="connsiteX2" fmla="*/ 0 w 86506"/>
                    <a:gd name="connsiteY2" fmla="*/ 43254 h 86506"/>
                    <a:gd name="connsiteX3" fmla="*/ 43254 w 86506"/>
                    <a:gd name="connsiteY3" fmla="*/ 0 h 86506"/>
                    <a:gd name="connsiteX4" fmla="*/ 86507 w 86506"/>
                    <a:gd name="connsiteY4" fmla="*/ 43254 h 86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6" h="86506">
                      <a:moveTo>
                        <a:pt x="86507" y="43254"/>
                      </a:moveTo>
                      <a:cubicBezTo>
                        <a:pt x="86507" y="67142"/>
                        <a:pt x="67142" y="86507"/>
                        <a:pt x="43254" y="86507"/>
                      </a:cubicBezTo>
                      <a:cubicBezTo>
                        <a:pt x="19365" y="86507"/>
                        <a:pt x="0" y="67142"/>
                        <a:pt x="0" y="43254"/>
                      </a:cubicBezTo>
                      <a:cubicBezTo>
                        <a:pt x="0" y="19365"/>
                        <a:pt x="19365" y="0"/>
                        <a:pt x="43254" y="0"/>
                      </a:cubicBezTo>
                      <a:cubicBezTo>
                        <a:pt x="67142" y="0"/>
                        <a:pt x="86507" y="19365"/>
                        <a:pt x="86507" y="43254"/>
                      </a:cubicBezTo>
                      <a:close/>
                    </a:path>
                  </a:pathLst>
                </a:custGeom>
                <a:solidFill>
                  <a:srgbClr val="A2CA4D"/>
                </a:solidFill>
                <a:ln w="8476" cap="flat">
                  <a:noFill/>
                  <a:prstDash val="solid"/>
                  <a:miter/>
                </a:ln>
              </p:spPr>
              <p:txBody>
                <a:bodyPr rtlCol="0" anchor="ctr"/>
                <a:lstStyle/>
                <a:p>
                  <a:endParaRPr lang="en-US">
                    <a:solidFill>
                      <a:schemeClr val="bg1"/>
                    </a:solidFill>
                  </a:endParaRPr>
                </a:p>
              </p:txBody>
            </p:sp>
            <p:sp>
              <p:nvSpPr>
                <p:cNvPr id="109" name="Freeform: Shape 316">
                  <a:extLst>
                    <a:ext uri="{FF2B5EF4-FFF2-40B4-BE49-F238E27FC236}">
                      <a16:creationId xmlns:a16="http://schemas.microsoft.com/office/drawing/2014/main" id="{19681972-433F-4F2E-D1AE-5A9258A37263}"/>
                    </a:ext>
                  </a:extLst>
                </p:cNvPr>
                <p:cNvSpPr/>
                <p:nvPr/>
              </p:nvSpPr>
              <p:spPr>
                <a:xfrm>
                  <a:off x="4272737" y="3775861"/>
                  <a:ext cx="64965" cy="64965"/>
                </a:xfrm>
                <a:custGeom>
                  <a:avLst/>
                  <a:gdLst>
                    <a:gd name="connsiteX0" fmla="*/ 64965 w 64965"/>
                    <a:gd name="connsiteY0" fmla="*/ 32483 h 64965"/>
                    <a:gd name="connsiteX1" fmla="*/ 32483 w 64965"/>
                    <a:gd name="connsiteY1" fmla="*/ 64965 h 64965"/>
                    <a:gd name="connsiteX2" fmla="*/ 0 w 64965"/>
                    <a:gd name="connsiteY2" fmla="*/ 32483 h 64965"/>
                    <a:gd name="connsiteX3" fmla="*/ 32483 w 64965"/>
                    <a:gd name="connsiteY3" fmla="*/ 0 h 64965"/>
                    <a:gd name="connsiteX4" fmla="*/ 64965 w 64965"/>
                    <a:gd name="connsiteY4" fmla="*/ 32483 h 6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5" h="64965">
                      <a:moveTo>
                        <a:pt x="64965" y="32483"/>
                      </a:moveTo>
                      <a:cubicBezTo>
                        <a:pt x="64965" y="50422"/>
                        <a:pt x="50422" y="64965"/>
                        <a:pt x="32483" y="64965"/>
                      </a:cubicBezTo>
                      <a:cubicBezTo>
                        <a:pt x="14543" y="64965"/>
                        <a:pt x="0" y="50422"/>
                        <a:pt x="0" y="32483"/>
                      </a:cubicBezTo>
                      <a:cubicBezTo>
                        <a:pt x="0" y="14543"/>
                        <a:pt x="14543" y="0"/>
                        <a:pt x="32483" y="0"/>
                      </a:cubicBezTo>
                      <a:cubicBezTo>
                        <a:pt x="50422" y="0"/>
                        <a:pt x="64965" y="14543"/>
                        <a:pt x="64965" y="32483"/>
                      </a:cubicBezTo>
                      <a:close/>
                    </a:path>
                  </a:pathLst>
                </a:custGeom>
                <a:solidFill>
                  <a:srgbClr val="9CD14F"/>
                </a:solidFill>
                <a:ln w="8476" cap="flat">
                  <a:noFill/>
                  <a:prstDash val="solid"/>
                  <a:miter/>
                </a:ln>
              </p:spPr>
              <p:txBody>
                <a:bodyPr rtlCol="0" anchor="ctr"/>
                <a:lstStyle/>
                <a:p>
                  <a:endParaRPr lang="en-US">
                    <a:solidFill>
                      <a:schemeClr val="bg1"/>
                    </a:solidFill>
                  </a:endParaRPr>
                </a:p>
              </p:txBody>
            </p:sp>
          </p:grpSp>
          <p:grpSp>
            <p:nvGrpSpPr>
              <p:cNvPr id="20" name="Graphic 4">
                <a:extLst>
                  <a:ext uri="{FF2B5EF4-FFF2-40B4-BE49-F238E27FC236}">
                    <a16:creationId xmlns:a16="http://schemas.microsoft.com/office/drawing/2014/main" id="{1208D595-93DE-3DA0-BF04-A8E43CECAA2F}"/>
                  </a:ext>
                </a:extLst>
              </p:cNvPr>
              <p:cNvGrpSpPr/>
              <p:nvPr/>
            </p:nvGrpSpPr>
            <p:grpSpPr>
              <a:xfrm>
                <a:off x="6148921" y="3218909"/>
                <a:ext cx="3475036" cy="1086086"/>
                <a:chOff x="6148921" y="3218909"/>
                <a:chExt cx="3475036" cy="1086086"/>
              </a:xfrm>
            </p:grpSpPr>
            <p:sp>
              <p:nvSpPr>
                <p:cNvPr id="76" name="Freeform: Shape 283">
                  <a:extLst>
                    <a:ext uri="{FF2B5EF4-FFF2-40B4-BE49-F238E27FC236}">
                      <a16:creationId xmlns:a16="http://schemas.microsoft.com/office/drawing/2014/main" id="{AE733E4F-1EAA-2286-FF7E-25172A257406}"/>
                    </a:ext>
                  </a:extLst>
                </p:cNvPr>
                <p:cNvSpPr/>
                <p:nvPr/>
              </p:nvSpPr>
              <p:spPr>
                <a:xfrm>
                  <a:off x="9483342" y="3488437"/>
                  <a:ext cx="140616" cy="140616"/>
                </a:xfrm>
                <a:custGeom>
                  <a:avLst/>
                  <a:gdLst>
                    <a:gd name="connsiteX0" fmla="*/ 140616 w 140616"/>
                    <a:gd name="connsiteY0" fmla="*/ 70308 h 140616"/>
                    <a:gd name="connsiteX1" fmla="*/ 70308 w 140616"/>
                    <a:gd name="connsiteY1" fmla="*/ 140616 h 140616"/>
                    <a:gd name="connsiteX2" fmla="*/ -1 w 140616"/>
                    <a:gd name="connsiteY2" fmla="*/ 70308 h 140616"/>
                    <a:gd name="connsiteX3" fmla="*/ 70308 w 140616"/>
                    <a:gd name="connsiteY3" fmla="*/ 0 h 140616"/>
                    <a:gd name="connsiteX4" fmla="*/ 140616 w 140616"/>
                    <a:gd name="connsiteY4" fmla="*/ 70308 h 14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16" h="140616">
                      <a:moveTo>
                        <a:pt x="140616" y="70308"/>
                      </a:moveTo>
                      <a:cubicBezTo>
                        <a:pt x="140616" y="109138"/>
                        <a:pt x="109138" y="140616"/>
                        <a:pt x="70308" y="140616"/>
                      </a:cubicBezTo>
                      <a:cubicBezTo>
                        <a:pt x="31477" y="140616"/>
                        <a:pt x="-1" y="109138"/>
                        <a:pt x="-1" y="70308"/>
                      </a:cubicBezTo>
                      <a:cubicBezTo>
                        <a:pt x="-1" y="31478"/>
                        <a:pt x="31477" y="0"/>
                        <a:pt x="70308" y="0"/>
                      </a:cubicBezTo>
                      <a:cubicBezTo>
                        <a:pt x="109138" y="0"/>
                        <a:pt x="140616" y="31478"/>
                        <a:pt x="140616" y="70308"/>
                      </a:cubicBezTo>
                      <a:close/>
                    </a:path>
                  </a:pathLst>
                </a:custGeom>
                <a:solidFill>
                  <a:srgbClr val="FE6D4B"/>
                </a:solidFill>
                <a:ln w="8476" cap="flat">
                  <a:noFill/>
                  <a:prstDash val="solid"/>
                  <a:miter/>
                </a:ln>
              </p:spPr>
              <p:txBody>
                <a:bodyPr rtlCol="0" anchor="ctr"/>
                <a:lstStyle/>
                <a:p>
                  <a:endParaRPr lang="en-US">
                    <a:solidFill>
                      <a:schemeClr val="bg1"/>
                    </a:solidFill>
                  </a:endParaRPr>
                </a:p>
              </p:txBody>
            </p:sp>
            <p:sp>
              <p:nvSpPr>
                <p:cNvPr id="77" name="Freeform: Shape 284">
                  <a:extLst>
                    <a:ext uri="{FF2B5EF4-FFF2-40B4-BE49-F238E27FC236}">
                      <a16:creationId xmlns:a16="http://schemas.microsoft.com/office/drawing/2014/main" id="{32961BD8-39E0-3AE0-57C1-508468B2A2F8}"/>
                    </a:ext>
                  </a:extLst>
                </p:cNvPr>
                <p:cNvSpPr/>
                <p:nvPr/>
              </p:nvSpPr>
              <p:spPr>
                <a:xfrm>
                  <a:off x="9261307" y="3381745"/>
                  <a:ext cx="152829" cy="152829"/>
                </a:xfrm>
                <a:custGeom>
                  <a:avLst/>
                  <a:gdLst>
                    <a:gd name="connsiteX0" fmla="*/ 152829 w 152829"/>
                    <a:gd name="connsiteY0" fmla="*/ 76415 h 152829"/>
                    <a:gd name="connsiteX1" fmla="*/ 76414 w 152829"/>
                    <a:gd name="connsiteY1" fmla="*/ 152829 h 152829"/>
                    <a:gd name="connsiteX2" fmla="*/ 0 w 152829"/>
                    <a:gd name="connsiteY2" fmla="*/ 76415 h 152829"/>
                    <a:gd name="connsiteX3" fmla="*/ 76414 w 152829"/>
                    <a:gd name="connsiteY3" fmla="*/ 0 h 152829"/>
                    <a:gd name="connsiteX4" fmla="*/ 152829 w 152829"/>
                    <a:gd name="connsiteY4" fmla="*/ 76415 h 152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829" h="152829">
                      <a:moveTo>
                        <a:pt x="152829" y="76415"/>
                      </a:moveTo>
                      <a:cubicBezTo>
                        <a:pt x="152829" y="118617"/>
                        <a:pt x="118617" y="152829"/>
                        <a:pt x="76414" y="152829"/>
                      </a:cubicBezTo>
                      <a:cubicBezTo>
                        <a:pt x="34212" y="152829"/>
                        <a:pt x="0" y="118617"/>
                        <a:pt x="0" y="76415"/>
                      </a:cubicBezTo>
                      <a:cubicBezTo>
                        <a:pt x="0" y="34212"/>
                        <a:pt x="34212" y="0"/>
                        <a:pt x="76414" y="0"/>
                      </a:cubicBezTo>
                      <a:cubicBezTo>
                        <a:pt x="118617" y="0"/>
                        <a:pt x="152829" y="34212"/>
                        <a:pt x="152829" y="76415"/>
                      </a:cubicBezTo>
                      <a:close/>
                    </a:path>
                  </a:pathLst>
                </a:custGeom>
                <a:solidFill>
                  <a:srgbClr val="FA6B4A"/>
                </a:solidFill>
                <a:ln w="8476" cap="flat">
                  <a:noFill/>
                  <a:prstDash val="solid"/>
                  <a:miter/>
                </a:ln>
              </p:spPr>
              <p:txBody>
                <a:bodyPr rtlCol="0" anchor="ctr"/>
                <a:lstStyle/>
                <a:p>
                  <a:endParaRPr lang="en-US">
                    <a:solidFill>
                      <a:schemeClr val="bg1"/>
                    </a:solidFill>
                  </a:endParaRPr>
                </a:p>
              </p:txBody>
            </p:sp>
            <p:sp>
              <p:nvSpPr>
                <p:cNvPr id="78" name="Freeform: Shape 285">
                  <a:extLst>
                    <a:ext uri="{FF2B5EF4-FFF2-40B4-BE49-F238E27FC236}">
                      <a16:creationId xmlns:a16="http://schemas.microsoft.com/office/drawing/2014/main" id="{50B4BC30-3F83-4B97-ADBA-042D8A906319}"/>
                    </a:ext>
                  </a:extLst>
                </p:cNvPr>
                <p:cNvSpPr/>
                <p:nvPr/>
              </p:nvSpPr>
              <p:spPr>
                <a:xfrm>
                  <a:off x="9040968" y="3286673"/>
                  <a:ext cx="164872" cy="164872"/>
                </a:xfrm>
                <a:custGeom>
                  <a:avLst/>
                  <a:gdLst>
                    <a:gd name="connsiteX0" fmla="*/ 164873 w 164872"/>
                    <a:gd name="connsiteY0" fmla="*/ 82436 h 164872"/>
                    <a:gd name="connsiteX1" fmla="*/ 82437 w 164872"/>
                    <a:gd name="connsiteY1" fmla="*/ 164872 h 164872"/>
                    <a:gd name="connsiteX2" fmla="*/ 1 w 164872"/>
                    <a:gd name="connsiteY2" fmla="*/ 82436 h 164872"/>
                    <a:gd name="connsiteX3" fmla="*/ 82437 w 164872"/>
                    <a:gd name="connsiteY3" fmla="*/ 0 h 164872"/>
                    <a:gd name="connsiteX4" fmla="*/ 164873 w 164872"/>
                    <a:gd name="connsiteY4" fmla="*/ 82436 h 164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72" h="164872">
                      <a:moveTo>
                        <a:pt x="164873" y="82436"/>
                      </a:moveTo>
                      <a:cubicBezTo>
                        <a:pt x="164873" y="127964"/>
                        <a:pt x="127965" y="164872"/>
                        <a:pt x="82437" y="164872"/>
                      </a:cubicBezTo>
                      <a:cubicBezTo>
                        <a:pt x="36908" y="164872"/>
                        <a:pt x="1" y="127964"/>
                        <a:pt x="1" y="82436"/>
                      </a:cubicBezTo>
                      <a:cubicBezTo>
                        <a:pt x="1" y="36908"/>
                        <a:pt x="36909" y="0"/>
                        <a:pt x="82437" y="0"/>
                      </a:cubicBezTo>
                      <a:cubicBezTo>
                        <a:pt x="127965" y="0"/>
                        <a:pt x="164873" y="36908"/>
                        <a:pt x="164873" y="82436"/>
                      </a:cubicBezTo>
                      <a:close/>
                    </a:path>
                  </a:pathLst>
                </a:custGeom>
                <a:solidFill>
                  <a:srgbClr val="F56949"/>
                </a:solidFill>
                <a:ln w="8476" cap="flat">
                  <a:noFill/>
                  <a:prstDash val="solid"/>
                  <a:miter/>
                </a:ln>
              </p:spPr>
              <p:txBody>
                <a:bodyPr rtlCol="0" anchor="ctr"/>
                <a:lstStyle/>
                <a:p>
                  <a:endParaRPr lang="en-US">
                    <a:solidFill>
                      <a:schemeClr val="bg1"/>
                    </a:solidFill>
                  </a:endParaRPr>
                </a:p>
              </p:txBody>
            </p:sp>
            <p:sp>
              <p:nvSpPr>
                <p:cNvPr id="79" name="Freeform: Shape 286">
                  <a:extLst>
                    <a:ext uri="{FF2B5EF4-FFF2-40B4-BE49-F238E27FC236}">
                      <a16:creationId xmlns:a16="http://schemas.microsoft.com/office/drawing/2014/main" id="{6ED13DAF-2E93-DAC6-E649-08DC5B70673D}"/>
                    </a:ext>
                  </a:extLst>
                </p:cNvPr>
                <p:cNvSpPr/>
                <p:nvPr/>
              </p:nvSpPr>
              <p:spPr>
                <a:xfrm>
                  <a:off x="8828093" y="3233581"/>
                  <a:ext cx="177084" cy="177084"/>
                </a:xfrm>
                <a:custGeom>
                  <a:avLst/>
                  <a:gdLst>
                    <a:gd name="connsiteX0" fmla="*/ 177085 w 177084"/>
                    <a:gd name="connsiteY0" fmla="*/ 88542 h 177084"/>
                    <a:gd name="connsiteX1" fmla="*/ 88543 w 177084"/>
                    <a:gd name="connsiteY1" fmla="*/ 177085 h 177084"/>
                    <a:gd name="connsiteX2" fmla="*/ 0 w 177084"/>
                    <a:gd name="connsiteY2" fmla="*/ 88542 h 177084"/>
                    <a:gd name="connsiteX3" fmla="*/ 88543 w 177084"/>
                    <a:gd name="connsiteY3" fmla="*/ 0 h 177084"/>
                    <a:gd name="connsiteX4" fmla="*/ 177085 w 177084"/>
                    <a:gd name="connsiteY4" fmla="*/ 88542 h 177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84" h="177084">
                      <a:moveTo>
                        <a:pt x="177085" y="88542"/>
                      </a:moveTo>
                      <a:cubicBezTo>
                        <a:pt x="177085" y="137443"/>
                        <a:pt x="137443" y="177085"/>
                        <a:pt x="88543" y="177085"/>
                      </a:cubicBezTo>
                      <a:cubicBezTo>
                        <a:pt x="39642" y="177085"/>
                        <a:pt x="0" y="137443"/>
                        <a:pt x="0" y="88542"/>
                      </a:cubicBezTo>
                      <a:cubicBezTo>
                        <a:pt x="0" y="39642"/>
                        <a:pt x="39642" y="0"/>
                        <a:pt x="88543" y="0"/>
                      </a:cubicBezTo>
                      <a:cubicBezTo>
                        <a:pt x="137443" y="0"/>
                        <a:pt x="177085" y="39642"/>
                        <a:pt x="177085" y="88542"/>
                      </a:cubicBezTo>
                      <a:close/>
                    </a:path>
                  </a:pathLst>
                </a:custGeom>
                <a:solidFill>
                  <a:srgbClr val="F16648"/>
                </a:solidFill>
                <a:ln w="8476" cap="flat">
                  <a:noFill/>
                  <a:prstDash val="solid"/>
                  <a:miter/>
                </a:ln>
              </p:spPr>
              <p:txBody>
                <a:bodyPr rtlCol="0" anchor="ctr"/>
                <a:lstStyle/>
                <a:p>
                  <a:endParaRPr lang="en-US">
                    <a:solidFill>
                      <a:schemeClr val="bg1"/>
                    </a:solidFill>
                  </a:endParaRPr>
                </a:p>
              </p:txBody>
            </p:sp>
            <p:sp>
              <p:nvSpPr>
                <p:cNvPr id="80" name="Freeform: Shape 287">
                  <a:extLst>
                    <a:ext uri="{FF2B5EF4-FFF2-40B4-BE49-F238E27FC236}">
                      <a16:creationId xmlns:a16="http://schemas.microsoft.com/office/drawing/2014/main" id="{FD50D743-BD4C-1D4A-6D07-1418BC90C260}"/>
                    </a:ext>
                  </a:extLst>
                </p:cNvPr>
                <p:cNvSpPr/>
                <p:nvPr/>
              </p:nvSpPr>
              <p:spPr>
                <a:xfrm>
                  <a:off x="8594694" y="3218909"/>
                  <a:ext cx="189297" cy="189297"/>
                </a:xfrm>
                <a:custGeom>
                  <a:avLst/>
                  <a:gdLst>
                    <a:gd name="connsiteX0" fmla="*/ 189298 w 189297"/>
                    <a:gd name="connsiteY0" fmla="*/ 94649 h 189297"/>
                    <a:gd name="connsiteX1" fmla="*/ 94649 w 189297"/>
                    <a:gd name="connsiteY1" fmla="*/ 189298 h 189297"/>
                    <a:gd name="connsiteX2" fmla="*/ 0 w 189297"/>
                    <a:gd name="connsiteY2" fmla="*/ 94649 h 189297"/>
                    <a:gd name="connsiteX3" fmla="*/ 94649 w 189297"/>
                    <a:gd name="connsiteY3" fmla="*/ 0 h 189297"/>
                    <a:gd name="connsiteX4" fmla="*/ 189298 w 189297"/>
                    <a:gd name="connsiteY4" fmla="*/ 94649 h 189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297" h="189297">
                      <a:moveTo>
                        <a:pt x="189298" y="94649"/>
                      </a:moveTo>
                      <a:cubicBezTo>
                        <a:pt x="189298" y="146922"/>
                        <a:pt x="146922" y="189298"/>
                        <a:pt x="94649" y="189298"/>
                      </a:cubicBezTo>
                      <a:cubicBezTo>
                        <a:pt x="42376" y="189298"/>
                        <a:pt x="0" y="146922"/>
                        <a:pt x="0" y="94649"/>
                      </a:cubicBezTo>
                      <a:cubicBezTo>
                        <a:pt x="0" y="42376"/>
                        <a:pt x="42376" y="0"/>
                        <a:pt x="94649" y="0"/>
                      </a:cubicBezTo>
                      <a:cubicBezTo>
                        <a:pt x="146922" y="0"/>
                        <a:pt x="189298" y="42376"/>
                        <a:pt x="189298" y="94649"/>
                      </a:cubicBezTo>
                      <a:close/>
                    </a:path>
                  </a:pathLst>
                </a:custGeom>
                <a:solidFill>
                  <a:srgbClr val="ED6447"/>
                </a:solidFill>
                <a:ln w="8476" cap="flat">
                  <a:noFill/>
                  <a:prstDash val="solid"/>
                  <a:miter/>
                </a:ln>
              </p:spPr>
              <p:txBody>
                <a:bodyPr rtlCol="0" anchor="ctr"/>
                <a:lstStyle/>
                <a:p>
                  <a:endParaRPr lang="en-US">
                    <a:solidFill>
                      <a:schemeClr val="bg1"/>
                    </a:solidFill>
                  </a:endParaRPr>
                </a:p>
              </p:txBody>
            </p:sp>
            <p:sp>
              <p:nvSpPr>
                <p:cNvPr id="81" name="Freeform: Shape 288">
                  <a:extLst>
                    <a:ext uri="{FF2B5EF4-FFF2-40B4-BE49-F238E27FC236}">
                      <a16:creationId xmlns:a16="http://schemas.microsoft.com/office/drawing/2014/main" id="{54D5C279-EC9C-6A99-46B2-AA4385D9BD71}"/>
                    </a:ext>
                  </a:extLst>
                </p:cNvPr>
                <p:cNvSpPr/>
                <p:nvPr/>
              </p:nvSpPr>
              <p:spPr>
                <a:xfrm>
                  <a:off x="8355019" y="3247829"/>
                  <a:ext cx="201340" cy="201340"/>
                </a:xfrm>
                <a:custGeom>
                  <a:avLst/>
                  <a:gdLst>
                    <a:gd name="connsiteX0" fmla="*/ 201341 w 201340"/>
                    <a:gd name="connsiteY0" fmla="*/ 100670 h 201340"/>
                    <a:gd name="connsiteX1" fmla="*/ 100670 w 201340"/>
                    <a:gd name="connsiteY1" fmla="*/ 201341 h 201340"/>
                    <a:gd name="connsiteX2" fmla="*/ 0 w 201340"/>
                    <a:gd name="connsiteY2" fmla="*/ 100670 h 201340"/>
                    <a:gd name="connsiteX3" fmla="*/ 100670 w 201340"/>
                    <a:gd name="connsiteY3" fmla="*/ 0 h 201340"/>
                    <a:gd name="connsiteX4" fmla="*/ 201341 w 201340"/>
                    <a:gd name="connsiteY4" fmla="*/ 100670 h 201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40" h="201340">
                      <a:moveTo>
                        <a:pt x="201341" y="100670"/>
                      </a:moveTo>
                      <a:cubicBezTo>
                        <a:pt x="201341" y="156269"/>
                        <a:pt x="156269" y="201341"/>
                        <a:pt x="100670" y="201341"/>
                      </a:cubicBezTo>
                      <a:cubicBezTo>
                        <a:pt x="45072" y="201341"/>
                        <a:pt x="0" y="156269"/>
                        <a:pt x="0" y="100670"/>
                      </a:cubicBezTo>
                      <a:cubicBezTo>
                        <a:pt x="0" y="45072"/>
                        <a:pt x="45072" y="0"/>
                        <a:pt x="100670" y="0"/>
                      </a:cubicBezTo>
                      <a:cubicBezTo>
                        <a:pt x="156269" y="0"/>
                        <a:pt x="201341" y="45072"/>
                        <a:pt x="201341" y="100670"/>
                      </a:cubicBezTo>
                      <a:close/>
                    </a:path>
                  </a:pathLst>
                </a:custGeom>
                <a:solidFill>
                  <a:srgbClr val="E86245"/>
                </a:solidFill>
                <a:ln w="8476" cap="flat">
                  <a:noFill/>
                  <a:prstDash val="solid"/>
                  <a:miter/>
                </a:ln>
              </p:spPr>
              <p:txBody>
                <a:bodyPr rtlCol="0" anchor="ctr"/>
                <a:lstStyle/>
                <a:p>
                  <a:endParaRPr lang="en-US">
                    <a:solidFill>
                      <a:schemeClr val="bg1"/>
                    </a:solidFill>
                  </a:endParaRPr>
                </a:p>
              </p:txBody>
            </p:sp>
            <p:sp>
              <p:nvSpPr>
                <p:cNvPr id="82" name="Freeform: Shape 289">
                  <a:extLst>
                    <a:ext uri="{FF2B5EF4-FFF2-40B4-BE49-F238E27FC236}">
                      <a16:creationId xmlns:a16="http://schemas.microsoft.com/office/drawing/2014/main" id="{4FFCE7BF-0107-7319-D349-3E030F2087B7}"/>
                    </a:ext>
                  </a:extLst>
                </p:cNvPr>
                <p:cNvSpPr/>
                <p:nvPr/>
              </p:nvSpPr>
              <p:spPr>
                <a:xfrm>
                  <a:off x="8123401" y="3325177"/>
                  <a:ext cx="213553" cy="213553"/>
                </a:xfrm>
                <a:custGeom>
                  <a:avLst/>
                  <a:gdLst>
                    <a:gd name="connsiteX0" fmla="*/ 213553 w 213553"/>
                    <a:gd name="connsiteY0" fmla="*/ 106777 h 213553"/>
                    <a:gd name="connsiteX1" fmla="*/ 106776 w 213553"/>
                    <a:gd name="connsiteY1" fmla="*/ 213554 h 213553"/>
                    <a:gd name="connsiteX2" fmla="*/ -1 w 213553"/>
                    <a:gd name="connsiteY2" fmla="*/ 106777 h 213553"/>
                    <a:gd name="connsiteX3" fmla="*/ 106776 w 213553"/>
                    <a:gd name="connsiteY3" fmla="*/ 0 h 213553"/>
                    <a:gd name="connsiteX4" fmla="*/ 213553 w 213553"/>
                    <a:gd name="connsiteY4" fmla="*/ 106777 h 21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53" h="213553">
                      <a:moveTo>
                        <a:pt x="213553" y="106777"/>
                      </a:moveTo>
                      <a:cubicBezTo>
                        <a:pt x="213553" y="165748"/>
                        <a:pt x="165748" y="213554"/>
                        <a:pt x="106776" y="213554"/>
                      </a:cubicBezTo>
                      <a:cubicBezTo>
                        <a:pt x="47805" y="213554"/>
                        <a:pt x="-1" y="165748"/>
                        <a:pt x="-1" y="106777"/>
                      </a:cubicBezTo>
                      <a:cubicBezTo>
                        <a:pt x="-1" y="47806"/>
                        <a:pt x="47805" y="0"/>
                        <a:pt x="106776" y="0"/>
                      </a:cubicBezTo>
                      <a:cubicBezTo>
                        <a:pt x="165747" y="0"/>
                        <a:pt x="213553" y="47806"/>
                        <a:pt x="213553" y="106777"/>
                      </a:cubicBezTo>
                      <a:close/>
                    </a:path>
                  </a:pathLst>
                </a:custGeom>
                <a:solidFill>
                  <a:srgbClr val="E46044"/>
                </a:solidFill>
                <a:ln w="8476" cap="flat">
                  <a:noFill/>
                  <a:prstDash val="solid"/>
                  <a:miter/>
                </a:ln>
              </p:spPr>
              <p:txBody>
                <a:bodyPr rtlCol="0" anchor="ctr"/>
                <a:lstStyle/>
                <a:p>
                  <a:endParaRPr lang="en-US">
                    <a:solidFill>
                      <a:schemeClr val="bg1"/>
                    </a:solidFill>
                  </a:endParaRPr>
                </a:p>
              </p:txBody>
            </p:sp>
            <p:sp>
              <p:nvSpPr>
                <p:cNvPr id="83" name="Freeform: Shape 290">
                  <a:extLst>
                    <a:ext uri="{FF2B5EF4-FFF2-40B4-BE49-F238E27FC236}">
                      <a16:creationId xmlns:a16="http://schemas.microsoft.com/office/drawing/2014/main" id="{6ACDF1F3-5BFB-AEA6-F993-942B06D098CF}"/>
                    </a:ext>
                  </a:extLst>
                </p:cNvPr>
                <p:cNvSpPr/>
                <p:nvPr/>
              </p:nvSpPr>
              <p:spPr>
                <a:xfrm>
                  <a:off x="7914172" y="3455955"/>
                  <a:ext cx="225766" cy="225766"/>
                </a:xfrm>
                <a:custGeom>
                  <a:avLst/>
                  <a:gdLst>
                    <a:gd name="connsiteX0" fmla="*/ 225766 w 225766"/>
                    <a:gd name="connsiteY0" fmla="*/ 112883 h 225766"/>
                    <a:gd name="connsiteX1" fmla="*/ 112883 w 225766"/>
                    <a:gd name="connsiteY1" fmla="*/ 225766 h 225766"/>
                    <a:gd name="connsiteX2" fmla="*/ 0 w 225766"/>
                    <a:gd name="connsiteY2" fmla="*/ 112883 h 225766"/>
                    <a:gd name="connsiteX3" fmla="*/ 112883 w 225766"/>
                    <a:gd name="connsiteY3" fmla="*/ 0 h 225766"/>
                    <a:gd name="connsiteX4" fmla="*/ 225766 w 225766"/>
                    <a:gd name="connsiteY4" fmla="*/ 112883 h 225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66" h="225766">
                      <a:moveTo>
                        <a:pt x="225766" y="112883"/>
                      </a:moveTo>
                      <a:cubicBezTo>
                        <a:pt x="225766" y="175227"/>
                        <a:pt x="175227" y="225766"/>
                        <a:pt x="112883" y="225766"/>
                      </a:cubicBezTo>
                      <a:cubicBezTo>
                        <a:pt x="50540" y="225766"/>
                        <a:pt x="0" y="175227"/>
                        <a:pt x="0" y="112883"/>
                      </a:cubicBezTo>
                      <a:cubicBezTo>
                        <a:pt x="0" y="50539"/>
                        <a:pt x="50540" y="0"/>
                        <a:pt x="112883" y="0"/>
                      </a:cubicBezTo>
                      <a:cubicBezTo>
                        <a:pt x="175227" y="0"/>
                        <a:pt x="225766" y="50539"/>
                        <a:pt x="225766" y="112883"/>
                      </a:cubicBezTo>
                      <a:close/>
                    </a:path>
                  </a:pathLst>
                </a:custGeom>
                <a:solidFill>
                  <a:srgbClr val="DF5D43"/>
                </a:solidFill>
                <a:ln w="8476" cap="flat">
                  <a:noFill/>
                  <a:prstDash val="solid"/>
                  <a:miter/>
                </a:ln>
              </p:spPr>
              <p:txBody>
                <a:bodyPr rtlCol="0" anchor="ctr"/>
                <a:lstStyle/>
                <a:p>
                  <a:endParaRPr lang="en-US">
                    <a:solidFill>
                      <a:schemeClr val="bg1"/>
                    </a:solidFill>
                  </a:endParaRPr>
                </a:p>
              </p:txBody>
            </p:sp>
            <p:sp>
              <p:nvSpPr>
                <p:cNvPr id="84" name="Freeform: Shape 291">
                  <a:extLst>
                    <a:ext uri="{FF2B5EF4-FFF2-40B4-BE49-F238E27FC236}">
                      <a16:creationId xmlns:a16="http://schemas.microsoft.com/office/drawing/2014/main" id="{55C7C579-D7C1-57A3-F4D9-C3A311382629}"/>
                    </a:ext>
                  </a:extLst>
                </p:cNvPr>
                <p:cNvSpPr/>
                <p:nvPr/>
              </p:nvSpPr>
              <p:spPr>
                <a:xfrm>
                  <a:off x="7741667" y="3645252"/>
                  <a:ext cx="237979" cy="237979"/>
                </a:xfrm>
                <a:custGeom>
                  <a:avLst/>
                  <a:gdLst>
                    <a:gd name="connsiteX0" fmla="*/ 237979 w 237979"/>
                    <a:gd name="connsiteY0" fmla="*/ 118990 h 237979"/>
                    <a:gd name="connsiteX1" fmla="*/ 118989 w 237979"/>
                    <a:gd name="connsiteY1" fmla="*/ 237979 h 237979"/>
                    <a:gd name="connsiteX2" fmla="*/ -1 w 237979"/>
                    <a:gd name="connsiteY2" fmla="*/ 118990 h 237979"/>
                    <a:gd name="connsiteX3" fmla="*/ 118989 w 237979"/>
                    <a:gd name="connsiteY3" fmla="*/ 0 h 237979"/>
                    <a:gd name="connsiteX4" fmla="*/ 237979 w 237979"/>
                    <a:gd name="connsiteY4" fmla="*/ 118990 h 237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979" h="237979">
                      <a:moveTo>
                        <a:pt x="237979" y="118990"/>
                      </a:moveTo>
                      <a:cubicBezTo>
                        <a:pt x="237979" y="184706"/>
                        <a:pt x="184706" y="237979"/>
                        <a:pt x="118989" y="237979"/>
                      </a:cubicBezTo>
                      <a:cubicBezTo>
                        <a:pt x="53273" y="237979"/>
                        <a:pt x="-1" y="184706"/>
                        <a:pt x="-1" y="118990"/>
                      </a:cubicBezTo>
                      <a:cubicBezTo>
                        <a:pt x="-1" y="53273"/>
                        <a:pt x="53273" y="0"/>
                        <a:pt x="118989" y="0"/>
                      </a:cubicBezTo>
                      <a:cubicBezTo>
                        <a:pt x="184705" y="0"/>
                        <a:pt x="237979" y="53273"/>
                        <a:pt x="237979" y="118990"/>
                      </a:cubicBezTo>
                      <a:close/>
                    </a:path>
                  </a:pathLst>
                </a:custGeom>
                <a:solidFill>
                  <a:srgbClr val="DB5B42"/>
                </a:solidFill>
                <a:ln w="8476" cap="flat">
                  <a:noFill/>
                  <a:prstDash val="solid"/>
                  <a:miter/>
                </a:ln>
              </p:spPr>
              <p:txBody>
                <a:bodyPr rtlCol="0" anchor="ctr"/>
                <a:lstStyle/>
                <a:p>
                  <a:endParaRPr lang="en-US">
                    <a:solidFill>
                      <a:schemeClr val="bg1"/>
                    </a:solidFill>
                  </a:endParaRPr>
                </a:p>
              </p:txBody>
            </p:sp>
            <p:sp>
              <p:nvSpPr>
                <p:cNvPr id="85" name="Freeform: Shape 292">
                  <a:extLst>
                    <a:ext uri="{FF2B5EF4-FFF2-40B4-BE49-F238E27FC236}">
                      <a16:creationId xmlns:a16="http://schemas.microsoft.com/office/drawing/2014/main" id="{A5B38ACB-9277-7AF1-8AB4-A589A9EDF2D4}"/>
                    </a:ext>
                  </a:extLst>
                </p:cNvPr>
                <p:cNvSpPr/>
                <p:nvPr/>
              </p:nvSpPr>
              <p:spPr>
                <a:xfrm>
                  <a:off x="7580357" y="3865591"/>
                  <a:ext cx="216267" cy="216267"/>
                </a:xfrm>
                <a:custGeom>
                  <a:avLst/>
                  <a:gdLst>
                    <a:gd name="connsiteX0" fmla="*/ 216268 w 216267"/>
                    <a:gd name="connsiteY0" fmla="*/ 108134 h 216267"/>
                    <a:gd name="connsiteX1" fmla="*/ 108134 w 216267"/>
                    <a:gd name="connsiteY1" fmla="*/ 216268 h 216267"/>
                    <a:gd name="connsiteX2" fmla="*/ 0 w 216267"/>
                    <a:gd name="connsiteY2" fmla="*/ 108134 h 216267"/>
                    <a:gd name="connsiteX3" fmla="*/ 108134 w 216267"/>
                    <a:gd name="connsiteY3" fmla="*/ 0 h 216267"/>
                    <a:gd name="connsiteX4" fmla="*/ 216268 w 216267"/>
                    <a:gd name="connsiteY4" fmla="*/ 108134 h 216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67" h="216267">
                      <a:moveTo>
                        <a:pt x="216268" y="108134"/>
                      </a:moveTo>
                      <a:cubicBezTo>
                        <a:pt x="216268" y="167854"/>
                        <a:pt x="167854" y="216268"/>
                        <a:pt x="108134" y="216268"/>
                      </a:cubicBezTo>
                      <a:cubicBezTo>
                        <a:pt x="48413" y="216268"/>
                        <a:pt x="0" y="167854"/>
                        <a:pt x="0" y="108134"/>
                      </a:cubicBezTo>
                      <a:cubicBezTo>
                        <a:pt x="0" y="48413"/>
                        <a:pt x="48413" y="0"/>
                        <a:pt x="108134" y="0"/>
                      </a:cubicBezTo>
                      <a:cubicBezTo>
                        <a:pt x="167854" y="0"/>
                        <a:pt x="216268" y="48413"/>
                        <a:pt x="216268" y="108134"/>
                      </a:cubicBezTo>
                      <a:close/>
                    </a:path>
                  </a:pathLst>
                </a:custGeom>
                <a:solidFill>
                  <a:srgbClr val="E06944"/>
                </a:solidFill>
                <a:ln w="8476" cap="flat">
                  <a:noFill/>
                  <a:prstDash val="solid"/>
                  <a:miter/>
                </a:ln>
              </p:spPr>
              <p:txBody>
                <a:bodyPr rtlCol="0" anchor="ctr"/>
                <a:lstStyle/>
                <a:p>
                  <a:endParaRPr lang="en-US">
                    <a:solidFill>
                      <a:schemeClr val="bg1"/>
                    </a:solidFill>
                  </a:endParaRPr>
                </a:p>
              </p:txBody>
            </p:sp>
            <p:sp>
              <p:nvSpPr>
                <p:cNvPr id="86" name="Freeform: Shape 293">
                  <a:extLst>
                    <a:ext uri="{FF2B5EF4-FFF2-40B4-BE49-F238E27FC236}">
                      <a16:creationId xmlns:a16="http://schemas.microsoft.com/office/drawing/2014/main" id="{C3D5DB73-04A7-2201-7F6E-F9BB6B13201D}"/>
                    </a:ext>
                  </a:extLst>
                </p:cNvPr>
                <p:cNvSpPr/>
                <p:nvPr/>
              </p:nvSpPr>
              <p:spPr>
                <a:xfrm>
                  <a:off x="7389872" y="4021049"/>
                  <a:ext cx="194725" cy="194725"/>
                </a:xfrm>
                <a:custGeom>
                  <a:avLst/>
                  <a:gdLst>
                    <a:gd name="connsiteX0" fmla="*/ 194726 w 194725"/>
                    <a:gd name="connsiteY0" fmla="*/ 97363 h 194725"/>
                    <a:gd name="connsiteX1" fmla="*/ 97363 w 194725"/>
                    <a:gd name="connsiteY1" fmla="*/ 194726 h 194725"/>
                    <a:gd name="connsiteX2" fmla="*/ 0 w 194725"/>
                    <a:gd name="connsiteY2" fmla="*/ 97363 h 194725"/>
                    <a:gd name="connsiteX3" fmla="*/ 97363 w 194725"/>
                    <a:gd name="connsiteY3" fmla="*/ 0 h 194725"/>
                    <a:gd name="connsiteX4" fmla="*/ 194726 w 194725"/>
                    <a:gd name="connsiteY4" fmla="*/ 97363 h 194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25" h="194725">
                      <a:moveTo>
                        <a:pt x="194726" y="97363"/>
                      </a:moveTo>
                      <a:cubicBezTo>
                        <a:pt x="194726" y="151135"/>
                        <a:pt x="151135" y="194726"/>
                        <a:pt x="97363" y="194726"/>
                      </a:cubicBezTo>
                      <a:cubicBezTo>
                        <a:pt x="43591" y="194726"/>
                        <a:pt x="0" y="151135"/>
                        <a:pt x="0" y="97363"/>
                      </a:cubicBezTo>
                      <a:cubicBezTo>
                        <a:pt x="0" y="43591"/>
                        <a:pt x="43591" y="0"/>
                        <a:pt x="97363" y="0"/>
                      </a:cubicBezTo>
                      <a:cubicBezTo>
                        <a:pt x="151135" y="0"/>
                        <a:pt x="194726" y="43591"/>
                        <a:pt x="194726" y="97363"/>
                      </a:cubicBezTo>
                      <a:close/>
                    </a:path>
                  </a:pathLst>
                </a:custGeom>
                <a:solidFill>
                  <a:srgbClr val="E47645"/>
                </a:solidFill>
                <a:ln w="8476" cap="flat">
                  <a:noFill/>
                  <a:prstDash val="solid"/>
                  <a:miter/>
                </a:ln>
              </p:spPr>
              <p:txBody>
                <a:bodyPr rtlCol="0" anchor="ctr"/>
                <a:lstStyle/>
                <a:p>
                  <a:endParaRPr lang="en-US">
                    <a:solidFill>
                      <a:schemeClr val="bg1"/>
                    </a:solidFill>
                  </a:endParaRPr>
                </a:p>
              </p:txBody>
            </p:sp>
            <p:sp>
              <p:nvSpPr>
                <p:cNvPr id="87" name="Freeform: Shape 294">
                  <a:extLst>
                    <a:ext uri="{FF2B5EF4-FFF2-40B4-BE49-F238E27FC236}">
                      <a16:creationId xmlns:a16="http://schemas.microsoft.com/office/drawing/2014/main" id="{6DB5E3BD-7F19-5405-0B57-21953D861C87}"/>
                    </a:ext>
                  </a:extLst>
                </p:cNvPr>
                <p:cNvSpPr/>
                <p:nvPr/>
              </p:nvSpPr>
              <p:spPr>
                <a:xfrm>
                  <a:off x="7189125" y="4115698"/>
                  <a:ext cx="173013" cy="173013"/>
                </a:xfrm>
                <a:custGeom>
                  <a:avLst/>
                  <a:gdLst>
                    <a:gd name="connsiteX0" fmla="*/ 173014 w 173013"/>
                    <a:gd name="connsiteY0" fmla="*/ 86507 h 173013"/>
                    <a:gd name="connsiteX1" fmla="*/ 86507 w 173013"/>
                    <a:gd name="connsiteY1" fmla="*/ 173014 h 173013"/>
                    <a:gd name="connsiteX2" fmla="*/ 0 w 173013"/>
                    <a:gd name="connsiteY2" fmla="*/ 86507 h 173013"/>
                    <a:gd name="connsiteX3" fmla="*/ 86507 w 173013"/>
                    <a:gd name="connsiteY3" fmla="*/ 0 h 173013"/>
                    <a:gd name="connsiteX4" fmla="*/ 173014 w 173013"/>
                    <a:gd name="connsiteY4" fmla="*/ 86507 h 17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13" h="173013">
                      <a:moveTo>
                        <a:pt x="173014" y="86507"/>
                      </a:moveTo>
                      <a:cubicBezTo>
                        <a:pt x="173014" y="134284"/>
                        <a:pt x="134283" y="173014"/>
                        <a:pt x="86507" y="173014"/>
                      </a:cubicBezTo>
                      <a:cubicBezTo>
                        <a:pt x="38730" y="173014"/>
                        <a:pt x="0" y="134284"/>
                        <a:pt x="0" y="86507"/>
                      </a:cubicBezTo>
                      <a:cubicBezTo>
                        <a:pt x="0" y="38731"/>
                        <a:pt x="38730" y="0"/>
                        <a:pt x="86507" y="0"/>
                      </a:cubicBezTo>
                      <a:cubicBezTo>
                        <a:pt x="134283" y="0"/>
                        <a:pt x="173014" y="38730"/>
                        <a:pt x="173014" y="86507"/>
                      </a:cubicBezTo>
                      <a:close/>
                    </a:path>
                  </a:pathLst>
                </a:custGeom>
                <a:solidFill>
                  <a:srgbClr val="E98447"/>
                </a:solidFill>
                <a:ln w="8476" cap="flat">
                  <a:noFill/>
                  <a:prstDash val="solid"/>
                  <a:miter/>
                </a:ln>
              </p:spPr>
              <p:txBody>
                <a:bodyPr rtlCol="0" anchor="ctr"/>
                <a:lstStyle/>
                <a:p>
                  <a:endParaRPr lang="en-US">
                    <a:solidFill>
                      <a:schemeClr val="bg1"/>
                    </a:solidFill>
                  </a:endParaRPr>
                </a:p>
              </p:txBody>
            </p:sp>
            <p:sp>
              <p:nvSpPr>
                <p:cNvPr id="88" name="Freeform: Shape 295">
                  <a:extLst>
                    <a:ext uri="{FF2B5EF4-FFF2-40B4-BE49-F238E27FC236}">
                      <a16:creationId xmlns:a16="http://schemas.microsoft.com/office/drawing/2014/main" id="{C51F0520-B8EE-E3D0-03F8-17D72CBFC705}"/>
                    </a:ext>
                  </a:extLst>
                </p:cNvPr>
                <p:cNvSpPr/>
                <p:nvPr/>
              </p:nvSpPr>
              <p:spPr>
                <a:xfrm>
                  <a:off x="6988463" y="4153523"/>
                  <a:ext cx="151472" cy="151472"/>
                </a:xfrm>
                <a:custGeom>
                  <a:avLst/>
                  <a:gdLst>
                    <a:gd name="connsiteX0" fmla="*/ 151472 w 151472"/>
                    <a:gd name="connsiteY0" fmla="*/ 75736 h 151472"/>
                    <a:gd name="connsiteX1" fmla="*/ 75736 w 151472"/>
                    <a:gd name="connsiteY1" fmla="*/ 151472 h 151472"/>
                    <a:gd name="connsiteX2" fmla="*/ 0 w 151472"/>
                    <a:gd name="connsiteY2" fmla="*/ 75736 h 151472"/>
                    <a:gd name="connsiteX3" fmla="*/ 75736 w 151472"/>
                    <a:gd name="connsiteY3" fmla="*/ 0 h 151472"/>
                    <a:gd name="connsiteX4" fmla="*/ 151472 w 151472"/>
                    <a:gd name="connsiteY4" fmla="*/ 75736 h 15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72" h="151472">
                      <a:moveTo>
                        <a:pt x="151472" y="75736"/>
                      </a:moveTo>
                      <a:cubicBezTo>
                        <a:pt x="151472" y="117564"/>
                        <a:pt x="117564" y="151472"/>
                        <a:pt x="75736" y="151472"/>
                      </a:cubicBezTo>
                      <a:cubicBezTo>
                        <a:pt x="33909" y="151472"/>
                        <a:pt x="0" y="117564"/>
                        <a:pt x="0" y="75736"/>
                      </a:cubicBezTo>
                      <a:cubicBezTo>
                        <a:pt x="0" y="33908"/>
                        <a:pt x="33909" y="0"/>
                        <a:pt x="75736" y="0"/>
                      </a:cubicBezTo>
                      <a:cubicBezTo>
                        <a:pt x="117564" y="0"/>
                        <a:pt x="151472" y="33908"/>
                        <a:pt x="151472" y="75736"/>
                      </a:cubicBezTo>
                      <a:close/>
                    </a:path>
                  </a:pathLst>
                </a:custGeom>
                <a:solidFill>
                  <a:srgbClr val="ED9149"/>
                </a:solidFill>
                <a:ln w="8476" cap="flat">
                  <a:noFill/>
                  <a:prstDash val="solid"/>
                  <a:miter/>
                </a:ln>
              </p:spPr>
              <p:txBody>
                <a:bodyPr rtlCol="0" anchor="ctr"/>
                <a:lstStyle/>
                <a:p>
                  <a:endParaRPr lang="en-US">
                    <a:solidFill>
                      <a:schemeClr val="bg1"/>
                    </a:solidFill>
                  </a:endParaRPr>
                </a:p>
              </p:txBody>
            </p:sp>
            <p:sp>
              <p:nvSpPr>
                <p:cNvPr id="89" name="Freeform: Shape 296">
                  <a:extLst>
                    <a:ext uri="{FF2B5EF4-FFF2-40B4-BE49-F238E27FC236}">
                      <a16:creationId xmlns:a16="http://schemas.microsoft.com/office/drawing/2014/main" id="{1B392B8E-0A2C-ACD5-935A-BAB8DB25FCD5}"/>
                    </a:ext>
                  </a:extLst>
                </p:cNvPr>
                <p:cNvSpPr/>
                <p:nvPr/>
              </p:nvSpPr>
              <p:spPr>
                <a:xfrm>
                  <a:off x="6772874" y="4138682"/>
                  <a:ext cx="129760" cy="129760"/>
                </a:xfrm>
                <a:custGeom>
                  <a:avLst/>
                  <a:gdLst>
                    <a:gd name="connsiteX0" fmla="*/ 129760 w 129760"/>
                    <a:gd name="connsiteY0" fmla="*/ 64880 h 129760"/>
                    <a:gd name="connsiteX1" fmla="*/ 64880 w 129760"/>
                    <a:gd name="connsiteY1" fmla="*/ 129760 h 129760"/>
                    <a:gd name="connsiteX2" fmla="*/ -1 w 129760"/>
                    <a:gd name="connsiteY2" fmla="*/ 64880 h 129760"/>
                    <a:gd name="connsiteX3" fmla="*/ 64880 w 129760"/>
                    <a:gd name="connsiteY3" fmla="*/ 0 h 129760"/>
                    <a:gd name="connsiteX4" fmla="*/ 129760 w 129760"/>
                    <a:gd name="connsiteY4" fmla="*/ 64880 h 129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60" h="129760">
                      <a:moveTo>
                        <a:pt x="129760" y="64880"/>
                      </a:moveTo>
                      <a:cubicBezTo>
                        <a:pt x="129760" y="100712"/>
                        <a:pt x="100712" y="129760"/>
                        <a:pt x="64880" y="129760"/>
                      </a:cubicBezTo>
                      <a:cubicBezTo>
                        <a:pt x="29048" y="129760"/>
                        <a:pt x="-1" y="100712"/>
                        <a:pt x="-1" y="64880"/>
                      </a:cubicBezTo>
                      <a:cubicBezTo>
                        <a:pt x="-1" y="29048"/>
                        <a:pt x="29048" y="0"/>
                        <a:pt x="64880" y="0"/>
                      </a:cubicBezTo>
                      <a:cubicBezTo>
                        <a:pt x="100712" y="0"/>
                        <a:pt x="129760" y="29048"/>
                        <a:pt x="129760" y="64880"/>
                      </a:cubicBezTo>
                      <a:close/>
                    </a:path>
                  </a:pathLst>
                </a:custGeom>
                <a:solidFill>
                  <a:srgbClr val="F29F4A"/>
                </a:solidFill>
                <a:ln w="8476" cap="flat">
                  <a:noFill/>
                  <a:prstDash val="solid"/>
                  <a:miter/>
                </a:ln>
              </p:spPr>
              <p:txBody>
                <a:bodyPr rtlCol="0" anchor="ctr"/>
                <a:lstStyle/>
                <a:p>
                  <a:endParaRPr lang="en-US">
                    <a:solidFill>
                      <a:schemeClr val="bg1"/>
                    </a:solidFill>
                  </a:endParaRPr>
                </a:p>
              </p:txBody>
            </p:sp>
            <p:sp>
              <p:nvSpPr>
                <p:cNvPr id="90" name="Freeform: Shape 297">
                  <a:extLst>
                    <a:ext uri="{FF2B5EF4-FFF2-40B4-BE49-F238E27FC236}">
                      <a16:creationId xmlns:a16="http://schemas.microsoft.com/office/drawing/2014/main" id="{4B0DCCBA-B71E-89DE-3D90-49AA46E34341}"/>
                    </a:ext>
                  </a:extLst>
                </p:cNvPr>
                <p:cNvSpPr/>
                <p:nvPr/>
              </p:nvSpPr>
              <p:spPr>
                <a:xfrm>
                  <a:off x="6552705" y="4075158"/>
                  <a:ext cx="108218" cy="108218"/>
                </a:xfrm>
                <a:custGeom>
                  <a:avLst/>
                  <a:gdLst>
                    <a:gd name="connsiteX0" fmla="*/ 108218 w 108218"/>
                    <a:gd name="connsiteY0" fmla="*/ 54109 h 108218"/>
                    <a:gd name="connsiteX1" fmla="*/ 54109 w 108218"/>
                    <a:gd name="connsiteY1" fmla="*/ 108219 h 108218"/>
                    <a:gd name="connsiteX2" fmla="*/ 0 w 108218"/>
                    <a:gd name="connsiteY2" fmla="*/ 54109 h 108218"/>
                    <a:gd name="connsiteX3" fmla="*/ 54109 w 108218"/>
                    <a:gd name="connsiteY3" fmla="*/ 0 h 108218"/>
                    <a:gd name="connsiteX4" fmla="*/ 108218 w 108218"/>
                    <a:gd name="connsiteY4" fmla="*/ 54109 h 108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218" h="108218">
                      <a:moveTo>
                        <a:pt x="108218" y="54109"/>
                      </a:moveTo>
                      <a:cubicBezTo>
                        <a:pt x="108218" y="83993"/>
                        <a:pt x="83993" y="108219"/>
                        <a:pt x="54109" y="108219"/>
                      </a:cubicBezTo>
                      <a:cubicBezTo>
                        <a:pt x="24226" y="108219"/>
                        <a:pt x="0" y="83993"/>
                        <a:pt x="0" y="54109"/>
                      </a:cubicBezTo>
                      <a:cubicBezTo>
                        <a:pt x="0" y="24225"/>
                        <a:pt x="24226" y="0"/>
                        <a:pt x="54109" y="0"/>
                      </a:cubicBezTo>
                      <a:cubicBezTo>
                        <a:pt x="83993" y="0"/>
                        <a:pt x="108218" y="24225"/>
                        <a:pt x="108218" y="54109"/>
                      </a:cubicBezTo>
                      <a:close/>
                    </a:path>
                  </a:pathLst>
                </a:custGeom>
                <a:solidFill>
                  <a:srgbClr val="F6AC4C"/>
                </a:solidFill>
                <a:ln w="8476" cap="flat">
                  <a:noFill/>
                  <a:prstDash val="solid"/>
                  <a:miter/>
                </a:ln>
              </p:spPr>
              <p:txBody>
                <a:bodyPr rtlCol="0" anchor="ctr"/>
                <a:lstStyle/>
                <a:p>
                  <a:endParaRPr lang="en-US">
                    <a:solidFill>
                      <a:schemeClr val="bg1"/>
                    </a:solidFill>
                  </a:endParaRPr>
                </a:p>
              </p:txBody>
            </p:sp>
            <p:sp>
              <p:nvSpPr>
                <p:cNvPr id="91" name="Freeform: Shape 298">
                  <a:extLst>
                    <a:ext uri="{FF2B5EF4-FFF2-40B4-BE49-F238E27FC236}">
                      <a16:creationId xmlns:a16="http://schemas.microsoft.com/office/drawing/2014/main" id="{E44D3AF2-EB14-AA1D-046E-70FB9DD154AD}"/>
                    </a:ext>
                  </a:extLst>
                </p:cNvPr>
                <p:cNvSpPr/>
                <p:nvPr/>
              </p:nvSpPr>
              <p:spPr>
                <a:xfrm>
                  <a:off x="6338473" y="3950062"/>
                  <a:ext cx="86506" cy="86506"/>
                </a:xfrm>
                <a:custGeom>
                  <a:avLst/>
                  <a:gdLst>
                    <a:gd name="connsiteX0" fmla="*/ 86507 w 86506"/>
                    <a:gd name="connsiteY0" fmla="*/ 43254 h 86506"/>
                    <a:gd name="connsiteX1" fmla="*/ 43254 w 86506"/>
                    <a:gd name="connsiteY1" fmla="*/ 86507 h 86506"/>
                    <a:gd name="connsiteX2" fmla="*/ 0 w 86506"/>
                    <a:gd name="connsiteY2" fmla="*/ 43254 h 86506"/>
                    <a:gd name="connsiteX3" fmla="*/ 43254 w 86506"/>
                    <a:gd name="connsiteY3" fmla="*/ 0 h 86506"/>
                    <a:gd name="connsiteX4" fmla="*/ 86507 w 86506"/>
                    <a:gd name="connsiteY4" fmla="*/ 43254 h 86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6" h="86506">
                      <a:moveTo>
                        <a:pt x="86507" y="43254"/>
                      </a:moveTo>
                      <a:cubicBezTo>
                        <a:pt x="86507" y="67142"/>
                        <a:pt x="67142" y="86507"/>
                        <a:pt x="43254" y="86507"/>
                      </a:cubicBezTo>
                      <a:cubicBezTo>
                        <a:pt x="19365" y="86507"/>
                        <a:pt x="0" y="67142"/>
                        <a:pt x="0" y="43254"/>
                      </a:cubicBezTo>
                      <a:cubicBezTo>
                        <a:pt x="0" y="19365"/>
                        <a:pt x="19365" y="0"/>
                        <a:pt x="43254" y="0"/>
                      </a:cubicBezTo>
                      <a:cubicBezTo>
                        <a:pt x="67142" y="0"/>
                        <a:pt x="86507" y="19365"/>
                        <a:pt x="86507" y="43254"/>
                      </a:cubicBezTo>
                      <a:close/>
                    </a:path>
                  </a:pathLst>
                </a:custGeom>
                <a:solidFill>
                  <a:srgbClr val="FBBA4D"/>
                </a:solidFill>
                <a:ln w="8476" cap="flat">
                  <a:noFill/>
                  <a:prstDash val="solid"/>
                  <a:miter/>
                </a:ln>
              </p:spPr>
              <p:txBody>
                <a:bodyPr rtlCol="0" anchor="ctr"/>
                <a:lstStyle/>
                <a:p>
                  <a:endParaRPr lang="en-US">
                    <a:solidFill>
                      <a:schemeClr val="bg1"/>
                    </a:solidFill>
                  </a:endParaRPr>
                </a:p>
              </p:txBody>
            </p:sp>
            <p:sp>
              <p:nvSpPr>
                <p:cNvPr id="92" name="Freeform: Shape 299">
                  <a:extLst>
                    <a:ext uri="{FF2B5EF4-FFF2-40B4-BE49-F238E27FC236}">
                      <a16:creationId xmlns:a16="http://schemas.microsoft.com/office/drawing/2014/main" id="{74FA261A-F12C-619A-9D84-43F2718BB7CB}"/>
                    </a:ext>
                  </a:extLst>
                </p:cNvPr>
                <p:cNvSpPr/>
                <p:nvPr/>
              </p:nvSpPr>
              <p:spPr>
                <a:xfrm>
                  <a:off x="6148921" y="3818266"/>
                  <a:ext cx="64965" cy="64965"/>
                </a:xfrm>
                <a:custGeom>
                  <a:avLst/>
                  <a:gdLst>
                    <a:gd name="connsiteX0" fmla="*/ 64965 w 64965"/>
                    <a:gd name="connsiteY0" fmla="*/ 32483 h 64965"/>
                    <a:gd name="connsiteX1" fmla="*/ 32483 w 64965"/>
                    <a:gd name="connsiteY1" fmla="*/ 64965 h 64965"/>
                    <a:gd name="connsiteX2" fmla="*/ 0 w 64965"/>
                    <a:gd name="connsiteY2" fmla="*/ 32483 h 64965"/>
                    <a:gd name="connsiteX3" fmla="*/ 32483 w 64965"/>
                    <a:gd name="connsiteY3" fmla="*/ 0 h 64965"/>
                    <a:gd name="connsiteX4" fmla="*/ 64965 w 64965"/>
                    <a:gd name="connsiteY4" fmla="*/ 32483 h 6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5" h="64965">
                      <a:moveTo>
                        <a:pt x="64965" y="32483"/>
                      </a:moveTo>
                      <a:cubicBezTo>
                        <a:pt x="64965" y="50422"/>
                        <a:pt x="50423" y="64965"/>
                        <a:pt x="32483" y="64965"/>
                      </a:cubicBezTo>
                      <a:cubicBezTo>
                        <a:pt x="14543" y="64965"/>
                        <a:pt x="0" y="50422"/>
                        <a:pt x="0" y="32483"/>
                      </a:cubicBezTo>
                      <a:cubicBezTo>
                        <a:pt x="0" y="14543"/>
                        <a:pt x="14543" y="0"/>
                        <a:pt x="32483" y="0"/>
                      </a:cubicBezTo>
                      <a:cubicBezTo>
                        <a:pt x="50422" y="0"/>
                        <a:pt x="64965" y="14543"/>
                        <a:pt x="64965" y="32483"/>
                      </a:cubicBezTo>
                      <a:close/>
                    </a:path>
                  </a:pathLst>
                </a:custGeom>
                <a:solidFill>
                  <a:srgbClr val="FFC74F"/>
                </a:solidFill>
                <a:ln w="8476" cap="flat">
                  <a:noFill/>
                  <a:prstDash val="solid"/>
                  <a:miter/>
                </a:ln>
              </p:spPr>
              <p:txBody>
                <a:bodyPr rtlCol="0" anchor="ctr"/>
                <a:lstStyle/>
                <a:p>
                  <a:endParaRPr lang="en-US">
                    <a:solidFill>
                      <a:schemeClr val="bg1"/>
                    </a:solidFill>
                  </a:endParaRPr>
                </a:p>
              </p:txBody>
            </p:sp>
          </p:grpSp>
          <p:grpSp>
            <p:nvGrpSpPr>
              <p:cNvPr id="21" name="Graphic 4">
                <a:extLst>
                  <a:ext uri="{FF2B5EF4-FFF2-40B4-BE49-F238E27FC236}">
                    <a16:creationId xmlns:a16="http://schemas.microsoft.com/office/drawing/2014/main" id="{A1757112-66B8-C1B5-4A1A-B39BB67BE30E}"/>
                  </a:ext>
                </a:extLst>
              </p:cNvPr>
              <p:cNvGrpSpPr/>
              <p:nvPr/>
            </p:nvGrpSpPr>
            <p:grpSpPr>
              <a:xfrm>
                <a:off x="8008143" y="3218909"/>
                <a:ext cx="3491999" cy="1086086"/>
                <a:chOff x="8008143" y="3218909"/>
                <a:chExt cx="3491999" cy="1086086"/>
              </a:xfrm>
            </p:grpSpPr>
            <p:sp>
              <p:nvSpPr>
                <p:cNvPr id="59" name="Freeform: Shape 266">
                  <a:extLst>
                    <a:ext uri="{FF2B5EF4-FFF2-40B4-BE49-F238E27FC236}">
                      <a16:creationId xmlns:a16="http://schemas.microsoft.com/office/drawing/2014/main" id="{D59D4D85-CD3B-8ADA-ABD0-9C87061941EC}"/>
                    </a:ext>
                  </a:extLst>
                </p:cNvPr>
                <p:cNvSpPr/>
                <p:nvPr/>
              </p:nvSpPr>
              <p:spPr>
                <a:xfrm>
                  <a:off x="11359526" y="3496918"/>
                  <a:ext cx="140616" cy="140616"/>
                </a:xfrm>
                <a:custGeom>
                  <a:avLst/>
                  <a:gdLst>
                    <a:gd name="connsiteX0" fmla="*/ 140616 w 140616"/>
                    <a:gd name="connsiteY0" fmla="*/ 70308 h 140616"/>
                    <a:gd name="connsiteX1" fmla="*/ 70307 w 140616"/>
                    <a:gd name="connsiteY1" fmla="*/ 140616 h 140616"/>
                    <a:gd name="connsiteX2" fmla="*/ -1 w 140616"/>
                    <a:gd name="connsiteY2" fmla="*/ 70308 h 140616"/>
                    <a:gd name="connsiteX3" fmla="*/ 70307 w 140616"/>
                    <a:gd name="connsiteY3" fmla="*/ 0 h 140616"/>
                    <a:gd name="connsiteX4" fmla="*/ 140616 w 140616"/>
                    <a:gd name="connsiteY4" fmla="*/ 70308 h 14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16" h="140616">
                      <a:moveTo>
                        <a:pt x="140616" y="70308"/>
                      </a:moveTo>
                      <a:cubicBezTo>
                        <a:pt x="140616" y="109138"/>
                        <a:pt x="109138" y="140616"/>
                        <a:pt x="70307" y="140616"/>
                      </a:cubicBezTo>
                      <a:cubicBezTo>
                        <a:pt x="31477" y="140616"/>
                        <a:pt x="-1" y="109138"/>
                        <a:pt x="-1" y="70308"/>
                      </a:cubicBezTo>
                      <a:cubicBezTo>
                        <a:pt x="-1" y="31478"/>
                        <a:pt x="31477" y="0"/>
                        <a:pt x="70307" y="0"/>
                      </a:cubicBezTo>
                      <a:cubicBezTo>
                        <a:pt x="109138" y="0"/>
                        <a:pt x="140616" y="31478"/>
                        <a:pt x="140616" y="70308"/>
                      </a:cubicBezTo>
                      <a:close/>
                    </a:path>
                  </a:pathLst>
                </a:custGeom>
                <a:solidFill>
                  <a:srgbClr val="CD3333"/>
                </a:solidFill>
                <a:ln w="8476" cap="flat">
                  <a:noFill/>
                  <a:prstDash val="solid"/>
                  <a:miter/>
                </a:ln>
              </p:spPr>
              <p:txBody>
                <a:bodyPr rtlCol="0" anchor="ctr"/>
                <a:lstStyle/>
                <a:p>
                  <a:endParaRPr lang="en-US">
                    <a:solidFill>
                      <a:schemeClr val="bg1"/>
                    </a:solidFill>
                  </a:endParaRPr>
                </a:p>
              </p:txBody>
            </p:sp>
            <p:sp>
              <p:nvSpPr>
                <p:cNvPr id="60" name="Freeform: Shape 267">
                  <a:extLst>
                    <a:ext uri="{FF2B5EF4-FFF2-40B4-BE49-F238E27FC236}">
                      <a16:creationId xmlns:a16="http://schemas.microsoft.com/office/drawing/2014/main" id="{2F4622B5-8606-3AF5-08E9-AA06D0EB6B2C}"/>
                    </a:ext>
                  </a:extLst>
                </p:cNvPr>
                <p:cNvSpPr/>
                <p:nvPr/>
              </p:nvSpPr>
              <p:spPr>
                <a:xfrm>
                  <a:off x="11145972" y="3381745"/>
                  <a:ext cx="152829" cy="152829"/>
                </a:xfrm>
                <a:custGeom>
                  <a:avLst/>
                  <a:gdLst>
                    <a:gd name="connsiteX0" fmla="*/ 152829 w 152829"/>
                    <a:gd name="connsiteY0" fmla="*/ 76415 h 152829"/>
                    <a:gd name="connsiteX1" fmla="*/ 76414 w 152829"/>
                    <a:gd name="connsiteY1" fmla="*/ 152829 h 152829"/>
                    <a:gd name="connsiteX2" fmla="*/ 0 w 152829"/>
                    <a:gd name="connsiteY2" fmla="*/ 76415 h 152829"/>
                    <a:gd name="connsiteX3" fmla="*/ 76414 w 152829"/>
                    <a:gd name="connsiteY3" fmla="*/ 0 h 152829"/>
                    <a:gd name="connsiteX4" fmla="*/ 152829 w 152829"/>
                    <a:gd name="connsiteY4" fmla="*/ 76415 h 152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829" h="152829">
                      <a:moveTo>
                        <a:pt x="152829" y="76415"/>
                      </a:moveTo>
                      <a:cubicBezTo>
                        <a:pt x="152829" y="118617"/>
                        <a:pt x="118617" y="152829"/>
                        <a:pt x="76414" y="152829"/>
                      </a:cubicBezTo>
                      <a:cubicBezTo>
                        <a:pt x="34212" y="152829"/>
                        <a:pt x="0" y="118617"/>
                        <a:pt x="0" y="76415"/>
                      </a:cubicBezTo>
                      <a:cubicBezTo>
                        <a:pt x="0" y="34212"/>
                        <a:pt x="34212" y="0"/>
                        <a:pt x="76414" y="0"/>
                      </a:cubicBezTo>
                      <a:cubicBezTo>
                        <a:pt x="118617" y="0"/>
                        <a:pt x="152829" y="34212"/>
                        <a:pt x="152829" y="76415"/>
                      </a:cubicBezTo>
                      <a:close/>
                    </a:path>
                  </a:pathLst>
                </a:custGeom>
                <a:solidFill>
                  <a:srgbClr val="CB3333"/>
                </a:solidFill>
                <a:ln w="8476" cap="flat">
                  <a:noFill/>
                  <a:prstDash val="solid"/>
                  <a:miter/>
                </a:ln>
              </p:spPr>
              <p:txBody>
                <a:bodyPr rtlCol="0" anchor="ctr"/>
                <a:lstStyle/>
                <a:p>
                  <a:endParaRPr lang="en-US">
                    <a:solidFill>
                      <a:schemeClr val="bg1"/>
                    </a:solidFill>
                  </a:endParaRPr>
                </a:p>
              </p:txBody>
            </p:sp>
            <p:sp>
              <p:nvSpPr>
                <p:cNvPr id="61" name="Freeform: Shape 268">
                  <a:extLst>
                    <a:ext uri="{FF2B5EF4-FFF2-40B4-BE49-F238E27FC236}">
                      <a16:creationId xmlns:a16="http://schemas.microsoft.com/office/drawing/2014/main" id="{145156BA-B840-7CA8-0B70-7929602DA3AA}"/>
                    </a:ext>
                  </a:extLst>
                </p:cNvPr>
                <p:cNvSpPr/>
                <p:nvPr/>
              </p:nvSpPr>
              <p:spPr>
                <a:xfrm>
                  <a:off x="10934115" y="3286673"/>
                  <a:ext cx="164872" cy="164872"/>
                </a:xfrm>
                <a:custGeom>
                  <a:avLst/>
                  <a:gdLst>
                    <a:gd name="connsiteX0" fmla="*/ 164872 w 164872"/>
                    <a:gd name="connsiteY0" fmla="*/ 82436 h 164872"/>
                    <a:gd name="connsiteX1" fmla="*/ 82437 w 164872"/>
                    <a:gd name="connsiteY1" fmla="*/ 164872 h 164872"/>
                    <a:gd name="connsiteX2" fmla="*/ 1 w 164872"/>
                    <a:gd name="connsiteY2" fmla="*/ 82436 h 164872"/>
                    <a:gd name="connsiteX3" fmla="*/ 82437 w 164872"/>
                    <a:gd name="connsiteY3" fmla="*/ 0 h 164872"/>
                    <a:gd name="connsiteX4" fmla="*/ 164872 w 164872"/>
                    <a:gd name="connsiteY4" fmla="*/ 82436 h 164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72" h="164872">
                      <a:moveTo>
                        <a:pt x="164872" y="82436"/>
                      </a:moveTo>
                      <a:cubicBezTo>
                        <a:pt x="164872" y="127964"/>
                        <a:pt x="127964" y="164872"/>
                        <a:pt x="82437" y="164872"/>
                      </a:cubicBezTo>
                      <a:cubicBezTo>
                        <a:pt x="36909" y="164872"/>
                        <a:pt x="1" y="127964"/>
                        <a:pt x="1" y="82436"/>
                      </a:cubicBezTo>
                      <a:cubicBezTo>
                        <a:pt x="1" y="36908"/>
                        <a:pt x="36909" y="0"/>
                        <a:pt x="82437" y="0"/>
                      </a:cubicBezTo>
                      <a:cubicBezTo>
                        <a:pt x="127964" y="0"/>
                        <a:pt x="164872" y="36908"/>
                        <a:pt x="164872" y="82436"/>
                      </a:cubicBezTo>
                      <a:close/>
                    </a:path>
                  </a:pathLst>
                </a:custGeom>
                <a:solidFill>
                  <a:srgbClr val="C93232"/>
                </a:solidFill>
                <a:ln w="8476" cap="flat">
                  <a:noFill/>
                  <a:prstDash val="solid"/>
                  <a:miter/>
                </a:ln>
              </p:spPr>
              <p:txBody>
                <a:bodyPr rtlCol="0" anchor="ctr"/>
                <a:lstStyle/>
                <a:p>
                  <a:endParaRPr lang="en-US">
                    <a:solidFill>
                      <a:schemeClr val="bg1"/>
                    </a:solidFill>
                  </a:endParaRPr>
                </a:p>
              </p:txBody>
            </p:sp>
            <p:sp>
              <p:nvSpPr>
                <p:cNvPr id="62" name="Freeform: Shape 269">
                  <a:extLst>
                    <a:ext uri="{FF2B5EF4-FFF2-40B4-BE49-F238E27FC236}">
                      <a16:creationId xmlns:a16="http://schemas.microsoft.com/office/drawing/2014/main" id="{089CA389-3A4D-9521-D909-B85DD33BA190}"/>
                    </a:ext>
                  </a:extLst>
                </p:cNvPr>
                <p:cNvSpPr/>
                <p:nvPr/>
              </p:nvSpPr>
              <p:spPr>
                <a:xfrm>
                  <a:off x="10721240" y="3233581"/>
                  <a:ext cx="177084" cy="177084"/>
                </a:xfrm>
                <a:custGeom>
                  <a:avLst/>
                  <a:gdLst>
                    <a:gd name="connsiteX0" fmla="*/ 177085 w 177084"/>
                    <a:gd name="connsiteY0" fmla="*/ 88542 h 177084"/>
                    <a:gd name="connsiteX1" fmla="*/ 88543 w 177084"/>
                    <a:gd name="connsiteY1" fmla="*/ 177085 h 177084"/>
                    <a:gd name="connsiteX2" fmla="*/ 1 w 177084"/>
                    <a:gd name="connsiteY2" fmla="*/ 88542 h 177084"/>
                    <a:gd name="connsiteX3" fmla="*/ 88543 w 177084"/>
                    <a:gd name="connsiteY3" fmla="*/ 0 h 177084"/>
                    <a:gd name="connsiteX4" fmla="*/ 177085 w 177084"/>
                    <a:gd name="connsiteY4" fmla="*/ 88542 h 177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84" h="177084">
                      <a:moveTo>
                        <a:pt x="177085" y="88542"/>
                      </a:moveTo>
                      <a:cubicBezTo>
                        <a:pt x="177085" y="137443"/>
                        <a:pt x="137443" y="177085"/>
                        <a:pt x="88543" y="177085"/>
                      </a:cubicBezTo>
                      <a:cubicBezTo>
                        <a:pt x="39642" y="177085"/>
                        <a:pt x="1" y="137443"/>
                        <a:pt x="1" y="88542"/>
                      </a:cubicBezTo>
                      <a:cubicBezTo>
                        <a:pt x="1" y="39642"/>
                        <a:pt x="39643" y="0"/>
                        <a:pt x="88543" y="0"/>
                      </a:cubicBezTo>
                      <a:cubicBezTo>
                        <a:pt x="137444" y="0"/>
                        <a:pt x="177085" y="39642"/>
                        <a:pt x="177085" y="88542"/>
                      </a:cubicBezTo>
                      <a:close/>
                    </a:path>
                  </a:pathLst>
                </a:custGeom>
                <a:solidFill>
                  <a:srgbClr val="C73232"/>
                </a:solidFill>
                <a:ln w="8476" cap="flat">
                  <a:noFill/>
                  <a:prstDash val="solid"/>
                  <a:miter/>
                </a:ln>
              </p:spPr>
              <p:txBody>
                <a:bodyPr rtlCol="0" anchor="ctr"/>
                <a:lstStyle/>
                <a:p>
                  <a:endParaRPr lang="en-US">
                    <a:solidFill>
                      <a:schemeClr val="bg1"/>
                    </a:solidFill>
                  </a:endParaRPr>
                </a:p>
              </p:txBody>
            </p:sp>
            <p:sp>
              <p:nvSpPr>
                <p:cNvPr id="63" name="Freeform: Shape 270">
                  <a:extLst>
                    <a:ext uri="{FF2B5EF4-FFF2-40B4-BE49-F238E27FC236}">
                      <a16:creationId xmlns:a16="http://schemas.microsoft.com/office/drawing/2014/main" id="{E77464DA-A709-7FA6-D475-74487DBED67F}"/>
                    </a:ext>
                  </a:extLst>
                </p:cNvPr>
                <p:cNvSpPr/>
                <p:nvPr/>
              </p:nvSpPr>
              <p:spPr>
                <a:xfrm>
                  <a:off x="10487840" y="3218909"/>
                  <a:ext cx="189297" cy="189297"/>
                </a:xfrm>
                <a:custGeom>
                  <a:avLst/>
                  <a:gdLst>
                    <a:gd name="connsiteX0" fmla="*/ 189298 w 189297"/>
                    <a:gd name="connsiteY0" fmla="*/ 94649 h 189297"/>
                    <a:gd name="connsiteX1" fmla="*/ 94649 w 189297"/>
                    <a:gd name="connsiteY1" fmla="*/ 189298 h 189297"/>
                    <a:gd name="connsiteX2" fmla="*/ 0 w 189297"/>
                    <a:gd name="connsiteY2" fmla="*/ 94649 h 189297"/>
                    <a:gd name="connsiteX3" fmla="*/ 94649 w 189297"/>
                    <a:gd name="connsiteY3" fmla="*/ 0 h 189297"/>
                    <a:gd name="connsiteX4" fmla="*/ 189298 w 189297"/>
                    <a:gd name="connsiteY4" fmla="*/ 94649 h 189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297" h="189297">
                      <a:moveTo>
                        <a:pt x="189298" y="94649"/>
                      </a:moveTo>
                      <a:cubicBezTo>
                        <a:pt x="189298" y="146922"/>
                        <a:pt x="146923" y="189298"/>
                        <a:pt x="94649" y="189298"/>
                      </a:cubicBezTo>
                      <a:cubicBezTo>
                        <a:pt x="42376" y="189298"/>
                        <a:pt x="0" y="146922"/>
                        <a:pt x="0" y="94649"/>
                      </a:cubicBezTo>
                      <a:cubicBezTo>
                        <a:pt x="0" y="42376"/>
                        <a:pt x="42375" y="0"/>
                        <a:pt x="94649" y="0"/>
                      </a:cubicBezTo>
                      <a:cubicBezTo>
                        <a:pt x="146922" y="0"/>
                        <a:pt x="189298" y="42376"/>
                        <a:pt x="189298" y="94649"/>
                      </a:cubicBezTo>
                      <a:close/>
                    </a:path>
                  </a:pathLst>
                </a:custGeom>
                <a:solidFill>
                  <a:srgbClr val="C53131"/>
                </a:solidFill>
                <a:ln w="8476" cap="flat">
                  <a:noFill/>
                  <a:prstDash val="solid"/>
                  <a:miter/>
                </a:ln>
              </p:spPr>
              <p:txBody>
                <a:bodyPr rtlCol="0" anchor="ctr"/>
                <a:lstStyle/>
                <a:p>
                  <a:endParaRPr lang="en-US">
                    <a:solidFill>
                      <a:schemeClr val="bg1"/>
                    </a:solidFill>
                  </a:endParaRPr>
                </a:p>
              </p:txBody>
            </p:sp>
            <p:sp>
              <p:nvSpPr>
                <p:cNvPr id="64" name="Freeform: Shape 271">
                  <a:extLst>
                    <a:ext uri="{FF2B5EF4-FFF2-40B4-BE49-F238E27FC236}">
                      <a16:creationId xmlns:a16="http://schemas.microsoft.com/office/drawing/2014/main" id="{D2C67309-2BD6-47E2-371E-3EFA78A8FA93}"/>
                    </a:ext>
                  </a:extLst>
                </p:cNvPr>
                <p:cNvSpPr/>
                <p:nvPr/>
              </p:nvSpPr>
              <p:spPr>
                <a:xfrm>
                  <a:off x="10248250" y="3247829"/>
                  <a:ext cx="201340" cy="201340"/>
                </a:xfrm>
                <a:custGeom>
                  <a:avLst/>
                  <a:gdLst>
                    <a:gd name="connsiteX0" fmla="*/ 201340 w 201340"/>
                    <a:gd name="connsiteY0" fmla="*/ 100670 h 201340"/>
                    <a:gd name="connsiteX1" fmla="*/ 100670 w 201340"/>
                    <a:gd name="connsiteY1" fmla="*/ 201341 h 201340"/>
                    <a:gd name="connsiteX2" fmla="*/ 0 w 201340"/>
                    <a:gd name="connsiteY2" fmla="*/ 100670 h 201340"/>
                    <a:gd name="connsiteX3" fmla="*/ 100670 w 201340"/>
                    <a:gd name="connsiteY3" fmla="*/ 0 h 201340"/>
                    <a:gd name="connsiteX4" fmla="*/ 201340 w 201340"/>
                    <a:gd name="connsiteY4" fmla="*/ 100670 h 201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40" h="201340">
                      <a:moveTo>
                        <a:pt x="201340" y="100670"/>
                      </a:moveTo>
                      <a:cubicBezTo>
                        <a:pt x="201340" y="156269"/>
                        <a:pt x="156269" y="201341"/>
                        <a:pt x="100670" y="201341"/>
                      </a:cubicBezTo>
                      <a:cubicBezTo>
                        <a:pt x="45071" y="201341"/>
                        <a:pt x="0" y="156269"/>
                        <a:pt x="0" y="100670"/>
                      </a:cubicBezTo>
                      <a:cubicBezTo>
                        <a:pt x="0" y="45072"/>
                        <a:pt x="45071" y="0"/>
                        <a:pt x="100670" y="0"/>
                      </a:cubicBezTo>
                      <a:cubicBezTo>
                        <a:pt x="156269" y="0"/>
                        <a:pt x="201340" y="45072"/>
                        <a:pt x="201340" y="100670"/>
                      </a:cubicBezTo>
                      <a:close/>
                    </a:path>
                  </a:pathLst>
                </a:custGeom>
                <a:solidFill>
                  <a:srgbClr val="C33131"/>
                </a:solidFill>
                <a:ln w="8476" cap="flat">
                  <a:noFill/>
                  <a:prstDash val="solid"/>
                  <a:miter/>
                </a:ln>
              </p:spPr>
              <p:txBody>
                <a:bodyPr rtlCol="0" anchor="ctr"/>
                <a:lstStyle/>
                <a:p>
                  <a:endParaRPr lang="en-US">
                    <a:solidFill>
                      <a:schemeClr val="bg1"/>
                    </a:solidFill>
                  </a:endParaRPr>
                </a:p>
              </p:txBody>
            </p:sp>
            <p:sp>
              <p:nvSpPr>
                <p:cNvPr id="65" name="Freeform: Shape 272">
                  <a:extLst>
                    <a:ext uri="{FF2B5EF4-FFF2-40B4-BE49-F238E27FC236}">
                      <a16:creationId xmlns:a16="http://schemas.microsoft.com/office/drawing/2014/main" id="{E59D0BA7-9E6E-1E40-87FE-074E2EE60890}"/>
                    </a:ext>
                  </a:extLst>
                </p:cNvPr>
                <p:cNvSpPr/>
                <p:nvPr/>
              </p:nvSpPr>
              <p:spPr>
                <a:xfrm>
                  <a:off x="10016547" y="3325177"/>
                  <a:ext cx="213553" cy="213553"/>
                </a:xfrm>
                <a:custGeom>
                  <a:avLst/>
                  <a:gdLst>
                    <a:gd name="connsiteX0" fmla="*/ 213553 w 213553"/>
                    <a:gd name="connsiteY0" fmla="*/ 106777 h 213553"/>
                    <a:gd name="connsiteX1" fmla="*/ 106777 w 213553"/>
                    <a:gd name="connsiteY1" fmla="*/ 213554 h 213553"/>
                    <a:gd name="connsiteX2" fmla="*/ 0 w 213553"/>
                    <a:gd name="connsiteY2" fmla="*/ 106777 h 213553"/>
                    <a:gd name="connsiteX3" fmla="*/ 106777 w 213553"/>
                    <a:gd name="connsiteY3" fmla="*/ 0 h 213553"/>
                    <a:gd name="connsiteX4" fmla="*/ 213553 w 213553"/>
                    <a:gd name="connsiteY4" fmla="*/ 106777 h 21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53" h="213553">
                      <a:moveTo>
                        <a:pt x="213553" y="106777"/>
                      </a:moveTo>
                      <a:cubicBezTo>
                        <a:pt x="213553" y="165748"/>
                        <a:pt x="165748" y="213554"/>
                        <a:pt x="106777" y="213554"/>
                      </a:cubicBezTo>
                      <a:cubicBezTo>
                        <a:pt x="47806" y="213554"/>
                        <a:pt x="0" y="165748"/>
                        <a:pt x="0" y="106777"/>
                      </a:cubicBezTo>
                      <a:cubicBezTo>
                        <a:pt x="0" y="47806"/>
                        <a:pt x="47806" y="0"/>
                        <a:pt x="106777" y="0"/>
                      </a:cubicBezTo>
                      <a:cubicBezTo>
                        <a:pt x="165748" y="0"/>
                        <a:pt x="213553" y="47806"/>
                        <a:pt x="213553" y="106777"/>
                      </a:cubicBezTo>
                      <a:close/>
                    </a:path>
                  </a:pathLst>
                </a:custGeom>
                <a:solidFill>
                  <a:srgbClr val="C13030"/>
                </a:solidFill>
                <a:ln w="8476" cap="flat">
                  <a:noFill/>
                  <a:prstDash val="solid"/>
                  <a:miter/>
                </a:ln>
              </p:spPr>
              <p:txBody>
                <a:bodyPr rtlCol="0" anchor="ctr"/>
                <a:lstStyle/>
                <a:p>
                  <a:endParaRPr lang="en-US">
                    <a:solidFill>
                      <a:schemeClr val="bg1"/>
                    </a:solidFill>
                  </a:endParaRPr>
                </a:p>
              </p:txBody>
            </p:sp>
            <p:sp>
              <p:nvSpPr>
                <p:cNvPr id="66" name="Freeform: Shape 273">
                  <a:extLst>
                    <a:ext uri="{FF2B5EF4-FFF2-40B4-BE49-F238E27FC236}">
                      <a16:creationId xmlns:a16="http://schemas.microsoft.com/office/drawing/2014/main" id="{D6FCB896-3BF1-9412-290F-B04D6531D76E}"/>
                    </a:ext>
                  </a:extLst>
                </p:cNvPr>
                <p:cNvSpPr/>
                <p:nvPr/>
              </p:nvSpPr>
              <p:spPr>
                <a:xfrm>
                  <a:off x="9807319" y="3455955"/>
                  <a:ext cx="225766" cy="225766"/>
                </a:xfrm>
                <a:custGeom>
                  <a:avLst/>
                  <a:gdLst>
                    <a:gd name="connsiteX0" fmla="*/ 225766 w 225766"/>
                    <a:gd name="connsiteY0" fmla="*/ 112883 h 225766"/>
                    <a:gd name="connsiteX1" fmla="*/ 112882 w 225766"/>
                    <a:gd name="connsiteY1" fmla="*/ 225766 h 225766"/>
                    <a:gd name="connsiteX2" fmla="*/ -1 w 225766"/>
                    <a:gd name="connsiteY2" fmla="*/ 112883 h 225766"/>
                    <a:gd name="connsiteX3" fmla="*/ 112882 w 225766"/>
                    <a:gd name="connsiteY3" fmla="*/ 0 h 225766"/>
                    <a:gd name="connsiteX4" fmla="*/ 225766 w 225766"/>
                    <a:gd name="connsiteY4" fmla="*/ 112883 h 225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66" h="225766">
                      <a:moveTo>
                        <a:pt x="225766" y="112883"/>
                      </a:moveTo>
                      <a:cubicBezTo>
                        <a:pt x="225766" y="175227"/>
                        <a:pt x="175226" y="225766"/>
                        <a:pt x="112882" y="225766"/>
                      </a:cubicBezTo>
                      <a:cubicBezTo>
                        <a:pt x="50538" y="225766"/>
                        <a:pt x="-1" y="175227"/>
                        <a:pt x="-1" y="112883"/>
                      </a:cubicBezTo>
                      <a:cubicBezTo>
                        <a:pt x="-1" y="50539"/>
                        <a:pt x="50538" y="0"/>
                        <a:pt x="112882" y="0"/>
                      </a:cubicBezTo>
                      <a:cubicBezTo>
                        <a:pt x="175226" y="0"/>
                        <a:pt x="225766" y="50539"/>
                        <a:pt x="225766" y="112883"/>
                      </a:cubicBezTo>
                      <a:close/>
                    </a:path>
                  </a:pathLst>
                </a:custGeom>
                <a:solidFill>
                  <a:srgbClr val="BF3030"/>
                </a:solidFill>
                <a:ln w="8476" cap="flat">
                  <a:noFill/>
                  <a:prstDash val="solid"/>
                  <a:miter/>
                </a:ln>
              </p:spPr>
              <p:txBody>
                <a:bodyPr rtlCol="0" anchor="ctr"/>
                <a:lstStyle/>
                <a:p>
                  <a:endParaRPr lang="en-US">
                    <a:solidFill>
                      <a:schemeClr val="bg1"/>
                    </a:solidFill>
                  </a:endParaRPr>
                </a:p>
              </p:txBody>
            </p:sp>
            <p:sp>
              <p:nvSpPr>
                <p:cNvPr id="67" name="Freeform: Shape 274">
                  <a:extLst>
                    <a:ext uri="{FF2B5EF4-FFF2-40B4-BE49-F238E27FC236}">
                      <a16:creationId xmlns:a16="http://schemas.microsoft.com/office/drawing/2014/main" id="{FD471E8D-810F-6826-5AE3-DDE382826843}"/>
                    </a:ext>
                  </a:extLst>
                </p:cNvPr>
                <p:cNvSpPr/>
                <p:nvPr/>
              </p:nvSpPr>
              <p:spPr>
                <a:xfrm>
                  <a:off x="9634814" y="3645252"/>
                  <a:ext cx="237979" cy="237979"/>
                </a:xfrm>
                <a:custGeom>
                  <a:avLst/>
                  <a:gdLst>
                    <a:gd name="connsiteX0" fmla="*/ 237979 w 237979"/>
                    <a:gd name="connsiteY0" fmla="*/ 118990 h 237979"/>
                    <a:gd name="connsiteX1" fmla="*/ 118989 w 237979"/>
                    <a:gd name="connsiteY1" fmla="*/ 237979 h 237979"/>
                    <a:gd name="connsiteX2" fmla="*/ -1 w 237979"/>
                    <a:gd name="connsiteY2" fmla="*/ 118990 h 237979"/>
                    <a:gd name="connsiteX3" fmla="*/ 118989 w 237979"/>
                    <a:gd name="connsiteY3" fmla="*/ 0 h 237979"/>
                    <a:gd name="connsiteX4" fmla="*/ 237979 w 237979"/>
                    <a:gd name="connsiteY4" fmla="*/ 118990 h 237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979" h="237979">
                      <a:moveTo>
                        <a:pt x="237979" y="118990"/>
                      </a:moveTo>
                      <a:cubicBezTo>
                        <a:pt x="237979" y="184706"/>
                        <a:pt x="184705" y="237979"/>
                        <a:pt x="118989" y="237979"/>
                      </a:cubicBezTo>
                      <a:cubicBezTo>
                        <a:pt x="53273" y="237979"/>
                        <a:pt x="-1" y="184706"/>
                        <a:pt x="-1" y="118990"/>
                      </a:cubicBezTo>
                      <a:cubicBezTo>
                        <a:pt x="-1" y="53273"/>
                        <a:pt x="53273" y="0"/>
                        <a:pt x="118989" y="0"/>
                      </a:cubicBezTo>
                      <a:cubicBezTo>
                        <a:pt x="184705" y="0"/>
                        <a:pt x="237979" y="53273"/>
                        <a:pt x="237979" y="118990"/>
                      </a:cubicBezTo>
                      <a:close/>
                    </a:path>
                  </a:pathLst>
                </a:custGeom>
                <a:solidFill>
                  <a:srgbClr val="BD2F2F"/>
                </a:solidFill>
                <a:ln w="8476" cap="flat">
                  <a:noFill/>
                  <a:prstDash val="solid"/>
                  <a:miter/>
                </a:ln>
              </p:spPr>
              <p:txBody>
                <a:bodyPr rtlCol="0" anchor="ctr"/>
                <a:lstStyle/>
                <a:p>
                  <a:endParaRPr lang="en-US">
                    <a:solidFill>
                      <a:schemeClr val="bg1"/>
                    </a:solidFill>
                  </a:endParaRPr>
                </a:p>
              </p:txBody>
            </p:sp>
            <p:sp>
              <p:nvSpPr>
                <p:cNvPr id="68" name="Freeform: Shape 275">
                  <a:extLst>
                    <a:ext uri="{FF2B5EF4-FFF2-40B4-BE49-F238E27FC236}">
                      <a16:creationId xmlns:a16="http://schemas.microsoft.com/office/drawing/2014/main" id="{2BEC2C36-E7DD-49AF-35D0-3D04088C0700}"/>
                    </a:ext>
                  </a:extLst>
                </p:cNvPr>
                <p:cNvSpPr/>
                <p:nvPr/>
              </p:nvSpPr>
              <p:spPr>
                <a:xfrm>
                  <a:off x="9473503" y="3865591"/>
                  <a:ext cx="216267" cy="216267"/>
                </a:xfrm>
                <a:custGeom>
                  <a:avLst/>
                  <a:gdLst>
                    <a:gd name="connsiteX0" fmla="*/ 216267 w 216267"/>
                    <a:gd name="connsiteY0" fmla="*/ 108134 h 216267"/>
                    <a:gd name="connsiteX1" fmla="*/ 108134 w 216267"/>
                    <a:gd name="connsiteY1" fmla="*/ 216268 h 216267"/>
                    <a:gd name="connsiteX2" fmla="*/ 0 w 216267"/>
                    <a:gd name="connsiteY2" fmla="*/ 108134 h 216267"/>
                    <a:gd name="connsiteX3" fmla="*/ 108134 w 216267"/>
                    <a:gd name="connsiteY3" fmla="*/ 0 h 216267"/>
                    <a:gd name="connsiteX4" fmla="*/ 216267 w 216267"/>
                    <a:gd name="connsiteY4" fmla="*/ 108134 h 216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67" h="216267">
                      <a:moveTo>
                        <a:pt x="216267" y="108134"/>
                      </a:moveTo>
                      <a:cubicBezTo>
                        <a:pt x="216267" y="167854"/>
                        <a:pt x="167854" y="216268"/>
                        <a:pt x="108134" y="216268"/>
                      </a:cubicBezTo>
                      <a:cubicBezTo>
                        <a:pt x="48413" y="216268"/>
                        <a:pt x="0" y="167854"/>
                        <a:pt x="0" y="108134"/>
                      </a:cubicBezTo>
                      <a:cubicBezTo>
                        <a:pt x="0" y="48413"/>
                        <a:pt x="48413" y="0"/>
                        <a:pt x="108134" y="0"/>
                      </a:cubicBezTo>
                      <a:cubicBezTo>
                        <a:pt x="167854" y="0"/>
                        <a:pt x="216267" y="48413"/>
                        <a:pt x="216267" y="108134"/>
                      </a:cubicBezTo>
                      <a:close/>
                    </a:path>
                  </a:pathLst>
                </a:custGeom>
                <a:solidFill>
                  <a:srgbClr val="C53733"/>
                </a:solidFill>
                <a:ln w="8476" cap="flat">
                  <a:noFill/>
                  <a:prstDash val="solid"/>
                  <a:miter/>
                </a:ln>
              </p:spPr>
              <p:txBody>
                <a:bodyPr rtlCol="0" anchor="ctr"/>
                <a:lstStyle/>
                <a:p>
                  <a:endParaRPr lang="en-US">
                    <a:solidFill>
                      <a:schemeClr val="bg1"/>
                    </a:solidFill>
                  </a:endParaRPr>
                </a:p>
              </p:txBody>
            </p:sp>
            <p:sp>
              <p:nvSpPr>
                <p:cNvPr id="69" name="Freeform: Shape 276">
                  <a:extLst>
                    <a:ext uri="{FF2B5EF4-FFF2-40B4-BE49-F238E27FC236}">
                      <a16:creationId xmlns:a16="http://schemas.microsoft.com/office/drawing/2014/main" id="{6C995A72-F2E5-9852-E8FE-413DF069E9DF}"/>
                    </a:ext>
                  </a:extLst>
                </p:cNvPr>
                <p:cNvSpPr/>
                <p:nvPr/>
              </p:nvSpPr>
              <p:spPr>
                <a:xfrm>
                  <a:off x="9249094" y="4021049"/>
                  <a:ext cx="194725" cy="194725"/>
                </a:xfrm>
                <a:custGeom>
                  <a:avLst/>
                  <a:gdLst>
                    <a:gd name="connsiteX0" fmla="*/ 194725 w 194725"/>
                    <a:gd name="connsiteY0" fmla="*/ 97363 h 194725"/>
                    <a:gd name="connsiteX1" fmla="*/ 97363 w 194725"/>
                    <a:gd name="connsiteY1" fmla="*/ 194726 h 194725"/>
                    <a:gd name="connsiteX2" fmla="*/ 0 w 194725"/>
                    <a:gd name="connsiteY2" fmla="*/ 97363 h 194725"/>
                    <a:gd name="connsiteX3" fmla="*/ 97363 w 194725"/>
                    <a:gd name="connsiteY3" fmla="*/ 0 h 194725"/>
                    <a:gd name="connsiteX4" fmla="*/ 194725 w 194725"/>
                    <a:gd name="connsiteY4" fmla="*/ 97363 h 194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25" h="194725">
                      <a:moveTo>
                        <a:pt x="194725" y="97363"/>
                      </a:moveTo>
                      <a:cubicBezTo>
                        <a:pt x="194725" y="151135"/>
                        <a:pt x="151135" y="194726"/>
                        <a:pt x="97363" y="194726"/>
                      </a:cubicBezTo>
                      <a:cubicBezTo>
                        <a:pt x="43591" y="194726"/>
                        <a:pt x="0" y="151135"/>
                        <a:pt x="0" y="97363"/>
                      </a:cubicBezTo>
                      <a:cubicBezTo>
                        <a:pt x="0" y="43591"/>
                        <a:pt x="43591" y="0"/>
                        <a:pt x="97363" y="0"/>
                      </a:cubicBezTo>
                      <a:cubicBezTo>
                        <a:pt x="151135" y="0"/>
                        <a:pt x="194725" y="43591"/>
                        <a:pt x="194725" y="97363"/>
                      </a:cubicBezTo>
                      <a:close/>
                    </a:path>
                  </a:pathLst>
                </a:custGeom>
                <a:solidFill>
                  <a:srgbClr val="CD3F36"/>
                </a:solidFill>
                <a:ln w="8476" cap="flat">
                  <a:noFill/>
                  <a:prstDash val="solid"/>
                  <a:miter/>
                </a:ln>
              </p:spPr>
              <p:txBody>
                <a:bodyPr rtlCol="0" anchor="ctr"/>
                <a:lstStyle/>
                <a:p>
                  <a:endParaRPr lang="en-US">
                    <a:solidFill>
                      <a:schemeClr val="bg1"/>
                    </a:solidFill>
                  </a:endParaRPr>
                </a:p>
              </p:txBody>
            </p:sp>
            <p:sp>
              <p:nvSpPr>
                <p:cNvPr id="70" name="Freeform: Shape 277">
                  <a:extLst>
                    <a:ext uri="{FF2B5EF4-FFF2-40B4-BE49-F238E27FC236}">
                      <a16:creationId xmlns:a16="http://schemas.microsoft.com/office/drawing/2014/main" id="{46E5518A-326B-A565-A357-A31F34D6AB43}"/>
                    </a:ext>
                  </a:extLst>
                </p:cNvPr>
                <p:cNvSpPr/>
                <p:nvPr/>
              </p:nvSpPr>
              <p:spPr>
                <a:xfrm>
                  <a:off x="9039866" y="4115698"/>
                  <a:ext cx="173013" cy="173013"/>
                </a:xfrm>
                <a:custGeom>
                  <a:avLst/>
                  <a:gdLst>
                    <a:gd name="connsiteX0" fmla="*/ 173014 w 173013"/>
                    <a:gd name="connsiteY0" fmla="*/ 86507 h 173013"/>
                    <a:gd name="connsiteX1" fmla="*/ 86507 w 173013"/>
                    <a:gd name="connsiteY1" fmla="*/ 173014 h 173013"/>
                    <a:gd name="connsiteX2" fmla="*/ 0 w 173013"/>
                    <a:gd name="connsiteY2" fmla="*/ 86507 h 173013"/>
                    <a:gd name="connsiteX3" fmla="*/ 86507 w 173013"/>
                    <a:gd name="connsiteY3" fmla="*/ 0 h 173013"/>
                    <a:gd name="connsiteX4" fmla="*/ 173014 w 173013"/>
                    <a:gd name="connsiteY4" fmla="*/ 86507 h 17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13" h="173013">
                      <a:moveTo>
                        <a:pt x="173014" y="86507"/>
                      </a:moveTo>
                      <a:cubicBezTo>
                        <a:pt x="173014" y="134284"/>
                        <a:pt x="134284" y="173014"/>
                        <a:pt x="86507" y="173014"/>
                      </a:cubicBezTo>
                      <a:cubicBezTo>
                        <a:pt x="38731" y="173014"/>
                        <a:pt x="0" y="134284"/>
                        <a:pt x="0" y="86507"/>
                      </a:cubicBezTo>
                      <a:cubicBezTo>
                        <a:pt x="0" y="38731"/>
                        <a:pt x="38731" y="0"/>
                        <a:pt x="86507" y="0"/>
                      </a:cubicBezTo>
                      <a:cubicBezTo>
                        <a:pt x="134284" y="0"/>
                        <a:pt x="173014" y="38730"/>
                        <a:pt x="173014" y="86507"/>
                      </a:cubicBezTo>
                      <a:close/>
                    </a:path>
                  </a:pathLst>
                </a:custGeom>
                <a:solidFill>
                  <a:srgbClr val="D5463A"/>
                </a:solidFill>
                <a:ln w="8476" cap="flat">
                  <a:noFill/>
                  <a:prstDash val="solid"/>
                  <a:miter/>
                </a:ln>
              </p:spPr>
              <p:txBody>
                <a:bodyPr rtlCol="0" anchor="ctr"/>
                <a:lstStyle/>
                <a:p>
                  <a:endParaRPr lang="en-US">
                    <a:solidFill>
                      <a:schemeClr val="bg1"/>
                    </a:solidFill>
                  </a:endParaRPr>
                </a:p>
              </p:txBody>
            </p:sp>
            <p:sp>
              <p:nvSpPr>
                <p:cNvPr id="71" name="Freeform: Shape 278">
                  <a:extLst>
                    <a:ext uri="{FF2B5EF4-FFF2-40B4-BE49-F238E27FC236}">
                      <a16:creationId xmlns:a16="http://schemas.microsoft.com/office/drawing/2014/main" id="{617810D0-B907-EF66-72F8-6D15945D3B0C}"/>
                    </a:ext>
                  </a:extLst>
                </p:cNvPr>
                <p:cNvSpPr/>
                <p:nvPr/>
              </p:nvSpPr>
              <p:spPr>
                <a:xfrm>
                  <a:off x="8839204" y="4153523"/>
                  <a:ext cx="151472" cy="151472"/>
                </a:xfrm>
                <a:custGeom>
                  <a:avLst/>
                  <a:gdLst>
                    <a:gd name="connsiteX0" fmla="*/ 151472 w 151472"/>
                    <a:gd name="connsiteY0" fmla="*/ 75736 h 151472"/>
                    <a:gd name="connsiteX1" fmla="*/ 75736 w 151472"/>
                    <a:gd name="connsiteY1" fmla="*/ 151472 h 151472"/>
                    <a:gd name="connsiteX2" fmla="*/ 0 w 151472"/>
                    <a:gd name="connsiteY2" fmla="*/ 75736 h 151472"/>
                    <a:gd name="connsiteX3" fmla="*/ 75736 w 151472"/>
                    <a:gd name="connsiteY3" fmla="*/ 0 h 151472"/>
                    <a:gd name="connsiteX4" fmla="*/ 151472 w 151472"/>
                    <a:gd name="connsiteY4" fmla="*/ 75736 h 15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72" h="151472">
                      <a:moveTo>
                        <a:pt x="151472" y="75736"/>
                      </a:moveTo>
                      <a:cubicBezTo>
                        <a:pt x="151472" y="117564"/>
                        <a:pt x="117564" y="151472"/>
                        <a:pt x="75736" y="151472"/>
                      </a:cubicBezTo>
                      <a:cubicBezTo>
                        <a:pt x="33908" y="151472"/>
                        <a:pt x="0" y="117564"/>
                        <a:pt x="0" y="75736"/>
                      </a:cubicBezTo>
                      <a:cubicBezTo>
                        <a:pt x="0" y="33908"/>
                        <a:pt x="33908" y="0"/>
                        <a:pt x="75736" y="0"/>
                      </a:cubicBezTo>
                      <a:cubicBezTo>
                        <a:pt x="117564" y="0"/>
                        <a:pt x="151472" y="33908"/>
                        <a:pt x="151472" y="75736"/>
                      </a:cubicBezTo>
                      <a:close/>
                    </a:path>
                  </a:pathLst>
                </a:custGeom>
                <a:solidFill>
                  <a:srgbClr val="DE4E3D"/>
                </a:solidFill>
                <a:ln w="8476" cap="flat">
                  <a:noFill/>
                  <a:prstDash val="solid"/>
                  <a:miter/>
                </a:ln>
              </p:spPr>
              <p:txBody>
                <a:bodyPr rtlCol="0" anchor="ctr"/>
                <a:lstStyle/>
                <a:p>
                  <a:endParaRPr lang="en-US">
                    <a:solidFill>
                      <a:schemeClr val="bg1"/>
                    </a:solidFill>
                  </a:endParaRPr>
                </a:p>
              </p:txBody>
            </p:sp>
            <p:sp>
              <p:nvSpPr>
                <p:cNvPr id="72" name="Freeform: Shape 279">
                  <a:extLst>
                    <a:ext uri="{FF2B5EF4-FFF2-40B4-BE49-F238E27FC236}">
                      <a16:creationId xmlns:a16="http://schemas.microsoft.com/office/drawing/2014/main" id="{15F77E1E-D64D-1897-44F5-BE684145A627}"/>
                    </a:ext>
                  </a:extLst>
                </p:cNvPr>
                <p:cNvSpPr/>
                <p:nvPr/>
              </p:nvSpPr>
              <p:spPr>
                <a:xfrm>
                  <a:off x="8632096" y="4138682"/>
                  <a:ext cx="129760" cy="129760"/>
                </a:xfrm>
                <a:custGeom>
                  <a:avLst/>
                  <a:gdLst>
                    <a:gd name="connsiteX0" fmla="*/ 129761 w 129760"/>
                    <a:gd name="connsiteY0" fmla="*/ 64880 h 129760"/>
                    <a:gd name="connsiteX1" fmla="*/ 64880 w 129760"/>
                    <a:gd name="connsiteY1" fmla="*/ 129760 h 129760"/>
                    <a:gd name="connsiteX2" fmla="*/ 0 w 129760"/>
                    <a:gd name="connsiteY2" fmla="*/ 64880 h 129760"/>
                    <a:gd name="connsiteX3" fmla="*/ 64880 w 129760"/>
                    <a:gd name="connsiteY3" fmla="*/ 0 h 129760"/>
                    <a:gd name="connsiteX4" fmla="*/ 129761 w 129760"/>
                    <a:gd name="connsiteY4" fmla="*/ 64880 h 129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60" h="129760">
                      <a:moveTo>
                        <a:pt x="129761" y="64880"/>
                      </a:moveTo>
                      <a:cubicBezTo>
                        <a:pt x="129761" y="100712"/>
                        <a:pt x="100713" y="129760"/>
                        <a:pt x="64880" y="129760"/>
                      </a:cubicBezTo>
                      <a:cubicBezTo>
                        <a:pt x="29048" y="129760"/>
                        <a:pt x="0" y="100712"/>
                        <a:pt x="0" y="64880"/>
                      </a:cubicBezTo>
                      <a:cubicBezTo>
                        <a:pt x="0" y="29048"/>
                        <a:pt x="29048" y="0"/>
                        <a:pt x="64880" y="0"/>
                      </a:cubicBezTo>
                      <a:cubicBezTo>
                        <a:pt x="100713" y="0"/>
                        <a:pt x="129761" y="29048"/>
                        <a:pt x="129761" y="64880"/>
                      </a:cubicBezTo>
                      <a:close/>
                    </a:path>
                  </a:pathLst>
                </a:custGeom>
                <a:solidFill>
                  <a:srgbClr val="E65641"/>
                </a:solidFill>
                <a:ln w="8476" cap="flat">
                  <a:noFill/>
                  <a:prstDash val="solid"/>
                  <a:miter/>
                </a:ln>
              </p:spPr>
              <p:txBody>
                <a:bodyPr rtlCol="0" anchor="ctr"/>
                <a:lstStyle/>
                <a:p>
                  <a:endParaRPr lang="en-US">
                    <a:solidFill>
                      <a:schemeClr val="bg1"/>
                    </a:solidFill>
                  </a:endParaRPr>
                </a:p>
              </p:txBody>
            </p:sp>
            <p:sp>
              <p:nvSpPr>
                <p:cNvPr id="73" name="Freeform: Shape 280">
                  <a:extLst>
                    <a:ext uri="{FF2B5EF4-FFF2-40B4-BE49-F238E27FC236}">
                      <a16:creationId xmlns:a16="http://schemas.microsoft.com/office/drawing/2014/main" id="{F90A8811-EA6F-ECC6-E1F5-9D97E2FEF08B}"/>
                    </a:ext>
                  </a:extLst>
                </p:cNvPr>
                <p:cNvSpPr/>
                <p:nvPr/>
              </p:nvSpPr>
              <p:spPr>
                <a:xfrm>
                  <a:off x="8411927" y="4066677"/>
                  <a:ext cx="108218" cy="108218"/>
                </a:xfrm>
                <a:custGeom>
                  <a:avLst/>
                  <a:gdLst>
                    <a:gd name="connsiteX0" fmla="*/ 108219 w 108218"/>
                    <a:gd name="connsiteY0" fmla="*/ 54109 h 108218"/>
                    <a:gd name="connsiteX1" fmla="*/ 54109 w 108218"/>
                    <a:gd name="connsiteY1" fmla="*/ 108219 h 108218"/>
                    <a:gd name="connsiteX2" fmla="*/ 0 w 108218"/>
                    <a:gd name="connsiteY2" fmla="*/ 54109 h 108218"/>
                    <a:gd name="connsiteX3" fmla="*/ 54109 w 108218"/>
                    <a:gd name="connsiteY3" fmla="*/ 0 h 108218"/>
                    <a:gd name="connsiteX4" fmla="*/ 108219 w 108218"/>
                    <a:gd name="connsiteY4" fmla="*/ 54109 h 108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218" h="108218">
                      <a:moveTo>
                        <a:pt x="108219" y="54109"/>
                      </a:moveTo>
                      <a:cubicBezTo>
                        <a:pt x="108219" y="83993"/>
                        <a:pt x="83993" y="108219"/>
                        <a:pt x="54109" y="108219"/>
                      </a:cubicBezTo>
                      <a:cubicBezTo>
                        <a:pt x="24226" y="108219"/>
                        <a:pt x="0" y="83993"/>
                        <a:pt x="0" y="54109"/>
                      </a:cubicBezTo>
                      <a:cubicBezTo>
                        <a:pt x="0" y="24225"/>
                        <a:pt x="24226" y="0"/>
                        <a:pt x="54109" y="0"/>
                      </a:cubicBezTo>
                      <a:cubicBezTo>
                        <a:pt x="83993" y="0"/>
                        <a:pt x="108219" y="24225"/>
                        <a:pt x="108219" y="54109"/>
                      </a:cubicBezTo>
                      <a:close/>
                    </a:path>
                  </a:pathLst>
                </a:custGeom>
                <a:solidFill>
                  <a:srgbClr val="EE5E44"/>
                </a:solidFill>
                <a:ln w="8476" cap="flat">
                  <a:noFill/>
                  <a:prstDash val="solid"/>
                  <a:miter/>
                </a:ln>
              </p:spPr>
              <p:txBody>
                <a:bodyPr rtlCol="0" anchor="ctr"/>
                <a:lstStyle/>
                <a:p>
                  <a:endParaRPr lang="en-US">
                    <a:solidFill>
                      <a:schemeClr val="bg1"/>
                    </a:solidFill>
                  </a:endParaRPr>
                </a:p>
              </p:txBody>
            </p:sp>
            <p:sp>
              <p:nvSpPr>
                <p:cNvPr id="74" name="Freeform: Shape 281">
                  <a:extLst>
                    <a:ext uri="{FF2B5EF4-FFF2-40B4-BE49-F238E27FC236}">
                      <a16:creationId xmlns:a16="http://schemas.microsoft.com/office/drawing/2014/main" id="{08BE515E-4551-02FC-371E-47DEF49E32A7}"/>
                    </a:ext>
                  </a:extLst>
                </p:cNvPr>
                <p:cNvSpPr/>
                <p:nvPr/>
              </p:nvSpPr>
              <p:spPr>
                <a:xfrm>
                  <a:off x="8189299" y="3933100"/>
                  <a:ext cx="86506" cy="86506"/>
                </a:xfrm>
                <a:custGeom>
                  <a:avLst/>
                  <a:gdLst>
                    <a:gd name="connsiteX0" fmla="*/ 86507 w 86506"/>
                    <a:gd name="connsiteY0" fmla="*/ 43254 h 86506"/>
                    <a:gd name="connsiteX1" fmla="*/ 43254 w 86506"/>
                    <a:gd name="connsiteY1" fmla="*/ 86507 h 86506"/>
                    <a:gd name="connsiteX2" fmla="*/ 1 w 86506"/>
                    <a:gd name="connsiteY2" fmla="*/ 43254 h 86506"/>
                    <a:gd name="connsiteX3" fmla="*/ 43254 w 86506"/>
                    <a:gd name="connsiteY3" fmla="*/ 0 h 86506"/>
                    <a:gd name="connsiteX4" fmla="*/ 86507 w 86506"/>
                    <a:gd name="connsiteY4" fmla="*/ 43254 h 86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6" h="86506">
                      <a:moveTo>
                        <a:pt x="86507" y="43254"/>
                      </a:moveTo>
                      <a:cubicBezTo>
                        <a:pt x="86507" y="67142"/>
                        <a:pt x="67142" y="86507"/>
                        <a:pt x="43254" y="86507"/>
                      </a:cubicBezTo>
                      <a:cubicBezTo>
                        <a:pt x="19366" y="86507"/>
                        <a:pt x="1" y="67142"/>
                        <a:pt x="1" y="43254"/>
                      </a:cubicBezTo>
                      <a:cubicBezTo>
                        <a:pt x="1" y="19365"/>
                        <a:pt x="19366" y="0"/>
                        <a:pt x="43254" y="0"/>
                      </a:cubicBezTo>
                      <a:cubicBezTo>
                        <a:pt x="67142" y="0"/>
                        <a:pt x="86507" y="19365"/>
                        <a:pt x="86507" y="43254"/>
                      </a:cubicBezTo>
                      <a:close/>
                    </a:path>
                  </a:pathLst>
                </a:custGeom>
                <a:solidFill>
                  <a:srgbClr val="F66548"/>
                </a:solidFill>
                <a:ln w="8476" cap="flat">
                  <a:noFill/>
                  <a:prstDash val="solid"/>
                  <a:miter/>
                </a:ln>
              </p:spPr>
              <p:txBody>
                <a:bodyPr rtlCol="0" anchor="ctr"/>
                <a:lstStyle/>
                <a:p>
                  <a:endParaRPr lang="en-US">
                    <a:solidFill>
                      <a:schemeClr val="bg1"/>
                    </a:solidFill>
                  </a:endParaRPr>
                </a:p>
              </p:txBody>
            </p:sp>
            <p:sp>
              <p:nvSpPr>
                <p:cNvPr id="75" name="Freeform: Shape 282">
                  <a:extLst>
                    <a:ext uri="{FF2B5EF4-FFF2-40B4-BE49-F238E27FC236}">
                      <a16:creationId xmlns:a16="http://schemas.microsoft.com/office/drawing/2014/main" id="{35FE4AC5-E587-D8A0-8211-06001D7BC5CF}"/>
                    </a:ext>
                  </a:extLst>
                </p:cNvPr>
                <p:cNvSpPr/>
                <p:nvPr/>
              </p:nvSpPr>
              <p:spPr>
                <a:xfrm>
                  <a:off x="8008143" y="3775861"/>
                  <a:ext cx="64965" cy="64965"/>
                </a:xfrm>
                <a:custGeom>
                  <a:avLst/>
                  <a:gdLst>
                    <a:gd name="connsiteX0" fmla="*/ 64965 w 64965"/>
                    <a:gd name="connsiteY0" fmla="*/ 32483 h 64965"/>
                    <a:gd name="connsiteX1" fmla="*/ 32482 w 64965"/>
                    <a:gd name="connsiteY1" fmla="*/ 64965 h 64965"/>
                    <a:gd name="connsiteX2" fmla="*/ 0 w 64965"/>
                    <a:gd name="connsiteY2" fmla="*/ 32483 h 64965"/>
                    <a:gd name="connsiteX3" fmla="*/ 32482 w 64965"/>
                    <a:gd name="connsiteY3" fmla="*/ 0 h 64965"/>
                    <a:gd name="connsiteX4" fmla="*/ 64965 w 64965"/>
                    <a:gd name="connsiteY4" fmla="*/ 32483 h 6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5" h="64965">
                      <a:moveTo>
                        <a:pt x="64965" y="32483"/>
                      </a:moveTo>
                      <a:cubicBezTo>
                        <a:pt x="64965" y="50422"/>
                        <a:pt x="50422" y="64965"/>
                        <a:pt x="32482" y="64965"/>
                      </a:cubicBezTo>
                      <a:cubicBezTo>
                        <a:pt x="14543" y="64965"/>
                        <a:pt x="0" y="50422"/>
                        <a:pt x="0" y="32483"/>
                      </a:cubicBezTo>
                      <a:cubicBezTo>
                        <a:pt x="0" y="14543"/>
                        <a:pt x="14542" y="0"/>
                        <a:pt x="32482" y="0"/>
                      </a:cubicBezTo>
                      <a:cubicBezTo>
                        <a:pt x="50422" y="0"/>
                        <a:pt x="64965" y="14543"/>
                        <a:pt x="64965" y="32483"/>
                      </a:cubicBezTo>
                      <a:close/>
                    </a:path>
                  </a:pathLst>
                </a:custGeom>
                <a:solidFill>
                  <a:srgbClr val="FE6D4B"/>
                </a:solidFill>
                <a:ln w="8476" cap="flat">
                  <a:noFill/>
                  <a:prstDash val="solid"/>
                  <a:miter/>
                </a:ln>
              </p:spPr>
              <p:txBody>
                <a:bodyPr rtlCol="0" anchor="ctr"/>
                <a:lstStyle/>
                <a:p>
                  <a:endParaRPr lang="en-US">
                    <a:solidFill>
                      <a:schemeClr val="bg1"/>
                    </a:solidFill>
                  </a:endParaRPr>
                </a:p>
              </p:txBody>
            </p:sp>
          </p:grpSp>
          <p:grpSp>
            <p:nvGrpSpPr>
              <p:cNvPr id="22" name="Graphic 4">
                <a:extLst>
                  <a:ext uri="{FF2B5EF4-FFF2-40B4-BE49-F238E27FC236}">
                    <a16:creationId xmlns:a16="http://schemas.microsoft.com/office/drawing/2014/main" id="{D5513296-6788-2A66-308B-C078D2AD4FBA}"/>
                  </a:ext>
                </a:extLst>
              </p:cNvPr>
              <p:cNvGrpSpPr/>
              <p:nvPr/>
            </p:nvGrpSpPr>
            <p:grpSpPr>
              <a:xfrm>
                <a:off x="511888" y="3218909"/>
                <a:ext cx="3500480" cy="1086086"/>
                <a:chOff x="511888" y="3218909"/>
                <a:chExt cx="3500480" cy="1086086"/>
              </a:xfrm>
            </p:grpSpPr>
            <p:sp>
              <p:nvSpPr>
                <p:cNvPr id="42" name="Freeform: Shape 249">
                  <a:extLst>
                    <a:ext uri="{FF2B5EF4-FFF2-40B4-BE49-F238E27FC236}">
                      <a16:creationId xmlns:a16="http://schemas.microsoft.com/office/drawing/2014/main" id="{99C26FB1-3334-A935-E1BB-78E373086C4E}"/>
                    </a:ext>
                  </a:extLst>
                </p:cNvPr>
                <p:cNvSpPr/>
                <p:nvPr/>
              </p:nvSpPr>
              <p:spPr>
                <a:xfrm>
                  <a:off x="3871752" y="3488437"/>
                  <a:ext cx="140616" cy="140616"/>
                </a:xfrm>
                <a:custGeom>
                  <a:avLst/>
                  <a:gdLst>
                    <a:gd name="connsiteX0" fmla="*/ 140616 w 140616"/>
                    <a:gd name="connsiteY0" fmla="*/ 70308 h 140616"/>
                    <a:gd name="connsiteX1" fmla="*/ 70308 w 140616"/>
                    <a:gd name="connsiteY1" fmla="*/ 140616 h 140616"/>
                    <a:gd name="connsiteX2" fmla="*/ 0 w 140616"/>
                    <a:gd name="connsiteY2" fmla="*/ 70308 h 140616"/>
                    <a:gd name="connsiteX3" fmla="*/ 70308 w 140616"/>
                    <a:gd name="connsiteY3" fmla="*/ 0 h 140616"/>
                    <a:gd name="connsiteX4" fmla="*/ 140616 w 140616"/>
                    <a:gd name="connsiteY4" fmla="*/ 70308 h 14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16" h="140616">
                      <a:moveTo>
                        <a:pt x="140616" y="70308"/>
                      </a:moveTo>
                      <a:cubicBezTo>
                        <a:pt x="140616" y="109138"/>
                        <a:pt x="109138" y="140616"/>
                        <a:pt x="70308" y="140616"/>
                      </a:cubicBezTo>
                      <a:cubicBezTo>
                        <a:pt x="31478" y="140616"/>
                        <a:pt x="0" y="109138"/>
                        <a:pt x="0" y="70308"/>
                      </a:cubicBezTo>
                      <a:cubicBezTo>
                        <a:pt x="0" y="31478"/>
                        <a:pt x="31478" y="0"/>
                        <a:pt x="70308" y="0"/>
                      </a:cubicBezTo>
                      <a:cubicBezTo>
                        <a:pt x="109138" y="0"/>
                        <a:pt x="140616" y="31478"/>
                        <a:pt x="140616" y="70308"/>
                      </a:cubicBezTo>
                      <a:close/>
                    </a:path>
                  </a:pathLst>
                </a:custGeom>
                <a:solidFill>
                  <a:srgbClr val="9CD14F"/>
                </a:solidFill>
                <a:ln w="8476" cap="flat">
                  <a:noFill/>
                  <a:prstDash val="solid"/>
                  <a:miter/>
                </a:ln>
              </p:spPr>
              <p:txBody>
                <a:bodyPr rtlCol="0" anchor="ctr"/>
                <a:lstStyle/>
                <a:p>
                  <a:endParaRPr lang="en-US">
                    <a:solidFill>
                      <a:schemeClr val="bg1"/>
                    </a:solidFill>
                  </a:endParaRPr>
                </a:p>
              </p:txBody>
            </p:sp>
            <p:sp>
              <p:nvSpPr>
                <p:cNvPr id="43" name="Freeform: Shape 250">
                  <a:extLst>
                    <a:ext uri="{FF2B5EF4-FFF2-40B4-BE49-F238E27FC236}">
                      <a16:creationId xmlns:a16="http://schemas.microsoft.com/office/drawing/2014/main" id="{E11BF9AA-E364-6868-192F-BD26BBC023F5}"/>
                    </a:ext>
                  </a:extLst>
                </p:cNvPr>
                <p:cNvSpPr/>
                <p:nvPr/>
              </p:nvSpPr>
              <p:spPr>
                <a:xfrm>
                  <a:off x="3658198" y="3373264"/>
                  <a:ext cx="152829" cy="152829"/>
                </a:xfrm>
                <a:custGeom>
                  <a:avLst/>
                  <a:gdLst>
                    <a:gd name="connsiteX0" fmla="*/ 152829 w 152829"/>
                    <a:gd name="connsiteY0" fmla="*/ 76415 h 152829"/>
                    <a:gd name="connsiteX1" fmla="*/ 76414 w 152829"/>
                    <a:gd name="connsiteY1" fmla="*/ 152829 h 152829"/>
                    <a:gd name="connsiteX2" fmla="*/ 0 w 152829"/>
                    <a:gd name="connsiteY2" fmla="*/ 76415 h 152829"/>
                    <a:gd name="connsiteX3" fmla="*/ 76414 w 152829"/>
                    <a:gd name="connsiteY3" fmla="*/ 0 h 152829"/>
                    <a:gd name="connsiteX4" fmla="*/ 152829 w 152829"/>
                    <a:gd name="connsiteY4" fmla="*/ 76415 h 152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829" h="152829">
                      <a:moveTo>
                        <a:pt x="152829" y="76415"/>
                      </a:moveTo>
                      <a:cubicBezTo>
                        <a:pt x="152829" y="118617"/>
                        <a:pt x="118617" y="152829"/>
                        <a:pt x="76414" y="152829"/>
                      </a:cubicBezTo>
                      <a:cubicBezTo>
                        <a:pt x="34212" y="152829"/>
                        <a:pt x="0" y="118617"/>
                        <a:pt x="0" y="76415"/>
                      </a:cubicBezTo>
                      <a:cubicBezTo>
                        <a:pt x="0" y="34212"/>
                        <a:pt x="34212" y="0"/>
                        <a:pt x="76414" y="0"/>
                      </a:cubicBezTo>
                      <a:cubicBezTo>
                        <a:pt x="118617" y="0"/>
                        <a:pt x="152829" y="34212"/>
                        <a:pt x="152829" y="76415"/>
                      </a:cubicBezTo>
                      <a:close/>
                    </a:path>
                  </a:pathLst>
                </a:custGeom>
                <a:solidFill>
                  <a:srgbClr val="90CC5E"/>
                </a:solidFill>
                <a:ln w="8476" cap="flat">
                  <a:noFill/>
                  <a:prstDash val="solid"/>
                  <a:miter/>
                </a:ln>
              </p:spPr>
              <p:txBody>
                <a:bodyPr rtlCol="0" anchor="ctr"/>
                <a:lstStyle/>
                <a:p>
                  <a:endParaRPr lang="en-US">
                    <a:solidFill>
                      <a:schemeClr val="bg1"/>
                    </a:solidFill>
                  </a:endParaRPr>
                </a:p>
              </p:txBody>
            </p:sp>
            <p:sp>
              <p:nvSpPr>
                <p:cNvPr id="44" name="Freeform: Shape 251">
                  <a:extLst>
                    <a:ext uri="{FF2B5EF4-FFF2-40B4-BE49-F238E27FC236}">
                      <a16:creationId xmlns:a16="http://schemas.microsoft.com/office/drawing/2014/main" id="{A529A8FF-EC32-8515-E37A-ED89FD4D3766}"/>
                    </a:ext>
                  </a:extLst>
                </p:cNvPr>
                <p:cNvSpPr/>
                <p:nvPr/>
              </p:nvSpPr>
              <p:spPr>
                <a:xfrm>
                  <a:off x="3437860" y="3286673"/>
                  <a:ext cx="164872" cy="164872"/>
                </a:xfrm>
                <a:custGeom>
                  <a:avLst/>
                  <a:gdLst>
                    <a:gd name="connsiteX0" fmla="*/ 164872 w 164872"/>
                    <a:gd name="connsiteY0" fmla="*/ 82436 h 164872"/>
                    <a:gd name="connsiteX1" fmla="*/ 82436 w 164872"/>
                    <a:gd name="connsiteY1" fmla="*/ 164872 h 164872"/>
                    <a:gd name="connsiteX2" fmla="*/ 0 w 164872"/>
                    <a:gd name="connsiteY2" fmla="*/ 82436 h 164872"/>
                    <a:gd name="connsiteX3" fmla="*/ 82436 w 164872"/>
                    <a:gd name="connsiteY3" fmla="*/ 0 h 164872"/>
                    <a:gd name="connsiteX4" fmla="*/ 164872 w 164872"/>
                    <a:gd name="connsiteY4" fmla="*/ 82436 h 164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72" h="164872">
                      <a:moveTo>
                        <a:pt x="164872" y="82436"/>
                      </a:moveTo>
                      <a:cubicBezTo>
                        <a:pt x="164872" y="127964"/>
                        <a:pt x="127964" y="164872"/>
                        <a:pt x="82436" y="164872"/>
                      </a:cubicBezTo>
                      <a:cubicBezTo>
                        <a:pt x="36908" y="164872"/>
                        <a:pt x="0" y="127964"/>
                        <a:pt x="0" y="82436"/>
                      </a:cubicBezTo>
                      <a:cubicBezTo>
                        <a:pt x="0" y="36908"/>
                        <a:pt x="36908" y="0"/>
                        <a:pt x="82436" y="0"/>
                      </a:cubicBezTo>
                      <a:cubicBezTo>
                        <a:pt x="127964" y="0"/>
                        <a:pt x="164872" y="36908"/>
                        <a:pt x="164872" y="82436"/>
                      </a:cubicBezTo>
                      <a:close/>
                    </a:path>
                  </a:pathLst>
                </a:custGeom>
                <a:solidFill>
                  <a:srgbClr val="85C66C"/>
                </a:solidFill>
                <a:ln w="8476" cap="flat">
                  <a:noFill/>
                  <a:prstDash val="solid"/>
                  <a:miter/>
                </a:ln>
              </p:spPr>
              <p:txBody>
                <a:bodyPr rtlCol="0" anchor="ctr"/>
                <a:lstStyle/>
                <a:p>
                  <a:endParaRPr lang="en-US">
                    <a:solidFill>
                      <a:schemeClr val="bg1"/>
                    </a:solidFill>
                  </a:endParaRPr>
                </a:p>
              </p:txBody>
            </p:sp>
            <p:sp>
              <p:nvSpPr>
                <p:cNvPr id="45" name="Freeform: Shape 252">
                  <a:extLst>
                    <a:ext uri="{FF2B5EF4-FFF2-40B4-BE49-F238E27FC236}">
                      <a16:creationId xmlns:a16="http://schemas.microsoft.com/office/drawing/2014/main" id="{5C3303B4-2809-EFAD-A407-EDF98B238B5E}"/>
                    </a:ext>
                  </a:extLst>
                </p:cNvPr>
                <p:cNvSpPr/>
                <p:nvPr/>
              </p:nvSpPr>
              <p:spPr>
                <a:xfrm>
                  <a:off x="3224985" y="3233581"/>
                  <a:ext cx="177084" cy="177084"/>
                </a:xfrm>
                <a:custGeom>
                  <a:avLst/>
                  <a:gdLst>
                    <a:gd name="connsiteX0" fmla="*/ 177085 w 177084"/>
                    <a:gd name="connsiteY0" fmla="*/ 88542 h 177084"/>
                    <a:gd name="connsiteX1" fmla="*/ 88542 w 177084"/>
                    <a:gd name="connsiteY1" fmla="*/ 177085 h 177084"/>
                    <a:gd name="connsiteX2" fmla="*/ 0 w 177084"/>
                    <a:gd name="connsiteY2" fmla="*/ 88542 h 177084"/>
                    <a:gd name="connsiteX3" fmla="*/ 88542 w 177084"/>
                    <a:gd name="connsiteY3" fmla="*/ 0 h 177084"/>
                    <a:gd name="connsiteX4" fmla="*/ 177085 w 177084"/>
                    <a:gd name="connsiteY4" fmla="*/ 88542 h 177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84" h="177084">
                      <a:moveTo>
                        <a:pt x="177085" y="88542"/>
                      </a:moveTo>
                      <a:cubicBezTo>
                        <a:pt x="177085" y="137443"/>
                        <a:pt x="137443" y="177085"/>
                        <a:pt x="88542" y="177085"/>
                      </a:cubicBezTo>
                      <a:cubicBezTo>
                        <a:pt x="39642" y="177085"/>
                        <a:pt x="0" y="137443"/>
                        <a:pt x="0" y="88542"/>
                      </a:cubicBezTo>
                      <a:cubicBezTo>
                        <a:pt x="0" y="39642"/>
                        <a:pt x="39642" y="0"/>
                        <a:pt x="88542" y="0"/>
                      </a:cubicBezTo>
                      <a:cubicBezTo>
                        <a:pt x="137443" y="0"/>
                        <a:pt x="177085" y="39642"/>
                        <a:pt x="177085" y="88542"/>
                      </a:cubicBezTo>
                      <a:close/>
                    </a:path>
                  </a:pathLst>
                </a:custGeom>
                <a:solidFill>
                  <a:srgbClr val="79C17B"/>
                </a:solidFill>
                <a:ln w="8476" cap="flat">
                  <a:noFill/>
                  <a:prstDash val="solid"/>
                  <a:miter/>
                </a:ln>
              </p:spPr>
              <p:txBody>
                <a:bodyPr rtlCol="0" anchor="ctr"/>
                <a:lstStyle/>
                <a:p>
                  <a:endParaRPr lang="en-US">
                    <a:solidFill>
                      <a:schemeClr val="bg1"/>
                    </a:solidFill>
                  </a:endParaRPr>
                </a:p>
              </p:txBody>
            </p:sp>
            <p:sp>
              <p:nvSpPr>
                <p:cNvPr id="46" name="Freeform: Shape 253">
                  <a:extLst>
                    <a:ext uri="{FF2B5EF4-FFF2-40B4-BE49-F238E27FC236}">
                      <a16:creationId xmlns:a16="http://schemas.microsoft.com/office/drawing/2014/main" id="{52632EAF-284E-9C85-D7B1-C7B9B766C855}"/>
                    </a:ext>
                  </a:extLst>
                </p:cNvPr>
                <p:cNvSpPr/>
                <p:nvPr/>
              </p:nvSpPr>
              <p:spPr>
                <a:xfrm>
                  <a:off x="2991585" y="3218909"/>
                  <a:ext cx="189297" cy="189297"/>
                </a:xfrm>
                <a:custGeom>
                  <a:avLst/>
                  <a:gdLst>
                    <a:gd name="connsiteX0" fmla="*/ 189298 w 189297"/>
                    <a:gd name="connsiteY0" fmla="*/ 94649 h 189297"/>
                    <a:gd name="connsiteX1" fmla="*/ 94649 w 189297"/>
                    <a:gd name="connsiteY1" fmla="*/ 189298 h 189297"/>
                    <a:gd name="connsiteX2" fmla="*/ 0 w 189297"/>
                    <a:gd name="connsiteY2" fmla="*/ 94649 h 189297"/>
                    <a:gd name="connsiteX3" fmla="*/ 94649 w 189297"/>
                    <a:gd name="connsiteY3" fmla="*/ 0 h 189297"/>
                    <a:gd name="connsiteX4" fmla="*/ 189298 w 189297"/>
                    <a:gd name="connsiteY4" fmla="*/ 94649 h 189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297" h="189297">
                      <a:moveTo>
                        <a:pt x="189298" y="94649"/>
                      </a:moveTo>
                      <a:cubicBezTo>
                        <a:pt x="189298" y="146922"/>
                        <a:pt x="146922" y="189298"/>
                        <a:pt x="94649" y="189298"/>
                      </a:cubicBezTo>
                      <a:cubicBezTo>
                        <a:pt x="42376" y="189298"/>
                        <a:pt x="0" y="146922"/>
                        <a:pt x="0" y="94649"/>
                      </a:cubicBezTo>
                      <a:cubicBezTo>
                        <a:pt x="0" y="42376"/>
                        <a:pt x="42376" y="0"/>
                        <a:pt x="94649" y="0"/>
                      </a:cubicBezTo>
                      <a:cubicBezTo>
                        <a:pt x="146922" y="0"/>
                        <a:pt x="189298" y="42376"/>
                        <a:pt x="189298" y="94649"/>
                      </a:cubicBezTo>
                      <a:close/>
                    </a:path>
                  </a:pathLst>
                </a:custGeom>
                <a:solidFill>
                  <a:srgbClr val="6EBB8A"/>
                </a:solidFill>
                <a:ln w="8476" cap="flat">
                  <a:noFill/>
                  <a:prstDash val="solid"/>
                  <a:miter/>
                </a:ln>
              </p:spPr>
              <p:txBody>
                <a:bodyPr rtlCol="0" anchor="ctr"/>
                <a:lstStyle/>
                <a:p>
                  <a:endParaRPr lang="en-US">
                    <a:solidFill>
                      <a:schemeClr val="bg1"/>
                    </a:solidFill>
                  </a:endParaRPr>
                </a:p>
              </p:txBody>
            </p:sp>
            <p:sp>
              <p:nvSpPr>
                <p:cNvPr id="47" name="Freeform: Shape 254">
                  <a:extLst>
                    <a:ext uri="{FF2B5EF4-FFF2-40B4-BE49-F238E27FC236}">
                      <a16:creationId xmlns:a16="http://schemas.microsoft.com/office/drawing/2014/main" id="{424884DC-48F7-6BFB-A2A3-86F70EF493CF}"/>
                    </a:ext>
                  </a:extLst>
                </p:cNvPr>
                <p:cNvSpPr/>
                <p:nvPr/>
              </p:nvSpPr>
              <p:spPr>
                <a:xfrm>
                  <a:off x="2751910" y="3247829"/>
                  <a:ext cx="201340" cy="201340"/>
                </a:xfrm>
                <a:custGeom>
                  <a:avLst/>
                  <a:gdLst>
                    <a:gd name="connsiteX0" fmla="*/ 201341 w 201340"/>
                    <a:gd name="connsiteY0" fmla="*/ 100670 h 201340"/>
                    <a:gd name="connsiteX1" fmla="*/ 100670 w 201340"/>
                    <a:gd name="connsiteY1" fmla="*/ 201341 h 201340"/>
                    <a:gd name="connsiteX2" fmla="*/ 0 w 201340"/>
                    <a:gd name="connsiteY2" fmla="*/ 100670 h 201340"/>
                    <a:gd name="connsiteX3" fmla="*/ 100670 w 201340"/>
                    <a:gd name="connsiteY3" fmla="*/ 0 h 201340"/>
                    <a:gd name="connsiteX4" fmla="*/ 201341 w 201340"/>
                    <a:gd name="connsiteY4" fmla="*/ 100670 h 201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40" h="201340">
                      <a:moveTo>
                        <a:pt x="201341" y="100670"/>
                      </a:moveTo>
                      <a:cubicBezTo>
                        <a:pt x="201341" y="156269"/>
                        <a:pt x="156269" y="201341"/>
                        <a:pt x="100670" y="201341"/>
                      </a:cubicBezTo>
                      <a:cubicBezTo>
                        <a:pt x="45072" y="201341"/>
                        <a:pt x="0" y="156269"/>
                        <a:pt x="0" y="100670"/>
                      </a:cubicBezTo>
                      <a:cubicBezTo>
                        <a:pt x="0" y="45072"/>
                        <a:pt x="45072" y="0"/>
                        <a:pt x="100670" y="0"/>
                      </a:cubicBezTo>
                      <a:cubicBezTo>
                        <a:pt x="156269" y="0"/>
                        <a:pt x="201341" y="45072"/>
                        <a:pt x="201341" y="100670"/>
                      </a:cubicBezTo>
                      <a:close/>
                    </a:path>
                  </a:pathLst>
                </a:custGeom>
                <a:solidFill>
                  <a:srgbClr val="62B698"/>
                </a:solidFill>
                <a:ln w="8476" cap="flat">
                  <a:noFill/>
                  <a:prstDash val="solid"/>
                  <a:miter/>
                </a:ln>
              </p:spPr>
              <p:txBody>
                <a:bodyPr rtlCol="0" anchor="ctr"/>
                <a:lstStyle/>
                <a:p>
                  <a:endParaRPr lang="en-US">
                    <a:solidFill>
                      <a:schemeClr val="bg1"/>
                    </a:solidFill>
                  </a:endParaRPr>
                </a:p>
              </p:txBody>
            </p:sp>
            <p:sp>
              <p:nvSpPr>
                <p:cNvPr id="48" name="Freeform: Shape 255">
                  <a:extLst>
                    <a:ext uri="{FF2B5EF4-FFF2-40B4-BE49-F238E27FC236}">
                      <a16:creationId xmlns:a16="http://schemas.microsoft.com/office/drawing/2014/main" id="{4507CBB1-D7A7-7805-03C9-492CCC96210C}"/>
                    </a:ext>
                  </a:extLst>
                </p:cNvPr>
                <p:cNvSpPr/>
                <p:nvPr/>
              </p:nvSpPr>
              <p:spPr>
                <a:xfrm>
                  <a:off x="2520292" y="3325177"/>
                  <a:ext cx="213553" cy="213553"/>
                </a:xfrm>
                <a:custGeom>
                  <a:avLst/>
                  <a:gdLst>
                    <a:gd name="connsiteX0" fmla="*/ 213554 w 213553"/>
                    <a:gd name="connsiteY0" fmla="*/ 106777 h 213553"/>
                    <a:gd name="connsiteX1" fmla="*/ 106777 w 213553"/>
                    <a:gd name="connsiteY1" fmla="*/ 213554 h 213553"/>
                    <a:gd name="connsiteX2" fmla="*/ 0 w 213553"/>
                    <a:gd name="connsiteY2" fmla="*/ 106777 h 213553"/>
                    <a:gd name="connsiteX3" fmla="*/ 106777 w 213553"/>
                    <a:gd name="connsiteY3" fmla="*/ 0 h 213553"/>
                    <a:gd name="connsiteX4" fmla="*/ 213554 w 213553"/>
                    <a:gd name="connsiteY4" fmla="*/ 106777 h 21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53" h="213553">
                      <a:moveTo>
                        <a:pt x="213554" y="106777"/>
                      </a:moveTo>
                      <a:cubicBezTo>
                        <a:pt x="213554" y="165748"/>
                        <a:pt x="165748" y="213554"/>
                        <a:pt x="106777" y="213554"/>
                      </a:cubicBezTo>
                      <a:cubicBezTo>
                        <a:pt x="47806" y="213554"/>
                        <a:pt x="0" y="165748"/>
                        <a:pt x="0" y="106777"/>
                      </a:cubicBezTo>
                      <a:cubicBezTo>
                        <a:pt x="0" y="47806"/>
                        <a:pt x="47806" y="0"/>
                        <a:pt x="106777" y="0"/>
                      </a:cubicBezTo>
                      <a:cubicBezTo>
                        <a:pt x="165748" y="0"/>
                        <a:pt x="213554" y="47806"/>
                        <a:pt x="213554" y="106777"/>
                      </a:cubicBezTo>
                      <a:close/>
                    </a:path>
                  </a:pathLst>
                </a:custGeom>
                <a:solidFill>
                  <a:srgbClr val="56B0A7"/>
                </a:solidFill>
                <a:ln w="8476" cap="flat">
                  <a:noFill/>
                  <a:prstDash val="solid"/>
                  <a:miter/>
                </a:ln>
              </p:spPr>
              <p:txBody>
                <a:bodyPr rtlCol="0" anchor="ctr"/>
                <a:lstStyle/>
                <a:p>
                  <a:endParaRPr lang="en-US">
                    <a:solidFill>
                      <a:schemeClr val="bg1"/>
                    </a:solidFill>
                  </a:endParaRPr>
                </a:p>
              </p:txBody>
            </p:sp>
            <p:sp>
              <p:nvSpPr>
                <p:cNvPr id="49" name="Freeform: Shape 256">
                  <a:extLst>
                    <a:ext uri="{FF2B5EF4-FFF2-40B4-BE49-F238E27FC236}">
                      <a16:creationId xmlns:a16="http://schemas.microsoft.com/office/drawing/2014/main" id="{3E88AE9F-DC20-D7B2-F199-A097A1B26C99}"/>
                    </a:ext>
                  </a:extLst>
                </p:cNvPr>
                <p:cNvSpPr/>
                <p:nvPr/>
              </p:nvSpPr>
              <p:spPr>
                <a:xfrm>
                  <a:off x="2311064" y="3455955"/>
                  <a:ext cx="225766" cy="225766"/>
                </a:xfrm>
                <a:custGeom>
                  <a:avLst/>
                  <a:gdLst>
                    <a:gd name="connsiteX0" fmla="*/ 225766 w 225766"/>
                    <a:gd name="connsiteY0" fmla="*/ 112883 h 225766"/>
                    <a:gd name="connsiteX1" fmla="*/ 112883 w 225766"/>
                    <a:gd name="connsiteY1" fmla="*/ 225766 h 225766"/>
                    <a:gd name="connsiteX2" fmla="*/ 0 w 225766"/>
                    <a:gd name="connsiteY2" fmla="*/ 112883 h 225766"/>
                    <a:gd name="connsiteX3" fmla="*/ 112883 w 225766"/>
                    <a:gd name="connsiteY3" fmla="*/ 0 h 225766"/>
                    <a:gd name="connsiteX4" fmla="*/ 225766 w 225766"/>
                    <a:gd name="connsiteY4" fmla="*/ 112883 h 225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66" h="225766">
                      <a:moveTo>
                        <a:pt x="225766" y="112883"/>
                      </a:moveTo>
                      <a:cubicBezTo>
                        <a:pt x="225766" y="175227"/>
                        <a:pt x="175227" y="225766"/>
                        <a:pt x="112883" y="225766"/>
                      </a:cubicBezTo>
                      <a:cubicBezTo>
                        <a:pt x="50540" y="225766"/>
                        <a:pt x="0" y="175227"/>
                        <a:pt x="0" y="112883"/>
                      </a:cubicBezTo>
                      <a:cubicBezTo>
                        <a:pt x="0" y="50539"/>
                        <a:pt x="50540" y="0"/>
                        <a:pt x="112883" y="0"/>
                      </a:cubicBezTo>
                      <a:cubicBezTo>
                        <a:pt x="175227" y="0"/>
                        <a:pt x="225766" y="50539"/>
                        <a:pt x="225766" y="112883"/>
                      </a:cubicBezTo>
                      <a:close/>
                    </a:path>
                  </a:pathLst>
                </a:custGeom>
                <a:solidFill>
                  <a:srgbClr val="4BABB5"/>
                </a:solidFill>
                <a:ln w="8476" cap="flat">
                  <a:noFill/>
                  <a:prstDash val="solid"/>
                  <a:miter/>
                </a:ln>
              </p:spPr>
              <p:txBody>
                <a:bodyPr rtlCol="0" anchor="ctr"/>
                <a:lstStyle/>
                <a:p>
                  <a:endParaRPr lang="en-US">
                    <a:solidFill>
                      <a:schemeClr val="bg1"/>
                    </a:solidFill>
                  </a:endParaRPr>
                </a:p>
              </p:txBody>
            </p:sp>
            <p:sp>
              <p:nvSpPr>
                <p:cNvPr id="50" name="Freeform: Shape 257">
                  <a:extLst>
                    <a:ext uri="{FF2B5EF4-FFF2-40B4-BE49-F238E27FC236}">
                      <a16:creationId xmlns:a16="http://schemas.microsoft.com/office/drawing/2014/main" id="{0D19FD91-68A6-FC27-FA7B-E11621DB7BAB}"/>
                    </a:ext>
                  </a:extLst>
                </p:cNvPr>
                <p:cNvSpPr/>
                <p:nvPr/>
              </p:nvSpPr>
              <p:spPr>
                <a:xfrm>
                  <a:off x="2138558" y="3645252"/>
                  <a:ext cx="237979" cy="237979"/>
                </a:xfrm>
                <a:custGeom>
                  <a:avLst/>
                  <a:gdLst>
                    <a:gd name="connsiteX0" fmla="*/ 237979 w 237979"/>
                    <a:gd name="connsiteY0" fmla="*/ 118990 h 237979"/>
                    <a:gd name="connsiteX1" fmla="*/ 118990 w 237979"/>
                    <a:gd name="connsiteY1" fmla="*/ 237979 h 237979"/>
                    <a:gd name="connsiteX2" fmla="*/ 0 w 237979"/>
                    <a:gd name="connsiteY2" fmla="*/ 118990 h 237979"/>
                    <a:gd name="connsiteX3" fmla="*/ 118990 w 237979"/>
                    <a:gd name="connsiteY3" fmla="*/ 0 h 237979"/>
                    <a:gd name="connsiteX4" fmla="*/ 237979 w 237979"/>
                    <a:gd name="connsiteY4" fmla="*/ 118990 h 237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979" h="237979">
                      <a:moveTo>
                        <a:pt x="237979" y="118990"/>
                      </a:moveTo>
                      <a:cubicBezTo>
                        <a:pt x="237979" y="184706"/>
                        <a:pt x="184706" y="237979"/>
                        <a:pt x="118990" y="237979"/>
                      </a:cubicBezTo>
                      <a:cubicBezTo>
                        <a:pt x="53273" y="237979"/>
                        <a:pt x="0" y="184706"/>
                        <a:pt x="0" y="118990"/>
                      </a:cubicBezTo>
                      <a:cubicBezTo>
                        <a:pt x="0" y="53273"/>
                        <a:pt x="53273" y="0"/>
                        <a:pt x="118990" y="0"/>
                      </a:cubicBezTo>
                      <a:cubicBezTo>
                        <a:pt x="184706" y="0"/>
                        <a:pt x="237979" y="53273"/>
                        <a:pt x="237979" y="118990"/>
                      </a:cubicBezTo>
                      <a:close/>
                    </a:path>
                  </a:pathLst>
                </a:custGeom>
                <a:solidFill>
                  <a:srgbClr val="3FA5C4"/>
                </a:solidFill>
                <a:ln w="8476" cap="flat">
                  <a:noFill/>
                  <a:prstDash val="solid"/>
                  <a:miter/>
                </a:ln>
              </p:spPr>
              <p:txBody>
                <a:bodyPr rtlCol="0" anchor="ctr"/>
                <a:lstStyle/>
                <a:p>
                  <a:endParaRPr lang="en-US">
                    <a:solidFill>
                      <a:schemeClr val="bg1"/>
                    </a:solidFill>
                  </a:endParaRPr>
                </a:p>
              </p:txBody>
            </p:sp>
            <p:sp>
              <p:nvSpPr>
                <p:cNvPr id="51" name="Freeform: Shape 258">
                  <a:extLst>
                    <a:ext uri="{FF2B5EF4-FFF2-40B4-BE49-F238E27FC236}">
                      <a16:creationId xmlns:a16="http://schemas.microsoft.com/office/drawing/2014/main" id="{C7721F3A-1F08-7395-959B-17A0038A9635}"/>
                    </a:ext>
                  </a:extLst>
                </p:cNvPr>
                <p:cNvSpPr/>
                <p:nvPr/>
              </p:nvSpPr>
              <p:spPr>
                <a:xfrm>
                  <a:off x="1951805" y="3865591"/>
                  <a:ext cx="216267" cy="216267"/>
                </a:xfrm>
                <a:custGeom>
                  <a:avLst/>
                  <a:gdLst>
                    <a:gd name="connsiteX0" fmla="*/ 216267 w 216267"/>
                    <a:gd name="connsiteY0" fmla="*/ 108134 h 216267"/>
                    <a:gd name="connsiteX1" fmla="*/ 108134 w 216267"/>
                    <a:gd name="connsiteY1" fmla="*/ 216268 h 216267"/>
                    <a:gd name="connsiteX2" fmla="*/ 0 w 216267"/>
                    <a:gd name="connsiteY2" fmla="*/ 108134 h 216267"/>
                    <a:gd name="connsiteX3" fmla="*/ 108134 w 216267"/>
                    <a:gd name="connsiteY3" fmla="*/ 0 h 216267"/>
                    <a:gd name="connsiteX4" fmla="*/ 216267 w 216267"/>
                    <a:gd name="connsiteY4" fmla="*/ 108134 h 216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67" h="216267">
                      <a:moveTo>
                        <a:pt x="216267" y="108134"/>
                      </a:moveTo>
                      <a:cubicBezTo>
                        <a:pt x="216267" y="167854"/>
                        <a:pt x="167854" y="216268"/>
                        <a:pt x="108134" y="216268"/>
                      </a:cubicBezTo>
                      <a:cubicBezTo>
                        <a:pt x="48413" y="216268"/>
                        <a:pt x="0" y="167854"/>
                        <a:pt x="0" y="108134"/>
                      </a:cubicBezTo>
                      <a:cubicBezTo>
                        <a:pt x="0" y="48413"/>
                        <a:pt x="48413" y="0"/>
                        <a:pt x="108134" y="0"/>
                      </a:cubicBezTo>
                      <a:cubicBezTo>
                        <a:pt x="167854" y="0"/>
                        <a:pt x="216267" y="48413"/>
                        <a:pt x="216267" y="108134"/>
                      </a:cubicBezTo>
                      <a:close/>
                    </a:path>
                  </a:pathLst>
                </a:custGeom>
                <a:solidFill>
                  <a:srgbClr val="45AACA"/>
                </a:solidFill>
                <a:ln w="8476" cap="flat">
                  <a:noFill/>
                  <a:prstDash val="solid"/>
                  <a:miter/>
                </a:ln>
              </p:spPr>
              <p:txBody>
                <a:bodyPr rtlCol="0" anchor="ctr"/>
                <a:lstStyle/>
                <a:p>
                  <a:endParaRPr lang="en-US">
                    <a:solidFill>
                      <a:schemeClr val="bg1"/>
                    </a:solidFill>
                  </a:endParaRPr>
                </a:p>
              </p:txBody>
            </p:sp>
            <p:sp>
              <p:nvSpPr>
                <p:cNvPr id="52" name="Freeform: Shape 259">
                  <a:extLst>
                    <a:ext uri="{FF2B5EF4-FFF2-40B4-BE49-F238E27FC236}">
                      <a16:creationId xmlns:a16="http://schemas.microsoft.com/office/drawing/2014/main" id="{12663B1F-23D6-E757-DF93-E32FF73BF4D5}"/>
                    </a:ext>
                  </a:extLst>
                </p:cNvPr>
                <p:cNvSpPr/>
                <p:nvPr/>
              </p:nvSpPr>
              <p:spPr>
                <a:xfrm>
                  <a:off x="1752754" y="4021049"/>
                  <a:ext cx="194725" cy="194725"/>
                </a:xfrm>
                <a:custGeom>
                  <a:avLst/>
                  <a:gdLst>
                    <a:gd name="connsiteX0" fmla="*/ 194726 w 194725"/>
                    <a:gd name="connsiteY0" fmla="*/ 97363 h 194725"/>
                    <a:gd name="connsiteX1" fmla="*/ 97363 w 194725"/>
                    <a:gd name="connsiteY1" fmla="*/ 194726 h 194725"/>
                    <a:gd name="connsiteX2" fmla="*/ 0 w 194725"/>
                    <a:gd name="connsiteY2" fmla="*/ 97363 h 194725"/>
                    <a:gd name="connsiteX3" fmla="*/ 97363 w 194725"/>
                    <a:gd name="connsiteY3" fmla="*/ 0 h 194725"/>
                    <a:gd name="connsiteX4" fmla="*/ 194726 w 194725"/>
                    <a:gd name="connsiteY4" fmla="*/ 97363 h 194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25" h="194725">
                      <a:moveTo>
                        <a:pt x="194726" y="97363"/>
                      </a:moveTo>
                      <a:cubicBezTo>
                        <a:pt x="194726" y="151135"/>
                        <a:pt x="151135" y="194726"/>
                        <a:pt x="97363" y="194726"/>
                      </a:cubicBezTo>
                      <a:cubicBezTo>
                        <a:pt x="43591" y="194726"/>
                        <a:pt x="0" y="151135"/>
                        <a:pt x="0" y="97363"/>
                      </a:cubicBezTo>
                      <a:cubicBezTo>
                        <a:pt x="0" y="43591"/>
                        <a:pt x="43591" y="0"/>
                        <a:pt x="97363" y="0"/>
                      </a:cubicBezTo>
                      <a:cubicBezTo>
                        <a:pt x="151135" y="0"/>
                        <a:pt x="194726" y="43591"/>
                        <a:pt x="194726" y="97363"/>
                      </a:cubicBezTo>
                      <a:close/>
                    </a:path>
                  </a:pathLst>
                </a:custGeom>
                <a:solidFill>
                  <a:srgbClr val="4BAECF"/>
                </a:solidFill>
                <a:ln w="8476" cap="flat">
                  <a:noFill/>
                  <a:prstDash val="solid"/>
                  <a:miter/>
                </a:ln>
              </p:spPr>
              <p:txBody>
                <a:bodyPr rtlCol="0" anchor="ctr"/>
                <a:lstStyle/>
                <a:p>
                  <a:endParaRPr lang="en-US">
                    <a:solidFill>
                      <a:schemeClr val="bg1"/>
                    </a:solidFill>
                  </a:endParaRPr>
                </a:p>
              </p:txBody>
            </p:sp>
            <p:sp>
              <p:nvSpPr>
                <p:cNvPr id="53" name="Freeform: Shape 260">
                  <a:extLst>
                    <a:ext uri="{FF2B5EF4-FFF2-40B4-BE49-F238E27FC236}">
                      <a16:creationId xmlns:a16="http://schemas.microsoft.com/office/drawing/2014/main" id="{6B84F9B1-3D3A-75BA-2BC2-115F5EF933FA}"/>
                    </a:ext>
                  </a:extLst>
                </p:cNvPr>
                <p:cNvSpPr/>
                <p:nvPr/>
              </p:nvSpPr>
              <p:spPr>
                <a:xfrm>
                  <a:off x="1552092" y="4115698"/>
                  <a:ext cx="173013" cy="173013"/>
                </a:xfrm>
                <a:custGeom>
                  <a:avLst/>
                  <a:gdLst>
                    <a:gd name="connsiteX0" fmla="*/ 173014 w 173013"/>
                    <a:gd name="connsiteY0" fmla="*/ 86507 h 173013"/>
                    <a:gd name="connsiteX1" fmla="*/ 86507 w 173013"/>
                    <a:gd name="connsiteY1" fmla="*/ 173014 h 173013"/>
                    <a:gd name="connsiteX2" fmla="*/ 0 w 173013"/>
                    <a:gd name="connsiteY2" fmla="*/ 86507 h 173013"/>
                    <a:gd name="connsiteX3" fmla="*/ 86507 w 173013"/>
                    <a:gd name="connsiteY3" fmla="*/ 0 h 173013"/>
                    <a:gd name="connsiteX4" fmla="*/ 173014 w 173013"/>
                    <a:gd name="connsiteY4" fmla="*/ 86507 h 17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13" h="173013">
                      <a:moveTo>
                        <a:pt x="173014" y="86507"/>
                      </a:moveTo>
                      <a:cubicBezTo>
                        <a:pt x="173014" y="134284"/>
                        <a:pt x="134284" y="173014"/>
                        <a:pt x="86507" y="173014"/>
                      </a:cubicBezTo>
                      <a:cubicBezTo>
                        <a:pt x="38731" y="173014"/>
                        <a:pt x="0" y="134284"/>
                        <a:pt x="0" y="86507"/>
                      </a:cubicBezTo>
                      <a:cubicBezTo>
                        <a:pt x="0" y="38731"/>
                        <a:pt x="38731" y="0"/>
                        <a:pt x="86507" y="0"/>
                      </a:cubicBezTo>
                      <a:cubicBezTo>
                        <a:pt x="134284" y="0"/>
                        <a:pt x="173014" y="38730"/>
                        <a:pt x="173014" y="86507"/>
                      </a:cubicBezTo>
                      <a:close/>
                    </a:path>
                  </a:pathLst>
                </a:custGeom>
                <a:solidFill>
                  <a:srgbClr val="51B3D4"/>
                </a:solidFill>
                <a:ln w="8476" cap="flat">
                  <a:noFill/>
                  <a:prstDash val="solid"/>
                  <a:miter/>
                </a:ln>
              </p:spPr>
              <p:txBody>
                <a:bodyPr rtlCol="0" anchor="ctr"/>
                <a:lstStyle/>
                <a:p>
                  <a:endParaRPr lang="en-US">
                    <a:solidFill>
                      <a:schemeClr val="bg1"/>
                    </a:solidFill>
                  </a:endParaRPr>
                </a:p>
              </p:txBody>
            </p:sp>
            <p:sp>
              <p:nvSpPr>
                <p:cNvPr id="54" name="Freeform: Shape 261">
                  <a:extLst>
                    <a:ext uri="{FF2B5EF4-FFF2-40B4-BE49-F238E27FC236}">
                      <a16:creationId xmlns:a16="http://schemas.microsoft.com/office/drawing/2014/main" id="{70B5C551-3DD9-6BB3-8A32-FB1E74A61CB1}"/>
                    </a:ext>
                  </a:extLst>
                </p:cNvPr>
                <p:cNvSpPr/>
                <p:nvPr/>
              </p:nvSpPr>
              <p:spPr>
                <a:xfrm>
                  <a:off x="1351345" y="4153523"/>
                  <a:ext cx="151472" cy="151472"/>
                </a:xfrm>
                <a:custGeom>
                  <a:avLst/>
                  <a:gdLst>
                    <a:gd name="connsiteX0" fmla="*/ 151472 w 151472"/>
                    <a:gd name="connsiteY0" fmla="*/ 75736 h 151472"/>
                    <a:gd name="connsiteX1" fmla="*/ 75736 w 151472"/>
                    <a:gd name="connsiteY1" fmla="*/ 151472 h 151472"/>
                    <a:gd name="connsiteX2" fmla="*/ 0 w 151472"/>
                    <a:gd name="connsiteY2" fmla="*/ 75736 h 151472"/>
                    <a:gd name="connsiteX3" fmla="*/ 75736 w 151472"/>
                    <a:gd name="connsiteY3" fmla="*/ 0 h 151472"/>
                    <a:gd name="connsiteX4" fmla="*/ 151472 w 151472"/>
                    <a:gd name="connsiteY4" fmla="*/ 75736 h 15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72" h="151472">
                      <a:moveTo>
                        <a:pt x="151472" y="75736"/>
                      </a:moveTo>
                      <a:cubicBezTo>
                        <a:pt x="151472" y="117564"/>
                        <a:pt x="117564" y="151472"/>
                        <a:pt x="75736" y="151472"/>
                      </a:cubicBezTo>
                      <a:cubicBezTo>
                        <a:pt x="33908" y="151472"/>
                        <a:pt x="0" y="117564"/>
                        <a:pt x="0" y="75736"/>
                      </a:cubicBezTo>
                      <a:cubicBezTo>
                        <a:pt x="0" y="33908"/>
                        <a:pt x="33908" y="0"/>
                        <a:pt x="75736" y="0"/>
                      </a:cubicBezTo>
                      <a:cubicBezTo>
                        <a:pt x="117564" y="0"/>
                        <a:pt x="151472" y="33908"/>
                        <a:pt x="151472" y="75736"/>
                      </a:cubicBezTo>
                      <a:close/>
                    </a:path>
                  </a:pathLst>
                </a:custGeom>
                <a:solidFill>
                  <a:srgbClr val="57B8DA"/>
                </a:solidFill>
                <a:ln w="8476" cap="flat">
                  <a:noFill/>
                  <a:prstDash val="solid"/>
                  <a:miter/>
                </a:ln>
              </p:spPr>
              <p:txBody>
                <a:bodyPr rtlCol="0" anchor="ctr"/>
                <a:lstStyle/>
                <a:p>
                  <a:endParaRPr lang="en-US">
                    <a:solidFill>
                      <a:schemeClr val="bg1"/>
                    </a:solidFill>
                  </a:endParaRPr>
                </a:p>
              </p:txBody>
            </p:sp>
            <p:sp>
              <p:nvSpPr>
                <p:cNvPr id="55" name="Freeform: Shape 262">
                  <a:extLst>
                    <a:ext uri="{FF2B5EF4-FFF2-40B4-BE49-F238E27FC236}">
                      <a16:creationId xmlns:a16="http://schemas.microsoft.com/office/drawing/2014/main" id="{723A3781-44E5-C220-1207-738DAA3682D5}"/>
                    </a:ext>
                  </a:extLst>
                </p:cNvPr>
                <p:cNvSpPr/>
                <p:nvPr/>
              </p:nvSpPr>
              <p:spPr>
                <a:xfrm>
                  <a:off x="1144322" y="4138682"/>
                  <a:ext cx="129760" cy="129760"/>
                </a:xfrm>
                <a:custGeom>
                  <a:avLst/>
                  <a:gdLst>
                    <a:gd name="connsiteX0" fmla="*/ 129760 w 129760"/>
                    <a:gd name="connsiteY0" fmla="*/ 64880 h 129760"/>
                    <a:gd name="connsiteX1" fmla="*/ 64880 w 129760"/>
                    <a:gd name="connsiteY1" fmla="*/ 129760 h 129760"/>
                    <a:gd name="connsiteX2" fmla="*/ 0 w 129760"/>
                    <a:gd name="connsiteY2" fmla="*/ 64880 h 129760"/>
                    <a:gd name="connsiteX3" fmla="*/ 64880 w 129760"/>
                    <a:gd name="connsiteY3" fmla="*/ 0 h 129760"/>
                    <a:gd name="connsiteX4" fmla="*/ 129760 w 129760"/>
                    <a:gd name="connsiteY4" fmla="*/ 64880 h 129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60" h="129760">
                      <a:moveTo>
                        <a:pt x="129760" y="64880"/>
                      </a:moveTo>
                      <a:cubicBezTo>
                        <a:pt x="129760" y="100712"/>
                        <a:pt x="100713" y="129760"/>
                        <a:pt x="64880" y="129760"/>
                      </a:cubicBezTo>
                      <a:cubicBezTo>
                        <a:pt x="29048" y="129760"/>
                        <a:pt x="0" y="100712"/>
                        <a:pt x="0" y="64880"/>
                      </a:cubicBezTo>
                      <a:cubicBezTo>
                        <a:pt x="0" y="29048"/>
                        <a:pt x="29048" y="0"/>
                        <a:pt x="64880" y="0"/>
                      </a:cubicBezTo>
                      <a:cubicBezTo>
                        <a:pt x="100713" y="0"/>
                        <a:pt x="129760" y="29048"/>
                        <a:pt x="129760" y="64880"/>
                      </a:cubicBezTo>
                      <a:close/>
                    </a:path>
                  </a:pathLst>
                </a:custGeom>
                <a:solidFill>
                  <a:srgbClr val="5CBCE0"/>
                </a:solidFill>
                <a:ln w="8476" cap="flat">
                  <a:noFill/>
                  <a:prstDash val="solid"/>
                  <a:miter/>
                </a:ln>
              </p:spPr>
              <p:txBody>
                <a:bodyPr rtlCol="0" anchor="ctr"/>
                <a:lstStyle/>
                <a:p>
                  <a:endParaRPr lang="en-US">
                    <a:solidFill>
                      <a:schemeClr val="bg1"/>
                    </a:solidFill>
                  </a:endParaRPr>
                </a:p>
              </p:txBody>
            </p:sp>
            <p:sp>
              <p:nvSpPr>
                <p:cNvPr id="56" name="Freeform: Shape 263">
                  <a:extLst>
                    <a:ext uri="{FF2B5EF4-FFF2-40B4-BE49-F238E27FC236}">
                      <a16:creationId xmlns:a16="http://schemas.microsoft.com/office/drawing/2014/main" id="{784B4B16-6913-8A9A-D412-3E9D2727AA54}"/>
                    </a:ext>
                  </a:extLst>
                </p:cNvPr>
                <p:cNvSpPr/>
                <p:nvPr/>
              </p:nvSpPr>
              <p:spPr>
                <a:xfrm>
                  <a:off x="924153" y="4075158"/>
                  <a:ext cx="108218" cy="108218"/>
                </a:xfrm>
                <a:custGeom>
                  <a:avLst/>
                  <a:gdLst>
                    <a:gd name="connsiteX0" fmla="*/ 108219 w 108218"/>
                    <a:gd name="connsiteY0" fmla="*/ 54109 h 108218"/>
                    <a:gd name="connsiteX1" fmla="*/ 54109 w 108218"/>
                    <a:gd name="connsiteY1" fmla="*/ 108219 h 108218"/>
                    <a:gd name="connsiteX2" fmla="*/ 0 w 108218"/>
                    <a:gd name="connsiteY2" fmla="*/ 54109 h 108218"/>
                    <a:gd name="connsiteX3" fmla="*/ 54109 w 108218"/>
                    <a:gd name="connsiteY3" fmla="*/ 0 h 108218"/>
                    <a:gd name="connsiteX4" fmla="*/ 108219 w 108218"/>
                    <a:gd name="connsiteY4" fmla="*/ 54109 h 108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218" h="108218">
                      <a:moveTo>
                        <a:pt x="108219" y="54109"/>
                      </a:moveTo>
                      <a:cubicBezTo>
                        <a:pt x="108219" y="83993"/>
                        <a:pt x="83993" y="108219"/>
                        <a:pt x="54109" y="108219"/>
                      </a:cubicBezTo>
                      <a:cubicBezTo>
                        <a:pt x="24226" y="108219"/>
                        <a:pt x="0" y="83993"/>
                        <a:pt x="0" y="54109"/>
                      </a:cubicBezTo>
                      <a:cubicBezTo>
                        <a:pt x="0" y="24225"/>
                        <a:pt x="24226" y="0"/>
                        <a:pt x="54109" y="0"/>
                      </a:cubicBezTo>
                      <a:cubicBezTo>
                        <a:pt x="83993" y="0"/>
                        <a:pt x="108219" y="24225"/>
                        <a:pt x="108219" y="54109"/>
                      </a:cubicBezTo>
                      <a:close/>
                    </a:path>
                  </a:pathLst>
                </a:custGeom>
                <a:solidFill>
                  <a:srgbClr val="62C1E5"/>
                </a:solidFill>
                <a:ln w="8476" cap="flat">
                  <a:noFill/>
                  <a:prstDash val="solid"/>
                  <a:miter/>
                </a:ln>
              </p:spPr>
              <p:txBody>
                <a:bodyPr rtlCol="0" anchor="ctr"/>
                <a:lstStyle/>
                <a:p>
                  <a:endParaRPr lang="en-US">
                    <a:solidFill>
                      <a:schemeClr val="bg1"/>
                    </a:solidFill>
                  </a:endParaRPr>
                </a:p>
              </p:txBody>
            </p:sp>
            <p:sp>
              <p:nvSpPr>
                <p:cNvPr id="57" name="Freeform: Shape 264">
                  <a:extLst>
                    <a:ext uri="{FF2B5EF4-FFF2-40B4-BE49-F238E27FC236}">
                      <a16:creationId xmlns:a16="http://schemas.microsoft.com/office/drawing/2014/main" id="{D777C0C3-2E8C-8A42-5853-7E4B55F099BF}"/>
                    </a:ext>
                  </a:extLst>
                </p:cNvPr>
                <p:cNvSpPr/>
                <p:nvPr/>
              </p:nvSpPr>
              <p:spPr>
                <a:xfrm>
                  <a:off x="701440" y="3924619"/>
                  <a:ext cx="86506" cy="86506"/>
                </a:xfrm>
                <a:custGeom>
                  <a:avLst/>
                  <a:gdLst>
                    <a:gd name="connsiteX0" fmla="*/ 86507 w 86506"/>
                    <a:gd name="connsiteY0" fmla="*/ 43254 h 86506"/>
                    <a:gd name="connsiteX1" fmla="*/ 43254 w 86506"/>
                    <a:gd name="connsiteY1" fmla="*/ 86507 h 86506"/>
                    <a:gd name="connsiteX2" fmla="*/ 0 w 86506"/>
                    <a:gd name="connsiteY2" fmla="*/ 43254 h 86506"/>
                    <a:gd name="connsiteX3" fmla="*/ 43254 w 86506"/>
                    <a:gd name="connsiteY3" fmla="*/ 0 h 86506"/>
                    <a:gd name="connsiteX4" fmla="*/ 86507 w 86506"/>
                    <a:gd name="connsiteY4" fmla="*/ 43254 h 86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6" h="86506">
                      <a:moveTo>
                        <a:pt x="86507" y="43254"/>
                      </a:moveTo>
                      <a:cubicBezTo>
                        <a:pt x="86507" y="67142"/>
                        <a:pt x="67142" y="86507"/>
                        <a:pt x="43254" y="86507"/>
                      </a:cubicBezTo>
                      <a:cubicBezTo>
                        <a:pt x="19365" y="86507"/>
                        <a:pt x="0" y="67142"/>
                        <a:pt x="0" y="43254"/>
                      </a:cubicBezTo>
                      <a:cubicBezTo>
                        <a:pt x="0" y="19365"/>
                        <a:pt x="19365" y="0"/>
                        <a:pt x="43254" y="0"/>
                      </a:cubicBezTo>
                      <a:cubicBezTo>
                        <a:pt x="67142" y="0"/>
                        <a:pt x="86507" y="19365"/>
                        <a:pt x="86507" y="43254"/>
                      </a:cubicBezTo>
                      <a:close/>
                    </a:path>
                  </a:pathLst>
                </a:custGeom>
                <a:solidFill>
                  <a:srgbClr val="68C5EB"/>
                </a:solidFill>
                <a:ln w="8476" cap="flat">
                  <a:noFill/>
                  <a:prstDash val="solid"/>
                  <a:miter/>
                </a:ln>
              </p:spPr>
              <p:txBody>
                <a:bodyPr rtlCol="0" anchor="ctr"/>
                <a:lstStyle/>
                <a:p>
                  <a:endParaRPr lang="en-US">
                    <a:solidFill>
                      <a:schemeClr val="bg1"/>
                    </a:solidFill>
                  </a:endParaRPr>
                </a:p>
              </p:txBody>
            </p:sp>
            <p:sp>
              <p:nvSpPr>
                <p:cNvPr id="58" name="Freeform: Shape 265">
                  <a:extLst>
                    <a:ext uri="{FF2B5EF4-FFF2-40B4-BE49-F238E27FC236}">
                      <a16:creationId xmlns:a16="http://schemas.microsoft.com/office/drawing/2014/main" id="{C7F7A29B-7907-BE33-41D2-74FDC86FB8B1}"/>
                    </a:ext>
                  </a:extLst>
                </p:cNvPr>
                <p:cNvSpPr/>
                <p:nvPr/>
              </p:nvSpPr>
              <p:spPr>
                <a:xfrm>
                  <a:off x="511888" y="3775861"/>
                  <a:ext cx="64965" cy="64965"/>
                </a:xfrm>
                <a:custGeom>
                  <a:avLst/>
                  <a:gdLst>
                    <a:gd name="connsiteX0" fmla="*/ 64965 w 64965"/>
                    <a:gd name="connsiteY0" fmla="*/ 32483 h 64965"/>
                    <a:gd name="connsiteX1" fmla="*/ 32483 w 64965"/>
                    <a:gd name="connsiteY1" fmla="*/ 64965 h 64965"/>
                    <a:gd name="connsiteX2" fmla="*/ 0 w 64965"/>
                    <a:gd name="connsiteY2" fmla="*/ 32483 h 64965"/>
                    <a:gd name="connsiteX3" fmla="*/ 32483 w 64965"/>
                    <a:gd name="connsiteY3" fmla="*/ 0 h 64965"/>
                    <a:gd name="connsiteX4" fmla="*/ 64965 w 64965"/>
                    <a:gd name="connsiteY4" fmla="*/ 32483 h 6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5" h="64965">
                      <a:moveTo>
                        <a:pt x="64965" y="32483"/>
                      </a:moveTo>
                      <a:cubicBezTo>
                        <a:pt x="64965" y="50422"/>
                        <a:pt x="50422" y="64965"/>
                        <a:pt x="32483" y="64965"/>
                      </a:cubicBezTo>
                      <a:cubicBezTo>
                        <a:pt x="14543" y="64965"/>
                        <a:pt x="0" y="50422"/>
                        <a:pt x="0" y="32483"/>
                      </a:cubicBezTo>
                      <a:cubicBezTo>
                        <a:pt x="0" y="14543"/>
                        <a:pt x="14543" y="0"/>
                        <a:pt x="32483" y="0"/>
                      </a:cubicBezTo>
                      <a:cubicBezTo>
                        <a:pt x="50422" y="0"/>
                        <a:pt x="64965" y="14543"/>
                        <a:pt x="64965" y="32483"/>
                      </a:cubicBezTo>
                      <a:close/>
                    </a:path>
                  </a:pathLst>
                </a:custGeom>
                <a:solidFill>
                  <a:srgbClr val="6ECAF0"/>
                </a:solidFill>
                <a:ln w="8476" cap="flat">
                  <a:noFill/>
                  <a:prstDash val="solid"/>
                  <a:miter/>
                </a:ln>
              </p:spPr>
              <p:txBody>
                <a:bodyPr rtlCol="0" anchor="ctr"/>
                <a:lstStyle/>
                <a:p>
                  <a:endParaRPr lang="en-US">
                    <a:solidFill>
                      <a:schemeClr val="bg1"/>
                    </a:solidFill>
                  </a:endParaRPr>
                </a:p>
              </p:txBody>
            </p:sp>
          </p:grpSp>
          <p:grpSp>
            <p:nvGrpSpPr>
              <p:cNvPr id="23" name="Graphic 4">
                <a:extLst>
                  <a:ext uri="{FF2B5EF4-FFF2-40B4-BE49-F238E27FC236}">
                    <a16:creationId xmlns:a16="http://schemas.microsoft.com/office/drawing/2014/main" id="{DAABCA04-DD1D-0D01-142F-BFF2BC3A64A0}"/>
                  </a:ext>
                </a:extLst>
              </p:cNvPr>
              <p:cNvGrpSpPr/>
              <p:nvPr/>
            </p:nvGrpSpPr>
            <p:grpSpPr>
              <a:xfrm>
                <a:off x="434880" y="3218909"/>
                <a:ext cx="1701304" cy="462812"/>
                <a:chOff x="434880" y="3218909"/>
                <a:chExt cx="1701304" cy="462812"/>
              </a:xfrm>
            </p:grpSpPr>
            <p:sp>
              <p:nvSpPr>
                <p:cNvPr id="34" name="Freeform: Shape 241">
                  <a:extLst>
                    <a:ext uri="{FF2B5EF4-FFF2-40B4-BE49-F238E27FC236}">
                      <a16:creationId xmlns:a16="http://schemas.microsoft.com/office/drawing/2014/main" id="{9DC2FAA4-B14E-F97B-B15B-911EF66ABE96}"/>
                    </a:ext>
                  </a:extLst>
                </p:cNvPr>
                <p:cNvSpPr/>
                <p:nvPr/>
              </p:nvSpPr>
              <p:spPr>
                <a:xfrm>
                  <a:off x="1995567" y="3496918"/>
                  <a:ext cx="140616" cy="140616"/>
                </a:xfrm>
                <a:custGeom>
                  <a:avLst/>
                  <a:gdLst>
                    <a:gd name="connsiteX0" fmla="*/ 140616 w 140616"/>
                    <a:gd name="connsiteY0" fmla="*/ 70308 h 140616"/>
                    <a:gd name="connsiteX1" fmla="*/ 70308 w 140616"/>
                    <a:gd name="connsiteY1" fmla="*/ 140616 h 140616"/>
                    <a:gd name="connsiteX2" fmla="*/ 0 w 140616"/>
                    <a:gd name="connsiteY2" fmla="*/ 70308 h 140616"/>
                    <a:gd name="connsiteX3" fmla="*/ 70308 w 140616"/>
                    <a:gd name="connsiteY3" fmla="*/ 0 h 140616"/>
                    <a:gd name="connsiteX4" fmla="*/ 140616 w 140616"/>
                    <a:gd name="connsiteY4" fmla="*/ 70308 h 140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16" h="140616">
                      <a:moveTo>
                        <a:pt x="140616" y="70308"/>
                      </a:moveTo>
                      <a:cubicBezTo>
                        <a:pt x="140616" y="109138"/>
                        <a:pt x="109138" y="140616"/>
                        <a:pt x="70308" y="140616"/>
                      </a:cubicBezTo>
                      <a:cubicBezTo>
                        <a:pt x="31478" y="140616"/>
                        <a:pt x="0" y="109138"/>
                        <a:pt x="0" y="70308"/>
                      </a:cubicBezTo>
                      <a:cubicBezTo>
                        <a:pt x="0" y="31478"/>
                        <a:pt x="31478" y="0"/>
                        <a:pt x="70308" y="0"/>
                      </a:cubicBezTo>
                      <a:cubicBezTo>
                        <a:pt x="109138" y="0"/>
                        <a:pt x="140616" y="31478"/>
                        <a:pt x="140616" y="70308"/>
                      </a:cubicBezTo>
                      <a:close/>
                    </a:path>
                  </a:pathLst>
                </a:custGeom>
                <a:solidFill>
                  <a:srgbClr val="9CD14F"/>
                </a:solidFill>
                <a:ln w="8476" cap="flat">
                  <a:noFill/>
                  <a:prstDash val="solid"/>
                  <a:miter/>
                </a:ln>
              </p:spPr>
              <p:txBody>
                <a:bodyPr rtlCol="0" anchor="ctr"/>
                <a:lstStyle/>
                <a:p>
                  <a:endParaRPr lang="en-US">
                    <a:solidFill>
                      <a:schemeClr val="bg1"/>
                    </a:solidFill>
                  </a:endParaRPr>
                </a:p>
              </p:txBody>
            </p:sp>
            <p:sp>
              <p:nvSpPr>
                <p:cNvPr id="35" name="Freeform: Shape 242">
                  <a:extLst>
                    <a:ext uri="{FF2B5EF4-FFF2-40B4-BE49-F238E27FC236}">
                      <a16:creationId xmlns:a16="http://schemas.microsoft.com/office/drawing/2014/main" id="{C3DC201C-9D63-892B-A70C-7EC2BBCA8624}"/>
                    </a:ext>
                  </a:extLst>
                </p:cNvPr>
                <p:cNvSpPr/>
                <p:nvPr/>
              </p:nvSpPr>
              <p:spPr>
                <a:xfrm>
                  <a:off x="1773533" y="3373264"/>
                  <a:ext cx="152829" cy="152829"/>
                </a:xfrm>
                <a:custGeom>
                  <a:avLst/>
                  <a:gdLst>
                    <a:gd name="connsiteX0" fmla="*/ 152829 w 152829"/>
                    <a:gd name="connsiteY0" fmla="*/ 76415 h 152829"/>
                    <a:gd name="connsiteX1" fmla="*/ 76415 w 152829"/>
                    <a:gd name="connsiteY1" fmla="*/ 152829 h 152829"/>
                    <a:gd name="connsiteX2" fmla="*/ 0 w 152829"/>
                    <a:gd name="connsiteY2" fmla="*/ 76415 h 152829"/>
                    <a:gd name="connsiteX3" fmla="*/ 76415 w 152829"/>
                    <a:gd name="connsiteY3" fmla="*/ 0 h 152829"/>
                    <a:gd name="connsiteX4" fmla="*/ 152829 w 152829"/>
                    <a:gd name="connsiteY4" fmla="*/ 76415 h 152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829" h="152829">
                      <a:moveTo>
                        <a:pt x="152829" y="76415"/>
                      </a:moveTo>
                      <a:cubicBezTo>
                        <a:pt x="152829" y="118617"/>
                        <a:pt x="118617" y="152829"/>
                        <a:pt x="76415" y="152829"/>
                      </a:cubicBezTo>
                      <a:cubicBezTo>
                        <a:pt x="34212" y="152829"/>
                        <a:pt x="0" y="118617"/>
                        <a:pt x="0" y="76415"/>
                      </a:cubicBezTo>
                      <a:cubicBezTo>
                        <a:pt x="0" y="34212"/>
                        <a:pt x="34212" y="0"/>
                        <a:pt x="76415" y="0"/>
                      </a:cubicBezTo>
                      <a:cubicBezTo>
                        <a:pt x="118617" y="0"/>
                        <a:pt x="152829" y="34212"/>
                        <a:pt x="152829" y="76415"/>
                      </a:cubicBezTo>
                      <a:close/>
                    </a:path>
                  </a:pathLst>
                </a:custGeom>
                <a:solidFill>
                  <a:srgbClr val="90CC5E"/>
                </a:solidFill>
                <a:ln w="8476" cap="flat">
                  <a:noFill/>
                  <a:prstDash val="solid"/>
                  <a:miter/>
                </a:ln>
              </p:spPr>
              <p:txBody>
                <a:bodyPr rtlCol="0" anchor="ctr"/>
                <a:lstStyle/>
                <a:p>
                  <a:endParaRPr lang="en-US">
                    <a:solidFill>
                      <a:schemeClr val="bg1"/>
                    </a:solidFill>
                  </a:endParaRPr>
                </a:p>
              </p:txBody>
            </p:sp>
            <p:sp>
              <p:nvSpPr>
                <p:cNvPr id="36" name="Freeform: Shape 243">
                  <a:extLst>
                    <a:ext uri="{FF2B5EF4-FFF2-40B4-BE49-F238E27FC236}">
                      <a16:creationId xmlns:a16="http://schemas.microsoft.com/office/drawing/2014/main" id="{64B2BE32-F42B-0DC1-A9D9-17F588DAAAD9}"/>
                    </a:ext>
                  </a:extLst>
                </p:cNvPr>
                <p:cNvSpPr/>
                <p:nvPr/>
              </p:nvSpPr>
              <p:spPr>
                <a:xfrm>
                  <a:off x="1561676" y="3286673"/>
                  <a:ext cx="164872" cy="164872"/>
                </a:xfrm>
                <a:custGeom>
                  <a:avLst/>
                  <a:gdLst>
                    <a:gd name="connsiteX0" fmla="*/ 164872 w 164872"/>
                    <a:gd name="connsiteY0" fmla="*/ 82436 h 164872"/>
                    <a:gd name="connsiteX1" fmla="*/ 82436 w 164872"/>
                    <a:gd name="connsiteY1" fmla="*/ 164872 h 164872"/>
                    <a:gd name="connsiteX2" fmla="*/ 0 w 164872"/>
                    <a:gd name="connsiteY2" fmla="*/ 82436 h 164872"/>
                    <a:gd name="connsiteX3" fmla="*/ 82436 w 164872"/>
                    <a:gd name="connsiteY3" fmla="*/ 0 h 164872"/>
                    <a:gd name="connsiteX4" fmla="*/ 164872 w 164872"/>
                    <a:gd name="connsiteY4" fmla="*/ 82436 h 164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872" h="164872">
                      <a:moveTo>
                        <a:pt x="164872" y="82436"/>
                      </a:moveTo>
                      <a:cubicBezTo>
                        <a:pt x="164872" y="127964"/>
                        <a:pt x="127964" y="164872"/>
                        <a:pt x="82436" y="164872"/>
                      </a:cubicBezTo>
                      <a:cubicBezTo>
                        <a:pt x="36908" y="164872"/>
                        <a:pt x="0" y="127964"/>
                        <a:pt x="0" y="82436"/>
                      </a:cubicBezTo>
                      <a:cubicBezTo>
                        <a:pt x="0" y="36908"/>
                        <a:pt x="36908" y="0"/>
                        <a:pt x="82436" y="0"/>
                      </a:cubicBezTo>
                      <a:cubicBezTo>
                        <a:pt x="127964" y="0"/>
                        <a:pt x="164872" y="36908"/>
                        <a:pt x="164872" y="82436"/>
                      </a:cubicBezTo>
                      <a:close/>
                    </a:path>
                  </a:pathLst>
                </a:custGeom>
                <a:solidFill>
                  <a:srgbClr val="85C66C"/>
                </a:solidFill>
                <a:ln w="8476" cap="flat">
                  <a:noFill/>
                  <a:prstDash val="solid"/>
                  <a:miter/>
                </a:ln>
              </p:spPr>
              <p:txBody>
                <a:bodyPr rtlCol="0" anchor="ctr"/>
                <a:lstStyle/>
                <a:p>
                  <a:endParaRPr lang="en-US">
                    <a:solidFill>
                      <a:schemeClr val="bg1"/>
                    </a:solidFill>
                  </a:endParaRPr>
                </a:p>
              </p:txBody>
            </p:sp>
            <p:sp>
              <p:nvSpPr>
                <p:cNvPr id="37" name="Freeform: Shape 244">
                  <a:extLst>
                    <a:ext uri="{FF2B5EF4-FFF2-40B4-BE49-F238E27FC236}">
                      <a16:creationId xmlns:a16="http://schemas.microsoft.com/office/drawing/2014/main" id="{24AF6DDA-FABD-3AF9-7DED-F14F3F4C2BFB}"/>
                    </a:ext>
                  </a:extLst>
                </p:cNvPr>
                <p:cNvSpPr/>
                <p:nvPr/>
              </p:nvSpPr>
              <p:spPr>
                <a:xfrm>
                  <a:off x="1348800" y="3233581"/>
                  <a:ext cx="177084" cy="177084"/>
                </a:xfrm>
                <a:custGeom>
                  <a:avLst/>
                  <a:gdLst>
                    <a:gd name="connsiteX0" fmla="*/ 177085 w 177084"/>
                    <a:gd name="connsiteY0" fmla="*/ 88542 h 177084"/>
                    <a:gd name="connsiteX1" fmla="*/ 88542 w 177084"/>
                    <a:gd name="connsiteY1" fmla="*/ 177085 h 177084"/>
                    <a:gd name="connsiteX2" fmla="*/ 0 w 177084"/>
                    <a:gd name="connsiteY2" fmla="*/ 88542 h 177084"/>
                    <a:gd name="connsiteX3" fmla="*/ 88542 w 177084"/>
                    <a:gd name="connsiteY3" fmla="*/ 0 h 177084"/>
                    <a:gd name="connsiteX4" fmla="*/ 177085 w 177084"/>
                    <a:gd name="connsiteY4" fmla="*/ 88542 h 177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84" h="177084">
                      <a:moveTo>
                        <a:pt x="177085" y="88542"/>
                      </a:moveTo>
                      <a:cubicBezTo>
                        <a:pt x="177085" y="137443"/>
                        <a:pt x="137443" y="177085"/>
                        <a:pt x="88542" y="177085"/>
                      </a:cubicBezTo>
                      <a:cubicBezTo>
                        <a:pt x="39642" y="177085"/>
                        <a:pt x="0" y="137443"/>
                        <a:pt x="0" y="88542"/>
                      </a:cubicBezTo>
                      <a:cubicBezTo>
                        <a:pt x="0" y="39642"/>
                        <a:pt x="39642" y="0"/>
                        <a:pt x="88542" y="0"/>
                      </a:cubicBezTo>
                      <a:cubicBezTo>
                        <a:pt x="137443" y="0"/>
                        <a:pt x="177085" y="39642"/>
                        <a:pt x="177085" y="88542"/>
                      </a:cubicBezTo>
                      <a:close/>
                    </a:path>
                  </a:pathLst>
                </a:custGeom>
                <a:solidFill>
                  <a:srgbClr val="79C17B"/>
                </a:solidFill>
                <a:ln w="8476" cap="flat">
                  <a:noFill/>
                  <a:prstDash val="solid"/>
                  <a:miter/>
                </a:ln>
              </p:spPr>
              <p:txBody>
                <a:bodyPr rtlCol="0" anchor="ctr"/>
                <a:lstStyle/>
                <a:p>
                  <a:endParaRPr lang="en-US">
                    <a:solidFill>
                      <a:schemeClr val="bg1"/>
                    </a:solidFill>
                  </a:endParaRPr>
                </a:p>
              </p:txBody>
            </p:sp>
            <p:sp>
              <p:nvSpPr>
                <p:cNvPr id="38" name="Freeform: Shape 245">
                  <a:extLst>
                    <a:ext uri="{FF2B5EF4-FFF2-40B4-BE49-F238E27FC236}">
                      <a16:creationId xmlns:a16="http://schemas.microsoft.com/office/drawing/2014/main" id="{D618AA41-3C53-200C-3503-18B4CF2FD811}"/>
                    </a:ext>
                  </a:extLst>
                </p:cNvPr>
                <p:cNvSpPr/>
                <p:nvPr/>
              </p:nvSpPr>
              <p:spPr>
                <a:xfrm>
                  <a:off x="1115401" y="3218909"/>
                  <a:ext cx="189297" cy="189297"/>
                </a:xfrm>
                <a:custGeom>
                  <a:avLst/>
                  <a:gdLst>
                    <a:gd name="connsiteX0" fmla="*/ 189298 w 189297"/>
                    <a:gd name="connsiteY0" fmla="*/ 94649 h 189297"/>
                    <a:gd name="connsiteX1" fmla="*/ 94649 w 189297"/>
                    <a:gd name="connsiteY1" fmla="*/ 189298 h 189297"/>
                    <a:gd name="connsiteX2" fmla="*/ 0 w 189297"/>
                    <a:gd name="connsiteY2" fmla="*/ 94649 h 189297"/>
                    <a:gd name="connsiteX3" fmla="*/ 94649 w 189297"/>
                    <a:gd name="connsiteY3" fmla="*/ 0 h 189297"/>
                    <a:gd name="connsiteX4" fmla="*/ 189298 w 189297"/>
                    <a:gd name="connsiteY4" fmla="*/ 94649 h 189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297" h="189297">
                      <a:moveTo>
                        <a:pt x="189298" y="94649"/>
                      </a:moveTo>
                      <a:cubicBezTo>
                        <a:pt x="189298" y="146922"/>
                        <a:pt x="146922" y="189298"/>
                        <a:pt x="94649" y="189298"/>
                      </a:cubicBezTo>
                      <a:cubicBezTo>
                        <a:pt x="42376" y="189298"/>
                        <a:pt x="0" y="146922"/>
                        <a:pt x="0" y="94649"/>
                      </a:cubicBezTo>
                      <a:cubicBezTo>
                        <a:pt x="0" y="42376"/>
                        <a:pt x="42376" y="0"/>
                        <a:pt x="94649" y="0"/>
                      </a:cubicBezTo>
                      <a:cubicBezTo>
                        <a:pt x="146922" y="0"/>
                        <a:pt x="189298" y="42376"/>
                        <a:pt x="189298" y="94649"/>
                      </a:cubicBezTo>
                      <a:close/>
                    </a:path>
                  </a:pathLst>
                </a:custGeom>
                <a:solidFill>
                  <a:srgbClr val="6EBB8A"/>
                </a:solidFill>
                <a:ln w="8476" cap="flat">
                  <a:noFill/>
                  <a:prstDash val="solid"/>
                  <a:miter/>
                </a:ln>
              </p:spPr>
              <p:txBody>
                <a:bodyPr rtlCol="0" anchor="ctr"/>
                <a:lstStyle/>
                <a:p>
                  <a:endParaRPr lang="en-US">
                    <a:solidFill>
                      <a:schemeClr val="bg1"/>
                    </a:solidFill>
                  </a:endParaRPr>
                </a:p>
              </p:txBody>
            </p:sp>
            <p:sp>
              <p:nvSpPr>
                <p:cNvPr id="39" name="Freeform: Shape 246">
                  <a:extLst>
                    <a:ext uri="{FF2B5EF4-FFF2-40B4-BE49-F238E27FC236}">
                      <a16:creationId xmlns:a16="http://schemas.microsoft.com/office/drawing/2014/main" id="{331AFF4D-39D9-9307-6B4C-E716AEEE1EE6}"/>
                    </a:ext>
                  </a:extLst>
                </p:cNvPr>
                <p:cNvSpPr/>
                <p:nvPr/>
              </p:nvSpPr>
              <p:spPr>
                <a:xfrm>
                  <a:off x="875726" y="3247829"/>
                  <a:ext cx="201340" cy="201340"/>
                </a:xfrm>
                <a:custGeom>
                  <a:avLst/>
                  <a:gdLst>
                    <a:gd name="connsiteX0" fmla="*/ 201341 w 201340"/>
                    <a:gd name="connsiteY0" fmla="*/ 100670 h 201340"/>
                    <a:gd name="connsiteX1" fmla="*/ 100670 w 201340"/>
                    <a:gd name="connsiteY1" fmla="*/ 201341 h 201340"/>
                    <a:gd name="connsiteX2" fmla="*/ 0 w 201340"/>
                    <a:gd name="connsiteY2" fmla="*/ 100670 h 201340"/>
                    <a:gd name="connsiteX3" fmla="*/ 100670 w 201340"/>
                    <a:gd name="connsiteY3" fmla="*/ 0 h 201340"/>
                    <a:gd name="connsiteX4" fmla="*/ 201341 w 201340"/>
                    <a:gd name="connsiteY4" fmla="*/ 100670 h 201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40" h="201340">
                      <a:moveTo>
                        <a:pt x="201341" y="100670"/>
                      </a:moveTo>
                      <a:cubicBezTo>
                        <a:pt x="201341" y="156269"/>
                        <a:pt x="156269" y="201341"/>
                        <a:pt x="100670" y="201341"/>
                      </a:cubicBezTo>
                      <a:cubicBezTo>
                        <a:pt x="45072" y="201341"/>
                        <a:pt x="0" y="156269"/>
                        <a:pt x="0" y="100670"/>
                      </a:cubicBezTo>
                      <a:cubicBezTo>
                        <a:pt x="0" y="45072"/>
                        <a:pt x="45072" y="0"/>
                        <a:pt x="100670" y="0"/>
                      </a:cubicBezTo>
                      <a:cubicBezTo>
                        <a:pt x="156269" y="0"/>
                        <a:pt x="201341" y="45072"/>
                        <a:pt x="201341" y="100670"/>
                      </a:cubicBezTo>
                      <a:close/>
                    </a:path>
                  </a:pathLst>
                </a:custGeom>
                <a:solidFill>
                  <a:srgbClr val="62B698"/>
                </a:solidFill>
                <a:ln w="8476" cap="flat">
                  <a:noFill/>
                  <a:prstDash val="solid"/>
                  <a:miter/>
                </a:ln>
              </p:spPr>
              <p:txBody>
                <a:bodyPr rtlCol="0" anchor="ctr"/>
                <a:lstStyle/>
                <a:p>
                  <a:endParaRPr lang="en-US">
                    <a:solidFill>
                      <a:schemeClr val="bg1"/>
                    </a:solidFill>
                  </a:endParaRPr>
                </a:p>
              </p:txBody>
            </p:sp>
            <p:sp>
              <p:nvSpPr>
                <p:cNvPr id="40" name="Freeform: Shape 247">
                  <a:extLst>
                    <a:ext uri="{FF2B5EF4-FFF2-40B4-BE49-F238E27FC236}">
                      <a16:creationId xmlns:a16="http://schemas.microsoft.com/office/drawing/2014/main" id="{E37A73E0-75C0-9155-4C42-901D06EAAA24}"/>
                    </a:ext>
                  </a:extLst>
                </p:cNvPr>
                <p:cNvSpPr/>
                <p:nvPr/>
              </p:nvSpPr>
              <p:spPr>
                <a:xfrm>
                  <a:off x="644108" y="3325177"/>
                  <a:ext cx="213553" cy="213553"/>
                </a:xfrm>
                <a:custGeom>
                  <a:avLst/>
                  <a:gdLst>
                    <a:gd name="connsiteX0" fmla="*/ 213554 w 213553"/>
                    <a:gd name="connsiteY0" fmla="*/ 106777 h 213553"/>
                    <a:gd name="connsiteX1" fmla="*/ 106777 w 213553"/>
                    <a:gd name="connsiteY1" fmla="*/ 213554 h 213553"/>
                    <a:gd name="connsiteX2" fmla="*/ 0 w 213553"/>
                    <a:gd name="connsiteY2" fmla="*/ 106777 h 213553"/>
                    <a:gd name="connsiteX3" fmla="*/ 106777 w 213553"/>
                    <a:gd name="connsiteY3" fmla="*/ 0 h 213553"/>
                    <a:gd name="connsiteX4" fmla="*/ 213554 w 213553"/>
                    <a:gd name="connsiteY4" fmla="*/ 106777 h 21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53" h="213553">
                      <a:moveTo>
                        <a:pt x="213554" y="106777"/>
                      </a:moveTo>
                      <a:cubicBezTo>
                        <a:pt x="213554" y="165748"/>
                        <a:pt x="165748" y="213554"/>
                        <a:pt x="106777" y="213554"/>
                      </a:cubicBezTo>
                      <a:cubicBezTo>
                        <a:pt x="47806" y="213554"/>
                        <a:pt x="0" y="165748"/>
                        <a:pt x="0" y="106777"/>
                      </a:cubicBezTo>
                      <a:cubicBezTo>
                        <a:pt x="0" y="47806"/>
                        <a:pt x="47806" y="0"/>
                        <a:pt x="106777" y="0"/>
                      </a:cubicBezTo>
                      <a:cubicBezTo>
                        <a:pt x="165748" y="0"/>
                        <a:pt x="213554" y="47806"/>
                        <a:pt x="213554" y="106777"/>
                      </a:cubicBezTo>
                      <a:close/>
                    </a:path>
                  </a:pathLst>
                </a:custGeom>
                <a:solidFill>
                  <a:srgbClr val="56B0A7"/>
                </a:solidFill>
                <a:ln w="8476" cap="flat">
                  <a:noFill/>
                  <a:prstDash val="solid"/>
                  <a:miter/>
                </a:ln>
              </p:spPr>
              <p:txBody>
                <a:bodyPr rtlCol="0" anchor="ctr"/>
                <a:lstStyle/>
                <a:p>
                  <a:endParaRPr lang="en-US">
                    <a:solidFill>
                      <a:schemeClr val="bg1"/>
                    </a:solidFill>
                  </a:endParaRPr>
                </a:p>
              </p:txBody>
            </p:sp>
            <p:sp>
              <p:nvSpPr>
                <p:cNvPr id="41" name="Freeform: Shape 248">
                  <a:extLst>
                    <a:ext uri="{FF2B5EF4-FFF2-40B4-BE49-F238E27FC236}">
                      <a16:creationId xmlns:a16="http://schemas.microsoft.com/office/drawing/2014/main" id="{F8F53D36-30DD-414F-7531-9BAD8BFE65F8}"/>
                    </a:ext>
                  </a:extLst>
                </p:cNvPr>
                <p:cNvSpPr/>
                <p:nvPr/>
              </p:nvSpPr>
              <p:spPr>
                <a:xfrm>
                  <a:off x="434880" y="3455955"/>
                  <a:ext cx="225766" cy="225766"/>
                </a:xfrm>
                <a:custGeom>
                  <a:avLst/>
                  <a:gdLst>
                    <a:gd name="connsiteX0" fmla="*/ 225766 w 225766"/>
                    <a:gd name="connsiteY0" fmla="*/ 112883 h 225766"/>
                    <a:gd name="connsiteX1" fmla="*/ 112883 w 225766"/>
                    <a:gd name="connsiteY1" fmla="*/ 225766 h 225766"/>
                    <a:gd name="connsiteX2" fmla="*/ 0 w 225766"/>
                    <a:gd name="connsiteY2" fmla="*/ 112883 h 225766"/>
                    <a:gd name="connsiteX3" fmla="*/ 112883 w 225766"/>
                    <a:gd name="connsiteY3" fmla="*/ 0 h 225766"/>
                    <a:gd name="connsiteX4" fmla="*/ 225766 w 225766"/>
                    <a:gd name="connsiteY4" fmla="*/ 112883 h 225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66" h="225766">
                      <a:moveTo>
                        <a:pt x="225766" y="112883"/>
                      </a:moveTo>
                      <a:cubicBezTo>
                        <a:pt x="225766" y="175227"/>
                        <a:pt x="175227" y="225766"/>
                        <a:pt x="112883" y="225766"/>
                      </a:cubicBezTo>
                      <a:cubicBezTo>
                        <a:pt x="50540" y="225766"/>
                        <a:pt x="0" y="175227"/>
                        <a:pt x="0" y="112883"/>
                      </a:cubicBezTo>
                      <a:cubicBezTo>
                        <a:pt x="0" y="50539"/>
                        <a:pt x="50540" y="0"/>
                        <a:pt x="112883" y="0"/>
                      </a:cubicBezTo>
                      <a:cubicBezTo>
                        <a:pt x="175227" y="0"/>
                        <a:pt x="225766" y="50539"/>
                        <a:pt x="225766" y="112883"/>
                      </a:cubicBezTo>
                      <a:close/>
                    </a:path>
                  </a:pathLst>
                </a:custGeom>
                <a:solidFill>
                  <a:srgbClr val="4BABB5"/>
                </a:solidFill>
                <a:ln w="8476" cap="flat">
                  <a:noFill/>
                  <a:prstDash val="solid"/>
                  <a:miter/>
                </a:ln>
              </p:spPr>
              <p:txBody>
                <a:bodyPr rtlCol="0" anchor="ctr"/>
                <a:lstStyle/>
                <a:p>
                  <a:endParaRPr lang="en-US">
                    <a:solidFill>
                      <a:schemeClr val="bg1"/>
                    </a:solidFill>
                  </a:endParaRPr>
                </a:p>
              </p:txBody>
            </p:sp>
          </p:grpSp>
          <p:grpSp>
            <p:nvGrpSpPr>
              <p:cNvPr id="24" name="Graphic 4">
                <a:extLst>
                  <a:ext uri="{FF2B5EF4-FFF2-40B4-BE49-F238E27FC236}">
                    <a16:creationId xmlns:a16="http://schemas.microsoft.com/office/drawing/2014/main" id="{35708B32-0141-F91C-50B4-DFE400305997}"/>
                  </a:ext>
                </a:extLst>
              </p:cNvPr>
              <p:cNvGrpSpPr/>
              <p:nvPr/>
            </p:nvGrpSpPr>
            <p:grpSpPr>
              <a:xfrm>
                <a:off x="9891197" y="3659840"/>
                <a:ext cx="1864649" cy="659743"/>
                <a:chOff x="9891197" y="3659840"/>
                <a:chExt cx="1864649" cy="659743"/>
              </a:xfrm>
            </p:grpSpPr>
            <p:sp>
              <p:nvSpPr>
                <p:cNvPr id="25" name="Freeform: Shape 232">
                  <a:extLst>
                    <a:ext uri="{FF2B5EF4-FFF2-40B4-BE49-F238E27FC236}">
                      <a16:creationId xmlns:a16="http://schemas.microsoft.com/office/drawing/2014/main" id="{F1F3FC58-3628-38A0-1625-E87FB82C6040}"/>
                    </a:ext>
                  </a:extLst>
                </p:cNvPr>
                <p:cNvSpPr/>
                <p:nvPr/>
              </p:nvSpPr>
              <p:spPr>
                <a:xfrm>
                  <a:off x="11517867" y="3659840"/>
                  <a:ext cx="237979" cy="237979"/>
                </a:xfrm>
                <a:custGeom>
                  <a:avLst/>
                  <a:gdLst>
                    <a:gd name="connsiteX0" fmla="*/ 237979 w 237979"/>
                    <a:gd name="connsiteY0" fmla="*/ 118990 h 237979"/>
                    <a:gd name="connsiteX1" fmla="*/ 118989 w 237979"/>
                    <a:gd name="connsiteY1" fmla="*/ 237979 h 237979"/>
                    <a:gd name="connsiteX2" fmla="*/ -1 w 237979"/>
                    <a:gd name="connsiteY2" fmla="*/ 118990 h 237979"/>
                    <a:gd name="connsiteX3" fmla="*/ 118989 w 237979"/>
                    <a:gd name="connsiteY3" fmla="*/ 0 h 237979"/>
                    <a:gd name="connsiteX4" fmla="*/ 237979 w 237979"/>
                    <a:gd name="connsiteY4" fmla="*/ 118990 h 237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979" h="237979">
                      <a:moveTo>
                        <a:pt x="237979" y="118990"/>
                      </a:moveTo>
                      <a:cubicBezTo>
                        <a:pt x="237979" y="184706"/>
                        <a:pt x="184705" y="237979"/>
                        <a:pt x="118989" y="237979"/>
                      </a:cubicBezTo>
                      <a:cubicBezTo>
                        <a:pt x="53273" y="237979"/>
                        <a:pt x="-1" y="184706"/>
                        <a:pt x="-1" y="118990"/>
                      </a:cubicBezTo>
                      <a:cubicBezTo>
                        <a:pt x="-1" y="53273"/>
                        <a:pt x="53273" y="0"/>
                        <a:pt x="118989" y="0"/>
                      </a:cubicBezTo>
                      <a:cubicBezTo>
                        <a:pt x="184705" y="0"/>
                        <a:pt x="237979" y="53273"/>
                        <a:pt x="237979" y="118990"/>
                      </a:cubicBezTo>
                      <a:close/>
                    </a:path>
                  </a:pathLst>
                </a:custGeom>
                <a:solidFill>
                  <a:srgbClr val="3FA5C4"/>
                </a:solidFill>
                <a:ln w="8476" cap="flat">
                  <a:noFill/>
                  <a:prstDash val="solid"/>
                  <a:miter/>
                </a:ln>
              </p:spPr>
              <p:txBody>
                <a:bodyPr rtlCol="0" anchor="ctr"/>
                <a:lstStyle/>
                <a:p>
                  <a:endParaRPr lang="en-US">
                    <a:solidFill>
                      <a:schemeClr val="bg1"/>
                    </a:solidFill>
                  </a:endParaRPr>
                </a:p>
              </p:txBody>
            </p:sp>
            <p:sp>
              <p:nvSpPr>
                <p:cNvPr id="26" name="Freeform: Shape 233">
                  <a:extLst>
                    <a:ext uri="{FF2B5EF4-FFF2-40B4-BE49-F238E27FC236}">
                      <a16:creationId xmlns:a16="http://schemas.microsoft.com/office/drawing/2014/main" id="{532267C0-1B01-6F7C-0763-B030E21F5B5E}"/>
                    </a:ext>
                  </a:extLst>
                </p:cNvPr>
                <p:cNvSpPr/>
                <p:nvPr/>
              </p:nvSpPr>
              <p:spPr>
                <a:xfrm>
                  <a:off x="11331114" y="3880178"/>
                  <a:ext cx="216267" cy="216267"/>
                </a:xfrm>
                <a:custGeom>
                  <a:avLst/>
                  <a:gdLst>
                    <a:gd name="connsiteX0" fmla="*/ 216268 w 216267"/>
                    <a:gd name="connsiteY0" fmla="*/ 108134 h 216267"/>
                    <a:gd name="connsiteX1" fmla="*/ 108134 w 216267"/>
                    <a:gd name="connsiteY1" fmla="*/ 216268 h 216267"/>
                    <a:gd name="connsiteX2" fmla="*/ 0 w 216267"/>
                    <a:gd name="connsiteY2" fmla="*/ 108134 h 216267"/>
                    <a:gd name="connsiteX3" fmla="*/ 108134 w 216267"/>
                    <a:gd name="connsiteY3" fmla="*/ 0 h 216267"/>
                    <a:gd name="connsiteX4" fmla="*/ 216268 w 216267"/>
                    <a:gd name="connsiteY4" fmla="*/ 108134 h 216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67" h="216267">
                      <a:moveTo>
                        <a:pt x="216268" y="108134"/>
                      </a:moveTo>
                      <a:cubicBezTo>
                        <a:pt x="216268" y="167854"/>
                        <a:pt x="167854" y="216268"/>
                        <a:pt x="108134" y="216268"/>
                      </a:cubicBezTo>
                      <a:cubicBezTo>
                        <a:pt x="48413" y="216268"/>
                        <a:pt x="0" y="167854"/>
                        <a:pt x="0" y="108134"/>
                      </a:cubicBezTo>
                      <a:cubicBezTo>
                        <a:pt x="0" y="48413"/>
                        <a:pt x="48413" y="0"/>
                        <a:pt x="108134" y="0"/>
                      </a:cubicBezTo>
                      <a:cubicBezTo>
                        <a:pt x="167854" y="0"/>
                        <a:pt x="216268" y="48413"/>
                        <a:pt x="216268" y="108134"/>
                      </a:cubicBezTo>
                      <a:close/>
                    </a:path>
                  </a:pathLst>
                </a:custGeom>
                <a:solidFill>
                  <a:srgbClr val="45AACA"/>
                </a:solidFill>
                <a:ln w="8476" cap="flat">
                  <a:noFill/>
                  <a:prstDash val="solid"/>
                  <a:miter/>
                </a:ln>
              </p:spPr>
              <p:txBody>
                <a:bodyPr rtlCol="0" anchor="ctr"/>
                <a:lstStyle/>
                <a:p>
                  <a:endParaRPr lang="en-US">
                    <a:solidFill>
                      <a:schemeClr val="bg1"/>
                    </a:solidFill>
                  </a:endParaRPr>
                </a:p>
              </p:txBody>
            </p:sp>
            <p:sp>
              <p:nvSpPr>
                <p:cNvPr id="27" name="Freeform: Shape 234">
                  <a:extLst>
                    <a:ext uri="{FF2B5EF4-FFF2-40B4-BE49-F238E27FC236}">
                      <a16:creationId xmlns:a16="http://schemas.microsoft.com/office/drawing/2014/main" id="{4CB7222E-4119-608E-61B6-13360DBB4059}"/>
                    </a:ext>
                  </a:extLst>
                </p:cNvPr>
                <p:cNvSpPr/>
                <p:nvPr/>
              </p:nvSpPr>
              <p:spPr>
                <a:xfrm>
                  <a:off x="11132148" y="4035636"/>
                  <a:ext cx="194725" cy="194725"/>
                </a:xfrm>
                <a:custGeom>
                  <a:avLst/>
                  <a:gdLst>
                    <a:gd name="connsiteX0" fmla="*/ 194726 w 194725"/>
                    <a:gd name="connsiteY0" fmla="*/ 97363 h 194725"/>
                    <a:gd name="connsiteX1" fmla="*/ 97363 w 194725"/>
                    <a:gd name="connsiteY1" fmla="*/ 194726 h 194725"/>
                    <a:gd name="connsiteX2" fmla="*/ 0 w 194725"/>
                    <a:gd name="connsiteY2" fmla="*/ 97363 h 194725"/>
                    <a:gd name="connsiteX3" fmla="*/ 97363 w 194725"/>
                    <a:gd name="connsiteY3" fmla="*/ 0 h 194725"/>
                    <a:gd name="connsiteX4" fmla="*/ 194726 w 194725"/>
                    <a:gd name="connsiteY4" fmla="*/ 97363 h 194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25" h="194725">
                      <a:moveTo>
                        <a:pt x="194726" y="97363"/>
                      </a:moveTo>
                      <a:cubicBezTo>
                        <a:pt x="194726" y="151135"/>
                        <a:pt x="151135" y="194726"/>
                        <a:pt x="97363" y="194726"/>
                      </a:cubicBezTo>
                      <a:cubicBezTo>
                        <a:pt x="43591" y="194726"/>
                        <a:pt x="0" y="151135"/>
                        <a:pt x="0" y="97363"/>
                      </a:cubicBezTo>
                      <a:cubicBezTo>
                        <a:pt x="0" y="43591"/>
                        <a:pt x="43591" y="0"/>
                        <a:pt x="97363" y="0"/>
                      </a:cubicBezTo>
                      <a:cubicBezTo>
                        <a:pt x="151135" y="0"/>
                        <a:pt x="194726" y="43591"/>
                        <a:pt x="194726" y="97363"/>
                      </a:cubicBezTo>
                      <a:close/>
                    </a:path>
                  </a:pathLst>
                </a:custGeom>
                <a:solidFill>
                  <a:srgbClr val="4BAECF"/>
                </a:solidFill>
                <a:ln w="8476" cap="flat">
                  <a:noFill/>
                  <a:prstDash val="solid"/>
                  <a:miter/>
                </a:ln>
              </p:spPr>
              <p:txBody>
                <a:bodyPr rtlCol="0" anchor="ctr"/>
                <a:lstStyle/>
                <a:p>
                  <a:endParaRPr lang="en-US">
                    <a:solidFill>
                      <a:schemeClr val="bg1"/>
                    </a:solidFill>
                  </a:endParaRPr>
                </a:p>
              </p:txBody>
            </p:sp>
            <p:sp>
              <p:nvSpPr>
                <p:cNvPr id="28" name="Freeform: Shape 235">
                  <a:extLst>
                    <a:ext uri="{FF2B5EF4-FFF2-40B4-BE49-F238E27FC236}">
                      <a16:creationId xmlns:a16="http://schemas.microsoft.com/office/drawing/2014/main" id="{B24B59E4-876A-350A-C932-7B0BE3011525}"/>
                    </a:ext>
                  </a:extLst>
                </p:cNvPr>
                <p:cNvSpPr/>
                <p:nvPr/>
              </p:nvSpPr>
              <p:spPr>
                <a:xfrm>
                  <a:off x="10931401" y="4130285"/>
                  <a:ext cx="173013" cy="173013"/>
                </a:xfrm>
                <a:custGeom>
                  <a:avLst/>
                  <a:gdLst>
                    <a:gd name="connsiteX0" fmla="*/ 173014 w 173013"/>
                    <a:gd name="connsiteY0" fmla="*/ 86507 h 173013"/>
                    <a:gd name="connsiteX1" fmla="*/ 86508 w 173013"/>
                    <a:gd name="connsiteY1" fmla="*/ 173014 h 173013"/>
                    <a:gd name="connsiteX2" fmla="*/ 1 w 173013"/>
                    <a:gd name="connsiteY2" fmla="*/ 86507 h 173013"/>
                    <a:gd name="connsiteX3" fmla="*/ 86508 w 173013"/>
                    <a:gd name="connsiteY3" fmla="*/ 0 h 173013"/>
                    <a:gd name="connsiteX4" fmla="*/ 173014 w 173013"/>
                    <a:gd name="connsiteY4" fmla="*/ 86507 h 17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13" h="173013">
                      <a:moveTo>
                        <a:pt x="173014" y="86507"/>
                      </a:moveTo>
                      <a:cubicBezTo>
                        <a:pt x="173014" y="134284"/>
                        <a:pt x="134284" y="173014"/>
                        <a:pt x="86508" y="173014"/>
                      </a:cubicBezTo>
                      <a:cubicBezTo>
                        <a:pt x="38731" y="173014"/>
                        <a:pt x="1" y="134284"/>
                        <a:pt x="1" y="86507"/>
                      </a:cubicBezTo>
                      <a:cubicBezTo>
                        <a:pt x="1" y="38731"/>
                        <a:pt x="38731" y="0"/>
                        <a:pt x="86508" y="0"/>
                      </a:cubicBezTo>
                      <a:cubicBezTo>
                        <a:pt x="134284" y="0"/>
                        <a:pt x="173014" y="38730"/>
                        <a:pt x="173014" y="86507"/>
                      </a:cubicBezTo>
                      <a:close/>
                    </a:path>
                  </a:pathLst>
                </a:custGeom>
                <a:solidFill>
                  <a:srgbClr val="51B3D4"/>
                </a:solidFill>
                <a:ln w="8476" cap="flat">
                  <a:noFill/>
                  <a:prstDash val="solid"/>
                  <a:miter/>
                </a:ln>
              </p:spPr>
              <p:txBody>
                <a:bodyPr rtlCol="0" anchor="ctr"/>
                <a:lstStyle/>
                <a:p>
                  <a:endParaRPr lang="en-US">
                    <a:solidFill>
                      <a:schemeClr val="bg1"/>
                    </a:solidFill>
                  </a:endParaRPr>
                </a:p>
              </p:txBody>
            </p:sp>
            <p:sp>
              <p:nvSpPr>
                <p:cNvPr id="29" name="Freeform: Shape 236">
                  <a:extLst>
                    <a:ext uri="{FF2B5EF4-FFF2-40B4-BE49-F238E27FC236}">
                      <a16:creationId xmlns:a16="http://schemas.microsoft.com/office/drawing/2014/main" id="{7D63DFA0-2AD3-886A-C61B-3202E8D592B7}"/>
                    </a:ext>
                  </a:extLst>
                </p:cNvPr>
                <p:cNvSpPr/>
                <p:nvPr/>
              </p:nvSpPr>
              <p:spPr>
                <a:xfrm>
                  <a:off x="10730738" y="4168111"/>
                  <a:ext cx="151472" cy="151472"/>
                </a:xfrm>
                <a:custGeom>
                  <a:avLst/>
                  <a:gdLst>
                    <a:gd name="connsiteX0" fmla="*/ 151472 w 151472"/>
                    <a:gd name="connsiteY0" fmla="*/ 75736 h 151472"/>
                    <a:gd name="connsiteX1" fmla="*/ 75735 w 151472"/>
                    <a:gd name="connsiteY1" fmla="*/ 151472 h 151472"/>
                    <a:gd name="connsiteX2" fmla="*/ -1 w 151472"/>
                    <a:gd name="connsiteY2" fmla="*/ 75736 h 151472"/>
                    <a:gd name="connsiteX3" fmla="*/ 75735 w 151472"/>
                    <a:gd name="connsiteY3" fmla="*/ 0 h 151472"/>
                    <a:gd name="connsiteX4" fmla="*/ 151472 w 151472"/>
                    <a:gd name="connsiteY4" fmla="*/ 75736 h 15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72" h="151472">
                      <a:moveTo>
                        <a:pt x="151472" y="75736"/>
                      </a:moveTo>
                      <a:cubicBezTo>
                        <a:pt x="151472" y="117564"/>
                        <a:pt x="117564" y="151472"/>
                        <a:pt x="75735" y="151472"/>
                      </a:cubicBezTo>
                      <a:cubicBezTo>
                        <a:pt x="33908" y="151472"/>
                        <a:pt x="-1" y="117564"/>
                        <a:pt x="-1" y="75736"/>
                      </a:cubicBezTo>
                      <a:cubicBezTo>
                        <a:pt x="-1" y="33908"/>
                        <a:pt x="33907" y="0"/>
                        <a:pt x="75735" y="0"/>
                      </a:cubicBezTo>
                      <a:cubicBezTo>
                        <a:pt x="117563" y="0"/>
                        <a:pt x="151472" y="33908"/>
                        <a:pt x="151472" y="75736"/>
                      </a:cubicBezTo>
                      <a:close/>
                    </a:path>
                  </a:pathLst>
                </a:custGeom>
                <a:solidFill>
                  <a:srgbClr val="57B8DA"/>
                </a:solidFill>
                <a:ln w="8476" cap="flat">
                  <a:noFill/>
                  <a:prstDash val="solid"/>
                  <a:miter/>
                </a:ln>
              </p:spPr>
              <p:txBody>
                <a:bodyPr rtlCol="0" anchor="ctr"/>
                <a:lstStyle/>
                <a:p>
                  <a:endParaRPr lang="en-US">
                    <a:solidFill>
                      <a:schemeClr val="bg1"/>
                    </a:solidFill>
                  </a:endParaRPr>
                </a:p>
              </p:txBody>
            </p:sp>
            <p:sp>
              <p:nvSpPr>
                <p:cNvPr id="30" name="Freeform: Shape 237">
                  <a:extLst>
                    <a:ext uri="{FF2B5EF4-FFF2-40B4-BE49-F238E27FC236}">
                      <a16:creationId xmlns:a16="http://schemas.microsoft.com/office/drawing/2014/main" id="{54B51DC7-8BE2-C0B6-0921-43F3DAFC8B23}"/>
                    </a:ext>
                  </a:extLst>
                </p:cNvPr>
                <p:cNvSpPr/>
                <p:nvPr/>
              </p:nvSpPr>
              <p:spPr>
                <a:xfrm>
                  <a:off x="10523631" y="4153269"/>
                  <a:ext cx="129760" cy="129760"/>
                </a:xfrm>
                <a:custGeom>
                  <a:avLst/>
                  <a:gdLst>
                    <a:gd name="connsiteX0" fmla="*/ 129760 w 129760"/>
                    <a:gd name="connsiteY0" fmla="*/ 64880 h 129760"/>
                    <a:gd name="connsiteX1" fmla="*/ 64880 w 129760"/>
                    <a:gd name="connsiteY1" fmla="*/ 129760 h 129760"/>
                    <a:gd name="connsiteX2" fmla="*/ -1 w 129760"/>
                    <a:gd name="connsiteY2" fmla="*/ 64880 h 129760"/>
                    <a:gd name="connsiteX3" fmla="*/ 64880 w 129760"/>
                    <a:gd name="connsiteY3" fmla="*/ 0 h 129760"/>
                    <a:gd name="connsiteX4" fmla="*/ 129760 w 129760"/>
                    <a:gd name="connsiteY4" fmla="*/ 64880 h 129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60" h="129760">
                      <a:moveTo>
                        <a:pt x="129760" y="64880"/>
                      </a:moveTo>
                      <a:cubicBezTo>
                        <a:pt x="129760" y="100712"/>
                        <a:pt x="100712" y="129760"/>
                        <a:pt x="64880" y="129760"/>
                      </a:cubicBezTo>
                      <a:cubicBezTo>
                        <a:pt x="29048" y="129760"/>
                        <a:pt x="-1" y="100712"/>
                        <a:pt x="-1" y="64880"/>
                      </a:cubicBezTo>
                      <a:cubicBezTo>
                        <a:pt x="-1" y="29048"/>
                        <a:pt x="29048" y="0"/>
                        <a:pt x="64880" y="0"/>
                      </a:cubicBezTo>
                      <a:cubicBezTo>
                        <a:pt x="100712" y="0"/>
                        <a:pt x="129760" y="29048"/>
                        <a:pt x="129760" y="64880"/>
                      </a:cubicBezTo>
                      <a:close/>
                    </a:path>
                  </a:pathLst>
                </a:custGeom>
                <a:solidFill>
                  <a:srgbClr val="5CBCE0"/>
                </a:solidFill>
                <a:ln w="8476" cap="flat">
                  <a:noFill/>
                  <a:prstDash val="solid"/>
                  <a:miter/>
                </a:ln>
              </p:spPr>
              <p:txBody>
                <a:bodyPr rtlCol="0" anchor="ctr"/>
                <a:lstStyle/>
                <a:p>
                  <a:endParaRPr lang="en-US">
                    <a:solidFill>
                      <a:schemeClr val="bg1"/>
                    </a:solidFill>
                  </a:endParaRPr>
                </a:p>
              </p:txBody>
            </p:sp>
            <p:sp>
              <p:nvSpPr>
                <p:cNvPr id="31" name="Freeform: Shape 238">
                  <a:extLst>
                    <a:ext uri="{FF2B5EF4-FFF2-40B4-BE49-F238E27FC236}">
                      <a16:creationId xmlns:a16="http://schemas.microsoft.com/office/drawing/2014/main" id="{C92B871C-3FF8-D461-4B69-2361CB8E92D0}"/>
                    </a:ext>
                  </a:extLst>
                </p:cNvPr>
                <p:cNvSpPr/>
                <p:nvPr/>
              </p:nvSpPr>
              <p:spPr>
                <a:xfrm>
                  <a:off x="10303462" y="4089746"/>
                  <a:ext cx="108218" cy="108218"/>
                </a:xfrm>
                <a:custGeom>
                  <a:avLst/>
                  <a:gdLst>
                    <a:gd name="connsiteX0" fmla="*/ 108218 w 108218"/>
                    <a:gd name="connsiteY0" fmla="*/ 54109 h 108218"/>
                    <a:gd name="connsiteX1" fmla="*/ 54109 w 108218"/>
                    <a:gd name="connsiteY1" fmla="*/ 108219 h 108218"/>
                    <a:gd name="connsiteX2" fmla="*/ 0 w 108218"/>
                    <a:gd name="connsiteY2" fmla="*/ 54109 h 108218"/>
                    <a:gd name="connsiteX3" fmla="*/ 54109 w 108218"/>
                    <a:gd name="connsiteY3" fmla="*/ 0 h 108218"/>
                    <a:gd name="connsiteX4" fmla="*/ 108218 w 108218"/>
                    <a:gd name="connsiteY4" fmla="*/ 54109 h 108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218" h="108218">
                      <a:moveTo>
                        <a:pt x="108218" y="54109"/>
                      </a:moveTo>
                      <a:cubicBezTo>
                        <a:pt x="108218" y="83993"/>
                        <a:pt x="83993" y="108219"/>
                        <a:pt x="54109" y="108219"/>
                      </a:cubicBezTo>
                      <a:cubicBezTo>
                        <a:pt x="24226" y="108219"/>
                        <a:pt x="0" y="83993"/>
                        <a:pt x="0" y="54109"/>
                      </a:cubicBezTo>
                      <a:cubicBezTo>
                        <a:pt x="0" y="24225"/>
                        <a:pt x="24226" y="0"/>
                        <a:pt x="54109" y="0"/>
                      </a:cubicBezTo>
                      <a:cubicBezTo>
                        <a:pt x="83993" y="0"/>
                        <a:pt x="108218" y="24225"/>
                        <a:pt x="108218" y="54109"/>
                      </a:cubicBezTo>
                      <a:close/>
                    </a:path>
                  </a:pathLst>
                </a:custGeom>
                <a:solidFill>
                  <a:srgbClr val="62C1E5"/>
                </a:solidFill>
                <a:ln w="8476" cap="flat">
                  <a:noFill/>
                  <a:prstDash val="solid"/>
                  <a:miter/>
                </a:ln>
              </p:spPr>
              <p:txBody>
                <a:bodyPr rtlCol="0" anchor="ctr"/>
                <a:lstStyle/>
                <a:p>
                  <a:endParaRPr lang="en-US">
                    <a:solidFill>
                      <a:schemeClr val="bg1"/>
                    </a:solidFill>
                  </a:endParaRPr>
                </a:p>
              </p:txBody>
            </p:sp>
            <p:sp>
              <p:nvSpPr>
                <p:cNvPr id="32" name="Freeform: Shape 239">
                  <a:extLst>
                    <a:ext uri="{FF2B5EF4-FFF2-40B4-BE49-F238E27FC236}">
                      <a16:creationId xmlns:a16="http://schemas.microsoft.com/office/drawing/2014/main" id="{3EB2FC0A-0472-E07F-D6D3-AE1562919749}"/>
                    </a:ext>
                  </a:extLst>
                </p:cNvPr>
                <p:cNvSpPr/>
                <p:nvPr/>
              </p:nvSpPr>
              <p:spPr>
                <a:xfrm>
                  <a:off x="10080749" y="3939207"/>
                  <a:ext cx="86506" cy="86506"/>
                </a:xfrm>
                <a:custGeom>
                  <a:avLst/>
                  <a:gdLst>
                    <a:gd name="connsiteX0" fmla="*/ 86507 w 86506"/>
                    <a:gd name="connsiteY0" fmla="*/ 43254 h 86506"/>
                    <a:gd name="connsiteX1" fmla="*/ 43254 w 86506"/>
                    <a:gd name="connsiteY1" fmla="*/ 86507 h 86506"/>
                    <a:gd name="connsiteX2" fmla="*/ 1 w 86506"/>
                    <a:gd name="connsiteY2" fmla="*/ 43254 h 86506"/>
                    <a:gd name="connsiteX3" fmla="*/ 43254 w 86506"/>
                    <a:gd name="connsiteY3" fmla="*/ 0 h 86506"/>
                    <a:gd name="connsiteX4" fmla="*/ 86507 w 86506"/>
                    <a:gd name="connsiteY4" fmla="*/ 43254 h 86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6" h="86506">
                      <a:moveTo>
                        <a:pt x="86507" y="43254"/>
                      </a:moveTo>
                      <a:cubicBezTo>
                        <a:pt x="86507" y="67142"/>
                        <a:pt x="67142" y="86507"/>
                        <a:pt x="43254" y="86507"/>
                      </a:cubicBezTo>
                      <a:cubicBezTo>
                        <a:pt x="19366" y="86507"/>
                        <a:pt x="1" y="67142"/>
                        <a:pt x="1" y="43254"/>
                      </a:cubicBezTo>
                      <a:cubicBezTo>
                        <a:pt x="1" y="19365"/>
                        <a:pt x="19366" y="0"/>
                        <a:pt x="43254" y="0"/>
                      </a:cubicBezTo>
                      <a:cubicBezTo>
                        <a:pt x="67142" y="0"/>
                        <a:pt x="86507" y="19365"/>
                        <a:pt x="86507" y="43254"/>
                      </a:cubicBezTo>
                      <a:close/>
                    </a:path>
                  </a:pathLst>
                </a:custGeom>
                <a:solidFill>
                  <a:srgbClr val="68C5EB"/>
                </a:solidFill>
                <a:ln w="8476" cap="flat">
                  <a:noFill/>
                  <a:prstDash val="solid"/>
                  <a:miter/>
                </a:ln>
              </p:spPr>
              <p:txBody>
                <a:bodyPr rtlCol="0" anchor="ctr"/>
                <a:lstStyle/>
                <a:p>
                  <a:endParaRPr lang="en-US">
                    <a:solidFill>
                      <a:schemeClr val="bg1"/>
                    </a:solidFill>
                  </a:endParaRPr>
                </a:p>
              </p:txBody>
            </p:sp>
            <p:sp>
              <p:nvSpPr>
                <p:cNvPr id="33" name="Freeform: Shape 240">
                  <a:extLst>
                    <a:ext uri="{FF2B5EF4-FFF2-40B4-BE49-F238E27FC236}">
                      <a16:creationId xmlns:a16="http://schemas.microsoft.com/office/drawing/2014/main" id="{A7B9AE5E-2566-3F78-A58F-CD911960240B}"/>
                    </a:ext>
                  </a:extLst>
                </p:cNvPr>
                <p:cNvSpPr/>
                <p:nvPr/>
              </p:nvSpPr>
              <p:spPr>
                <a:xfrm>
                  <a:off x="9891197" y="3790449"/>
                  <a:ext cx="64965" cy="64965"/>
                </a:xfrm>
                <a:custGeom>
                  <a:avLst/>
                  <a:gdLst>
                    <a:gd name="connsiteX0" fmla="*/ 64965 w 64965"/>
                    <a:gd name="connsiteY0" fmla="*/ 32483 h 64965"/>
                    <a:gd name="connsiteX1" fmla="*/ 32483 w 64965"/>
                    <a:gd name="connsiteY1" fmla="*/ 64965 h 64965"/>
                    <a:gd name="connsiteX2" fmla="*/ 1 w 64965"/>
                    <a:gd name="connsiteY2" fmla="*/ 32483 h 64965"/>
                    <a:gd name="connsiteX3" fmla="*/ 32483 w 64965"/>
                    <a:gd name="connsiteY3" fmla="*/ 0 h 64965"/>
                    <a:gd name="connsiteX4" fmla="*/ 64965 w 64965"/>
                    <a:gd name="connsiteY4" fmla="*/ 32483 h 6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65" h="64965">
                      <a:moveTo>
                        <a:pt x="64965" y="32483"/>
                      </a:moveTo>
                      <a:cubicBezTo>
                        <a:pt x="64965" y="50422"/>
                        <a:pt x="50423" y="64965"/>
                        <a:pt x="32483" y="64965"/>
                      </a:cubicBezTo>
                      <a:cubicBezTo>
                        <a:pt x="14544" y="64965"/>
                        <a:pt x="1" y="50422"/>
                        <a:pt x="1" y="32483"/>
                      </a:cubicBezTo>
                      <a:cubicBezTo>
                        <a:pt x="1" y="14543"/>
                        <a:pt x="14544" y="0"/>
                        <a:pt x="32483" y="0"/>
                      </a:cubicBezTo>
                      <a:cubicBezTo>
                        <a:pt x="50423" y="0"/>
                        <a:pt x="64965" y="14543"/>
                        <a:pt x="64965" y="32483"/>
                      </a:cubicBezTo>
                      <a:close/>
                    </a:path>
                  </a:pathLst>
                </a:custGeom>
                <a:solidFill>
                  <a:srgbClr val="6ECAF0"/>
                </a:solidFill>
                <a:ln w="8476" cap="flat">
                  <a:noFill/>
                  <a:prstDash val="solid"/>
                  <a:miter/>
                </a:ln>
              </p:spPr>
              <p:txBody>
                <a:bodyPr rtlCol="0" anchor="ctr"/>
                <a:lstStyle/>
                <a:p>
                  <a:endParaRPr lang="en-US">
                    <a:solidFill>
                      <a:schemeClr val="bg1"/>
                    </a:solidFill>
                  </a:endParaRPr>
                </a:p>
              </p:txBody>
            </p:sp>
          </p:grpSp>
        </p:grpSp>
        <p:sp>
          <p:nvSpPr>
            <p:cNvPr id="7" name="Freeform: Shape 214">
              <a:extLst>
                <a:ext uri="{FF2B5EF4-FFF2-40B4-BE49-F238E27FC236}">
                  <a16:creationId xmlns:a16="http://schemas.microsoft.com/office/drawing/2014/main" id="{44ED3871-2A14-DD32-8274-FF6C1B7583A5}"/>
                </a:ext>
              </a:extLst>
            </p:cNvPr>
            <p:cNvSpPr/>
            <p:nvPr/>
          </p:nvSpPr>
          <p:spPr>
            <a:xfrm>
              <a:off x="1381453" y="5342146"/>
              <a:ext cx="1745066" cy="564585"/>
            </a:xfrm>
            <a:custGeom>
              <a:avLst/>
              <a:gdLst>
                <a:gd name="connsiteX0" fmla="*/ 0 w 1745066"/>
                <a:gd name="connsiteY0" fmla="*/ 0 h 564585"/>
                <a:gd name="connsiteX1" fmla="*/ 1745067 w 1745066"/>
                <a:gd name="connsiteY1" fmla="*/ 0 h 564585"/>
                <a:gd name="connsiteX2" fmla="*/ 1745067 w 1745066"/>
                <a:gd name="connsiteY2" fmla="*/ 564585 h 564585"/>
                <a:gd name="connsiteX3" fmla="*/ 0 w 1745066"/>
                <a:gd name="connsiteY3" fmla="*/ 564585 h 564585"/>
              </a:gdLst>
              <a:ahLst/>
              <a:cxnLst>
                <a:cxn ang="0">
                  <a:pos x="connsiteX0" y="connsiteY0"/>
                </a:cxn>
                <a:cxn ang="0">
                  <a:pos x="connsiteX1" y="connsiteY1"/>
                </a:cxn>
                <a:cxn ang="0">
                  <a:pos x="connsiteX2" y="connsiteY2"/>
                </a:cxn>
                <a:cxn ang="0">
                  <a:pos x="connsiteX3" y="connsiteY3"/>
                </a:cxn>
              </a:cxnLst>
              <a:rect l="l" t="t" r="r" b="b"/>
              <a:pathLst>
                <a:path w="1745066" h="564585">
                  <a:moveTo>
                    <a:pt x="0" y="0"/>
                  </a:moveTo>
                  <a:lnTo>
                    <a:pt x="1745067" y="0"/>
                  </a:lnTo>
                  <a:lnTo>
                    <a:pt x="1745067" y="564585"/>
                  </a:lnTo>
                  <a:lnTo>
                    <a:pt x="0" y="564585"/>
                  </a:lnTo>
                  <a:close/>
                </a:path>
              </a:pathLst>
            </a:custGeom>
            <a:noFill/>
            <a:ln w="8476" cap="flat">
              <a:noFill/>
              <a:prstDash val="solid"/>
              <a:miter/>
            </a:ln>
          </p:spPr>
          <p:txBody>
            <a:bodyPr rtlCol="0" anchor="ctr"/>
            <a:lstStyle/>
            <a:p>
              <a:endParaRPr lang="en-US">
                <a:solidFill>
                  <a:schemeClr val="bg1"/>
                </a:solidFill>
              </a:endParaRPr>
            </a:p>
          </p:txBody>
        </p:sp>
        <p:sp>
          <p:nvSpPr>
            <p:cNvPr id="8" name="Freeform: Shape 215">
              <a:extLst>
                <a:ext uri="{FF2B5EF4-FFF2-40B4-BE49-F238E27FC236}">
                  <a16:creationId xmlns:a16="http://schemas.microsoft.com/office/drawing/2014/main" id="{9FE4433D-38FC-F3D8-AD0C-E89220542D8A}"/>
                </a:ext>
              </a:extLst>
            </p:cNvPr>
            <p:cNvSpPr/>
            <p:nvPr/>
          </p:nvSpPr>
          <p:spPr>
            <a:xfrm>
              <a:off x="5121608" y="5342146"/>
              <a:ext cx="1745066" cy="564585"/>
            </a:xfrm>
            <a:custGeom>
              <a:avLst/>
              <a:gdLst>
                <a:gd name="connsiteX0" fmla="*/ 0 w 1745066"/>
                <a:gd name="connsiteY0" fmla="*/ 0 h 564585"/>
                <a:gd name="connsiteX1" fmla="*/ 1745067 w 1745066"/>
                <a:gd name="connsiteY1" fmla="*/ 0 h 564585"/>
                <a:gd name="connsiteX2" fmla="*/ 1745067 w 1745066"/>
                <a:gd name="connsiteY2" fmla="*/ 564585 h 564585"/>
                <a:gd name="connsiteX3" fmla="*/ 0 w 1745066"/>
                <a:gd name="connsiteY3" fmla="*/ 564585 h 564585"/>
              </a:gdLst>
              <a:ahLst/>
              <a:cxnLst>
                <a:cxn ang="0">
                  <a:pos x="connsiteX0" y="connsiteY0"/>
                </a:cxn>
                <a:cxn ang="0">
                  <a:pos x="connsiteX1" y="connsiteY1"/>
                </a:cxn>
                <a:cxn ang="0">
                  <a:pos x="connsiteX2" y="connsiteY2"/>
                </a:cxn>
                <a:cxn ang="0">
                  <a:pos x="connsiteX3" y="connsiteY3"/>
                </a:cxn>
              </a:cxnLst>
              <a:rect l="l" t="t" r="r" b="b"/>
              <a:pathLst>
                <a:path w="1745066" h="564585">
                  <a:moveTo>
                    <a:pt x="0" y="0"/>
                  </a:moveTo>
                  <a:lnTo>
                    <a:pt x="1745067" y="0"/>
                  </a:lnTo>
                  <a:lnTo>
                    <a:pt x="1745067" y="564585"/>
                  </a:lnTo>
                  <a:lnTo>
                    <a:pt x="0" y="564585"/>
                  </a:lnTo>
                  <a:close/>
                </a:path>
              </a:pathLst>
            </a:custGeom>
            <a:noFill/>
            <a:ln w="8476" cap="flat">
              <a:noFill/>
              <a:prstDash val="solid"/>
              <a:miter/>
            </a:ln>
          </p:spPr>
          <p:txBody>
            <a:bodyPr rtlCol="0" anchor="ctr"/>
            <a:lstStyle/>
            <a:p>
              <a:endParaRPr lang="en-US">
                <a:solidFill>
                  <a:schemeClr val="bg1"/>
                </a:solidFill>
              </a:endParaRPr>
            </a:p>
          </p:txBody>
        </p:sp>
        <p:sp>
          <p:nvSpPr>
            <p:cNvPr id="9" name="Freeform: Shape 216">
              <a:extLst>
                <a:ext uri="{FF2B5EF4-FFF2-40B4-BE49-F238E27FC236}">
                  <a16:creationId xmlns:a16="http://schemas.microsoft.com/office/drawing/2014/main" id="{B8556964-436D-F117-32A0-9F7D2A906D6E}"/>
                </a:ext>
              </a:extLst>
            </p:cNvPr>
            <p:cNvSpPr/>
            <p:nvPr/>
          </p:nvSpPr>
          <p:spPr>
            <a:xfrm>
              <a:off x="8878725" y="5342146"/>
              <a:ext cx="1745066" cy="564585"/>
            </a:xfrm>
            <a:custGeom>
              <a:avLst/>
              <a:gdLst>
                <a:gd name="connsiteX0" fmla="*/ 0 w 1745066"/>
                <a:gd name="connsiteY0" fmla="*/ 0 h 564585"/>
                <a:gd name="connsiteX1" fmla="*/ 1745067 w 1745066"/>
                <a:gd name="connsiteY1" fmla="*/ 0 h 564585"/>
                <a:gd name="connsiteX2" fmla="*/ 1745067 w 1745066"/>
                <a:gd name="connsiteY2" fmla="*/ 564585 h 564585"/>
                <a:gd name="connsiteX3" fmla="*/ 0 w 1745066"/>
                <a:gd name="connsiteY3" fmla="*/ 564585 h 564585"/>
              </a:gdLst>
              <a:ahLst/>
              <a:cxnLst>
                <a:cxn ang="0">
                  <a:pos x="connsiteX0" y="connsiteY0"/>
                </a:cxn>
                <a:cxn ang="0">
                  <a:pos x="connsiteX1" y="connsiteY1"/>
                </a:cxn>
                <a:cxn ang="0">
                  <a:pos x="connsiteX2" y="connsiteY2"/>
                </a:cxn>
                <a:cxn ang="0">
                  <a:pos x="connsiteX3" y="connsiteY3"/>
                </a:cxn>
              </a:cxnLst>
              <a:rect l="l" t="t" r="r" b="b"/>
              <a:pathLst>
                <a:path w="1745066" h="564585">
                  <a:moveTo>
                    <a:pt x="0" y="0"/>
                  </a:moveTo>
                  <a:lnTo>
                    <a:pt x="1745067" y="0"/>
                  </a:lnTo>
                  <a:lnTo>
                    <a:pt x="1745067" y="564585"/>
                  </a:lnTo>
                  <a:lnTo>
                    <a:pt x="0" y="564585"/>
                  </a:lnTo>
                  <a:close/>
                </a:path>
              </a:pathLst>
            </a:custGeom>
            <a:noFill/>
            <a:ln w="8476" cap="flat">
              <a:noFill/>
              <a:prstDash val="solid"/>
              <a:miter/>
            </a:ln>
          </p:spPr>
          <p:txBody>
            <a:bodyPr rtlCol="0" anchor="ctr"/>
            <a:lstStyle/>
            <a:p>
              <a:endParaRPr lang="en-US">
                <a:solidFill>
                  <a:schemeClr val="bg1"/>
                </a:solidFill>
              </a:endParaRPr>
            </a:p>
          </p:txBody>
        </p:sp>
        <p:sp>
          <p:nvSpPr>
            <p:cNvPr id="10" name="Freeform: Shape 217">
              <a:extLst>
                <a:ext uri="{FF2B5EF4-FFF2-40B4-BE49-F238E27FC236}">
                  <a16:creationId xmlns:a16="http://schemas.microsoft.com/office/drawing/2014/main" id="{6D57D5A9-0B2C-34FF-CC2D-ADAAB0CEE1B3}"/>
                </a:ext>
              </a:extLst>
            </p:cNvPr>
            <p:cNvSpPr/>
            <p:nvPr/>
          </p:nvSpPr>
          <p:spPr>
            <a:xfrm>
              <a:off x="3238809" y="1788575"/>
              <a:ext cx="1745066" cy="564585"/>
            </a:xfrm>
            <a:custGeom>
              <a:avLst/>
              <a:gdLst>
                <a:gd name="connsiteX0" fmla="*/ 0 w 1745066"/>
                <a:gd name="connsiteY0" fmla="*/ 0 h 564585"/>
                <a:gd name="connsiteX1" fmla="*/ 1745067 w 1745066"/>
                <a:gd name="connsiteY1" fmla="*/ 0 h 564585"/>
                <a:gd name="connsiteX2" fmla="*/ 1745067 w 1745066"/>
                <a:gd name="connsiteY2" fmla="*/ 564585 h 564585"/>
                <a:gd name="connsiteX3" fmla="*/ 0 w 1745066"/>
                <a:gd name="connsiteY3" fmla="*/ 564585 h 564585"/>
              </a:gdLst>
              <a:ahLst/>
              <a:cxnLst>
                <a:cxn ang="0">
                  <a:pos x="connsiteX0" y="connsiteY0"/>
                </a:cxn>
                <a:cxn ang="0">
                  <a:pos x="connsiteX1" y="connsiteY1"/>
                </a:cxn>
                <a:cxn ang="0">
                  <a:pos x="connsiteX2" y="connsiteY2"/>
                </a:cxn>
                <a:cxn ang="0">
                  <a:pos x="connsiteX3" y="connsiteY3"/>
                </a:cxn>
              </a:cxnLst>
              <a:rect l="l" t="t" r="r" b="b"/>
              <a:pathLst>
                <a:path w="1745066" h="564585">
                  <a:moveTo>
                    <a:pt x="0" y="0"/>
                  </a:moveTo>
                  <a:lnTo>
                    <a:pt x="1745067" y="0"/>
                  </a:lnTo>
                  <a:lnTo>
                    <a:pt x="1745067" y="564585"/>
                  </a:lnTo>
                  <a:lnTo>
                    <a:pt x="0" y="564585"/>
                  </a:lnTo>
                  <a:close/>
                </a:path>
              </a:pathLst>
            </a:custGeom>
            <a:noFill/>
            <a:ln w="8476" cap="flat">
              <a:noFill/>
              <a:prstDash val="solid"/>
              <a:miter/>
            </a:ln>
          </p:spPr>
          <p:txBody>
            <a:bodyPr rtlCol="0" anchor="ctr"/>
            <a:lstStyle/>
            <a:p>
              <a:endParaRPr lang="en-US">
                <a:solidFill>
                  <a:schemeClr val="bg1"/>
                </a:solidFill>
              </a:endParaRPr>
            </a:p>
          </p:txBody>
        </p:sp>
        <p:sp>
          <p:nvSpPr>
            <p:cNvPr id="11" name="Freeform: Shape 218">
              <a:extLst>
                <a:ext uri="{FF2B5EF4-FFF2-40B4-BE49-F238E27FC236}">
                  <a16:creationId xmlns:a16="http://schemas.microsoft.com/office/drawing/2014/main" id="{E33A6AAA-C4F8-D19C-6057-66B856B869BC}"/>
                </a:ext>
              </a:extLst>
            </p:cNvPr>
            <p:cNvSpPr/>
            <p:nvPr/>
          </p:nvSpPr>
          <p:spPr>
            <a:xfrm>
              <a:off x="6995926" y="1788575"/>
              <a:ext cx="1745066" cy="564585"/>
            </a:xfrm>
            <a:custGeom>
              <a:avLst/>
              <a:gdLst>
                <a:gd name="connsiteX0" fmla="*/ 0 w 1745066"/>
                <a:gd name="connsiteY0" fmla="*/ 0 h 564585"/>
                <a:gd name="connsiteX1" fmla="*/ 1745067 w 1745066"/>
                <a:gd name="connsiteY1" fmla="*/ 0 h 564585"/>
                <a:gd name="connsiteX2" fmla="*/ 1745067 w 1745066"/>
                <a:gd name="connsiteY2" fmla="*/ 564585 h 564585"/>
                <a:gd name="connsiteX3" fmla="*/ 0 w 1745066"/>
                <a:gd name="connsiteY3" fmla="*/ 564585 h 564585"/>
              </a:gdLst>
              <a:ahLst/>
              <a:cxnLst>
                <a:cxn ang="0">
                  <a:pos x="connsiteX0" y="connsiteY0"/>
                </a:cxn>
                <a:cxn ang="0">
                  <a:pos x="connsiteX1" y="connsiteY1"/>
                </a:cxn>
                <a:cxn ang="0">
                  <a:pos x="connsiteX2" y="connsiteY2"/>
                </a:cxn>
                <a:cxn ang="0">
                  <a:pos x="connsiteX3" y="connsiteY3"/>
                </a:cxn>
              </a:cxnLst>
              <a:rect l="l" t="t" r="r" b="b"/>
              <a:pathLst>
                <a:path w="1745066" h="564585">
                  <a:moveTo>
                    <a:pt x="0" y="0"/>
                  </a:moveTo>
                  <a:lnTo>
                    <a:pt x="1745067" y="0"/>
                  </a:lnTo>
                  <a:lnTo>
                    <a:pt x="1745067" y="564585"/>
                  </a:lnTo>
                  <a:lnTo>
                    <a:pt x="0" y="564585"/>
                  </a:lnTo>
                  <a:close/>
                </a:path>
              </a:pathLst>
            </a:custGeom>
            <a:noFill/>
            <a:ln w="8476" cap="flat">
              <a:noFill/>
              <a:prstDash val="solid"/>
              <a:miter/>
            </a:ln>
          </p:spPr>
          <p:txBody>
            <a:bodyPr rtlCol="0" anchor="ctr"/>
            <a:lstStyle/>
            <a:p>
              <a:endParaRPr lang="en-US">
                <a:solidFill>
                  <a:schemeClr val="bg1"/>
                </a:solidFill>
              </a:endParaRPr>
            </a:p>
          </p:txBody>
        </p:sp>
      </p:grpSp>
      <p:pic>
        <p:nvPicPr>
          <p:cNvPr id="175" name="Graphic 174" descr="Clownfish with solid fill">
            <a:extLst>
              <a:ext uri="{FF2B5EF4-FFF2-40B4-BE49-F238E27FC236}">
                <a16:creationId xmlns:a16="http://schemas.microsoft.com/office/drawing/2014/main" id="{D87ADD9F-DEF3-65CA-C0C8-D2AF3087C0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44355" y="3540991"/>
            <a:ext cx="107109" cy="107109"/>
          </a:xfrm>
          <a:prstGeom prst="rect">
            <a:avLst/>
          </a:prstGeom>
        </p:spPr>
      </p:pic>
      <p:pic>
        <p:nvPicPr>
          <p:cNvPr id="176" name="Graphic 175" descr="Orca with solid fill">
            <a:extLst>
              <a:ext uri="{FF2B5EF4-FFF2-40B4-BE49-F238E27FC236}">
                <a16:creationId xmlns:a16="http://schemas.microsoft.com/office/drawing/2014/main" id="{2817DA62-5A79-C02B-3223-19A0090369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02610" y="3346450"/>
            <a:ext cx="161302" cy="161302"/>
          </a:xfrm>
          <a:prstGeom prst="rect">
            <a:avLst/>
          </a:prstGeom>
        </p:spPr>
      </p:pic>
      <p:pic>
        <p:nvPicPr>
          <p:cNvPr id="177" name="Graphic 176" descr="Whale with solid fill">
            <a:extLst>
              <a:ext uri="{FF2B5EF4-FFF2-40B4-BE49-F238E27FC236}">
                <a16:creationId xmlns:a16="http://schemas.microsoft.com/office/drawing/2014/main" id="{2A20B805-088A-D74F-CB82-2A13514E61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54157" y="3132950"/>
            <a:ext cx="203975" cy="203975"/>
          </a:xfrm>
          <a:prstGeom prst="rect">
            <a:avLst/>
          </a:prstGeom>
        </p:spPr>
      </p:pic>
      <p:pic>
        <p:nvPicPr>
          <p:cNvPr id="178" name="Graphic 177" descr="Shark with solid fill">
            <a:extLst>
              <a:ext uri="{FF2B5EF4-FFF2-40B4-BE49-F238E27FC236}">
                <a16:creationId xmlns:a16="http://schemas.microsoft.com/office/drawing/2014/main" id="{D5680CCD-C88F-1892-E143-4D6E6ABC507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02637" y="3507752"/>
            <a:ext cx="151041" cy="151041"/>
          </a:xfrm>
          <a:prstGeom prst="rect">
            <a:avLst/>
          </a:prstGeom>
        </p:spPr>
      </p:pic>
      <p:pic>
        <p:nvPicPr>
          <p:cNvPr id="179" name="Picture 4" descr="Sea Turtle Icon - Download Sea Turtle Icon 1043478 | Noun Project">
            <a:extLst>
              <a:ext uri="{FF2B5EF4-FFF2-40B4-BE49-F238E27FC236}">
                <a16:creationId xmlns:a16="http://schemas.microsoft.com/office/drawing/2014/main" id="{A423CF5E-7BBC-411F-8013-AEDF3797CA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88284" y="3623952"/>
            <a:ext cx="135211" cy="135211"/>
          </a:xfrm>
          <a:prstGeom prst="rect">
            <a:avLst/>
          </a:prstGeom>
          <a:noFill/>
          <a:extLst>
            <a:ext uri="{909E8E84-426E-40DD-AFC4-6F175D3DCCD1}">
              <a14:hiddenFill xmlns:a14="http://schemas.microsoft.com/office/drawing/2010/main">
                <a:solidFill>
                  <a:srgbClr val="FFFFFF"/>
                </a:solidFill>
              </a14:hiddenFill>
            </a:ext>
          </a:extLst>
        </p:spPr>
      </p:pic>
      <p:pic>
        <p:nvPicPr>
          <p:cNvPr id="180" name="Picture 6" descr="Insect, larva, maggot icon - Download on Iconfinder">
            <a:extLst>
              <a:ext uri="{FF2B5EF4-FFF2-40B4-BE49-F238E27FC236}">
                <a16:creationId xmlns:a16="http://schemas.microsoft.com/office/drawing/2014/main" id="{AB0E98DB-F7FD-2056-2FF8-09F5C8F806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6924" y="3286446"/>
            <a:ext cx="56553" cy="56553"/>
          </a:xfrm>
          <a:prstGeom prst="rect">
            <a:avLst/>
          </a:prstGeom>
          <a:noFill/>
          <a:extLst>
            <a:ext uri="{909E8E84-426E-40DD-AFC4-6F175D3DCCD1}">
              <a14:hiddenFill xmlns:a14="http://schemas.microsoft.com/office/drawing/2010/main">
                <a:solidFill>
                  <a:srgbClr val="FFFFFF"/>
                </a:solidFill>
              </a14:hiddenFill>
            </a:ext>
          </a:extLst>
        </p:spPr>
      </p:pic>
      <p:pic>
        <p:nvPicPr>
          <p:cNvPr id="181" name="Graphic 180" descr="Fish with solid fill">
            <a:extLst>
              <a:ext uri="{FF2B5EF4-FFF2-40B4-BE49-F238E27FC236}">
                <a16:creationId xmlns:a16="http://schemas.microsoft.com/office/drawing/2014/main" id="{9EB90206-AF25-7504-A775-F688F1C1978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flipV="1">
            <a:off x="2973490" y="3609755"/>
            <a:ext cx="115300" cy="115300"/>
          </a:xfrm>
          <a:prstGeom prst="rect">
            <a:avLst/>
          </a:prstGeom>
        </p:spPr>
      </p:pic>
      <p:pic>
        <p:nvPicPr>
          <p:cNvPr id="182" name="Picture 8" descr="anchovy Icon - Download anchovy Icon 854442 | Noun Project">
            <a:extLst>
              <a:ext uri="{FF2B5EF4-FFF2-40B4-BE49-F238E27FC236}">
                <a16:creationId xmlns:a16="http://schemas.microsoft.com/office/drawing/2014/main" id="{156B3014-E66A-D40E-E724-D8291DF0668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30103" y="3436638"/>
            <a:ext cx="82325" cy="82325"/>
          </a:xfrm>
          <a:prstGeom prst="rect">
            <a:avLst/>
          </a:prstGeom>
          <a:noFill/>
          <a:extLst>
            <a:ext uri="{909E8E84-426E-40DD-AFC4-6F175D3DCCD1}">
              <a14:hiddenFill xmlns:a14="http://schemas.microsoft.com/office/drawing/2010/main">
                <a:solidFill>
                  <a:srgbClr val="FFFFFF"/>
                </a:solidFill>
              </a14:hiddenFill>
            </a:ext>
          </a:extLst>
        </p:spPr>
      </p:pic>
      <p:pic>
        <p:nvPicPr>
          <p:cNvPr id="183" name="Picture 12" descr="Octopus Icons - SVG and PNG Octopus Icons | Noun Project">
            <a:extLst>
              <a:ext uri="{FF2B5EF4-FFF2-40B4-BE49-F238E27FC236}">
                <a16:creationId xmlns:a16="http://schemas.microsoft.com/office/drawing/2014/main" id="{B6E1C568-F287-83DD-82DB-0A34087D637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91780" y="3577830"/>
            <a:ext cx="161925" cy="161925"/>
          </a:xfrm>
          <a:prstGeom prst="rect">
            <a:avLst/>
          </a:prstGeom>
          <a:noFill/>
          <a:extLst>
            <a:ext uri="{909E8E84-426E-40DD-AFC4-6F175D3DCCD1}">
              <a14:hiddenFill xmlns:a14="http://schemas.microsoft.com/office/drawing/2010/main">
                <a:solidFill>
                  <a:srgbClr val="FFFFFF"/>
                </a:solidFill>
              </a14:hiddenFill>
            </a:ext>
          </a:extLst>
        </p:spPr>
      </p:pic>
      <p:pic>
        <p:nvPicPr>
          <p:cNvPr id="184" name="Graphic 183" descr="Clownfish with solid fill">
            <a:extLst>
              <a:ext uri="{FF2B5EF4-FFF2-40B4-BE49-F238E27FC236}">
                <a16:creationId xmlns:a16="http://schemas.microsoft.com/office/drawing/2014/main" id="{858C3DA5-4FA6-BB39-20D7-E5912A8CE4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2194" y="3513233"/>
            <a:ext cx="107109" cy="107109"/>
          </a:xfrm>
          <a:prstGeom prst="rect">
            <a:avLst/>
          </a:prstGeom>
        </p:spPr>
      </p:pic>
      <p:pic>
        <p:nvPicPr>
          <p:cNvPr id="185" name="Graphic 184" descr="Orca with solid fill">
            <a:extLst>
              <a:ext uri="{FF2B5EF4-FFF2-40B4-BE49-F238E27FC236}">
                <a16:creationId xmlns:a16="http://schemas.microsoft.com/office/drawing/2014/main" id="{478EF06A-5AFA-5E77-70DF-611C367D97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76799" y="3353617"/>
            <a:ext cx="161302" cy="161302"/>
          </a:xfrm>
          <a:prstGeom prst="rect">
            <a:avLst/>
          </a:prstGeom>
        </p:spPr>
      </p:pic>
      <p:pic>
        <p:nvPicPr>
          <p:cNvPr id="186" name="Graphic 185" descr="Whale with solid fill">
            <a:extLst>
              <a:ext uri="{FF2B5EF4-FFF2-40B4-BE49-F238E27FC236}">
                <a16:creationId xmlns:a16="http://schemas.microsoft.com/office/drawing/2014/main" id="{309356D2-7D58-E668-07F7-B0B7324382B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21996" y="3136942"/>
            <a:ext cx="203975" cy="203975"/>
          </a:xfrm>
          <a:prstGeom prst="rect">
            <a:avLst/>
          </a:prstGeom>
        </p:spPr>
      </p:pic>
      <p:pic>
        <p:nvPicPr>
          <p:cNvPr id="187" name="Graphic 186" descr="Shark with solid fill">
            <a:extLst>
              <a:ext uri="{FF2B5EF4-FFF2-40B4-BE49-F238E27FC236}">
                <a16:creationId xmlns:a16="http://schemas.microsoft.com/office/drawing/2014/main" id="{EFB26B69-30A8-FB79-FAEC-4DFEDF6705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70476" y="3511744"/>
            <a:ext cx="151041" cy="151041"/>
          </a:xfrm>
          <a:prstGeom prst="rect">
            <a:avLst/>
          </a:prstGeom>
        </p:spPr>
      </p:pic>
      <p:pic>
        <p:nvPicPr>
          <p:cNvPr id="188" name="Picture 4" descr="Sea Turtle Icon - Download Sea Turtle Icon 1043478 | Noun Project">
            <a:extLst>
              <a:ext uri="{FF2B5EF4-FFF2-40B4-BE49-F238E27FC236}">
                <a16:creationId xmlns:a16="http://schemas.microsoft.com/office/drawing/2014/main" id="{A0A0001D-944C-615B-E709-23B0F5A6FA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6123" y="3621594"/>
            <a:ext cx="135211" cy="135211"/>
          </a:xfrm>
          <a:prstGeom prst="rect">
            <a:avLst/>
          </a:prstGeom>
          <a:noFill/>
          <a:extLst>
            <a:ext uri="{909E8E84-426E-40DD-AFC4-6F175D3DCCD1}">
              <a14:hiddenFill xmlns:a14="http://schemas.microsoft.com/office/drawing/2010/main">
                <a:solidFill>
                  <a:srgbClr val="FFFFFF"/>
                </a:solidFill>
              </a14:hiddenFill>
            </a:ext>
          </a:extLst>
        </p:spPr>
      </p:pic>
      <p:pic>
        <p:nvPicPr>
          <p:cNvPr id="189" name="Picture 6" descr="Insect, larva, maggot icon - Download on Iconfinder">
            <a:extLst>
              <a:ext uri="{FF2B5EF4-FFF2-40B4-BE49-F238E27FC236}">
                <a16:creationId xmlns:a16="http://schemas.microsoft.com/office/drawing/2014/main" id="{5DB629F9-4F0B-9825-A3EB-2D4C58397A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4763" y="3245988"/>
            <a:ext cx="56553" cy="56553"/>
          </a:xfrm>
          <a:prstGeom prst="rect">
            <a:avLst/>
          </a:prstGeom>
          <a:noFill/>
          <a:extLst>
            <a:ext uri="{909E8E84-426E-40DD-AFC4-6F175D3DCCD1}">
              <a14:hiddenFill xmlns:a14="http://schemas.microsoft.com/office/drawing/2010/main">
                <a:solidFill>
                  <a:srgbClr val="FFFFFF"/>
                </a:solidFill>
              </a14:hiddenFill>
            </a:ext>
          </a:extLst>
        </p:spPr>
      </p:pic>
      <p:pic>
        <p:nvPicPr>
          <p:cNvPr id="190" name="Graphic 189" descr="Fish with solid fill">
            <a:extLst>
              <a:ext uri="{FF2B5EF4-FFF2-40B4-BE49-F238E27FC236}">
                <a16:creationId xmlns:a16="http://schemas.microsoft.com/office/drawing/2014/main" id="{46ECE84C-BBDD-C41D-602B-34B1435D102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flipV="1">
            <a:off x="4841329" y="3604222"/>
            <a:ext cx="115300" cy="115300"/>
          </a:xfrm>
          <a:prstGeom prst="rect">
            <a:avLst/>
          </a:prstGeom>
        </p:spPr>
      </p:pic>
      <p:pic>
        <p:nvPicPr>
          <p:cNvPr id="191" name="Picture 8" descr="anchovy Icon - Download anchovy Icon 854442 | Noun Project">
            <a:extLst>
              <a:ext uri="{FF2B5EF4-FFF2-40B4-BE49-F238E27FC236}">
                <a16:creationId xmlns:a16="http://schemas.microsoft.com/office/drawing/2014/main" id="{E030020F-6AA9-107F-816B-FFA8D9E8676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97942" y="3402530"/>
            <a:ext cx="82325" cy="82325"/>
          </a:xfrm>
          <a:prstGeom prst="rect">
            <a:avLst/>
          </a:prstGeom>
          <a:noFill/>
          <a:extLst>
            <a:ext uri="{909E8E84-426E-40DD-AFC4-6F175D3DCCD1}">
              <a14:hiddenFill xmlns:a14="http://schemas.microsoft.com/office/drawing/2010/main">
                <a:solidFill>
                  <a:srgbClr val="FFFFFF"/>
                </a:solidFill>
              </a14:hiddenFill>
            </a:ext>
          </a:extLst>
        </p:spPr>
      </p:pic>
      <p:pic>
        <p:nvPicPr>
          <p:cNvPr id="192" name="Picture 12" descr="Octopus Icons - SVG and PNG Octopus Icons | Noun Project">
            <a:extLst>
              <a:ext uri="{FF2B5EF4-FFF2-40B4-BE49-F238E27FC236}">
                <a16:creationId xmlns:a16="http://schemas.microsoft.com/office/drawing/2014/main" id="{B835FDE3-5E36-2190-32D8-33CD41B30B6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59619" y="3575472"/>
            <a:ext cx="161925" cy="161925"/>
          </a:xfrm>
          <a:prstGeom prst="rect">
            <a:avLst/>
          </a:prstGeom>
          <a:noFill/>
          <a:extLst>
            <a:ext uri="{909E8E84-426E-40DD-AFC4-6F175D3DCCD1}">
              <a14:hiddenFill xmlns:a14="http://schemas.microsoft.com/office/drawing/2010/main">
                <a:solidFill>
                  <a:srgbClr val="FFFFFF"/>
                </a:solidFill>
              </a14:hiddenFill>
            </a:ext>
          </a:extLst>
        </p:spPr>
      </p:pic>
      <p:pic>
        <p:nvPicPr>
          <p:cNvPr id="193" name="Graphic 192" descr="Clownfish with solid fill">
            <a:extLst>
              <a:ext uri="{FF2B5EF4-FFF2-40B4-BE49-F238E27FC236}">
                <a16:creationId xmlns:a16="http://schemas.microsoft.com/office/drawing/2014/main" id="{6FBBB15C-58F4-BDB1-60B2-C22BD675CE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91257" y="3537638"/>
            <a:ext cx="107109" cy="107109"/>
          </a:xfrm>
          <a:prstGeom prst="rect">
            <a:avLst/>
          </a:prstGeom>
        </p:spPr>
      </p:pic>
      <p:pic>
        <p:nvPicPr>
          <p:cNvPr id="194" name="Graphic 193" descr="Orca with solid fill">
            <a:extLst>
              <a:ext uri="{FF2B5EF4-FFF2-40B4-BE49-F238E27FC236}">
                <a16:creationId xmlns:a16="http://schemas.microsoft.com/office/drawing/2014/main" id="{7A0E629D-3B19-5EA7-C9BD-AC52411F99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49512" y="3343097"/>
            <a:ext cx="161302" cy="161302"/>
          </a:xfrm>
          <a:prstGeom prst="rect">
            <a:avLst/>
          </a:prstGeom>
        </p:spPr>
      </p:pic>
      <p:pic>
        <p:nvPicPr>
          <p:cNvPr id="195" name="Graphic 194" descr="Whale with solid fill">
            <a:extLst>
              <a:ext uri="{FF2B5EF4-FFF2-40B4-BE49-F238E27FC236}">
                <a16:creationId xmlns:a16="http://schemas.microsoft.com/office/drawing/2014/main" id="{0700CDA5-9948-9395-C29B-526501DD04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01059" y="3129597"/>
            <a:ext cx="203975" cy="203975"/>
          </a:xfrm>
          <a:prstGeom prst="rect">
            <a:avLst/>
          </a:prstGeom>
        </p:spPr>
      </p:pic>
      <p:pic>
        <p:nvPicPr>
          <p:cNvPr id="196" name="Graphic 195" descr="Shark with solid fill">
            <a:extLst>
              <a:ext uri="{FF2B5EF4-FFF2-40B4-BE49-F238E27FC236}">
                <a16:creationId xmlns:a16="http://schemas.microsoft.com/office/drawing/2014/main" id="{9BCEEDE8-F681-FE99-CFB2-8689CDEF913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49539" y="3504399"/>
            <a:ext cx="151041" cy="151041"/>
          </a:xfrm>
          <a:prstGeom prst="rect">
            <a:avLst/>
          </a:prstGeom>
        </p:spPr>
      </p:pic>
      <p:pic>
        <p:nvPicPr>
          <p:cNvPr id="197" name="Picture 4" descr="Sea Turtle Icon - Download Sea Turtle Icon 1043478 | Noun Project">
            <a:extLst>
              <a:ext uri="{FF2B5EF4-FFF2-40B4-BE49-F238E27FC236}">
                <a16:creationId xmlns:a16="http://schemas.microsoft.com/office/drawing/2014/main" id="{4CF3BC8C-1E74-139E-6E46-39162EE3F9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5186" y="3620599"/>
            <a:ext cx="135211" cy="135211"/>
          </a:xfrm>
          <a:prstGeom prst="rect">
            <a:avLst/>
          </a:prstGeom>
          <a:noFill/>
          <a:extLst>
            <a:ext uri="{909E8E84-426E-40DD-AFC4-6F175D3DCCD1}">
              <a14:hiddenFill xmlns:a14="http://schemas.microsoft.com/office/drawing/2010/main">
                <a:solidFill>
                  <a:srgbClr val="FFFFFF"/>
                </a:solidFill>
              </a14:hiddenFill>
            </a:ext>
          </a:extLst>
        </p:spPr>
      </p:pic>
      <p:pic>
        <p:nvPicPr>
          <p:cNvPr id="198" name="Picture 6" descr="Insect, larva, maggot icon - Download on Iconfinder">
            <a:extLst>
              <a:ext uri="{FF2B5EF4-FFF2-40B4-BE49-F238E27FC236}">
                <a16:creationId xmlns:a16="http://schemas.microsoft.com/office/drawing/2014/main" id="{6E8FF2E8-F65B-C214-582F-E972AE7CF1C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3826" y="3283093"/>
            <a:ext cx="56553" cy="56553"/>
          </a:xfrm>
          <a:prstGeom prst="rect">
            <a:avLst/>
          </a:prstGeom>
          <a:noFill/>
          <a:extLst>
            <a:ext uri="{909E8E84-426E-40DD-AFC4-6F175D3DCCD1}">
              <a14:hiddenFill xmlns:a14="http://schemas.microsoft.com/office/drawing/2010/main">
                <a:solidFill>
                  <a:srgbClr val="FFFFFF"/>
                </a:solidFill>
              </a14:hiddenFill>
            </a:ext>
          </a:extLst>
        </p:spPr>
      </p:pic>
      <p:pic>
        <p:nvPicPr>
          <p:cNvPr id="199" name="Graphic 198" descr="Fish with solid fill">
            <a:extLst>
              <a:ext uri="{FF2B5EF4-FFF2-40B4-BE49-F238E27FC236}">
                <a16:creationId xmlns:a16="http://schemas.microsoft.com/office/drawing/2014/main" id="{C1D0CC46-CEA3-4633-0DC5-ED70A13726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flipV="1">
            <a:off x="6720392" y="3606402"/>
            <a:ext cx="115300" cy="115300"/>
          </a:xfrm>
          <a:prstGeom prst="rect">
            <a:avLst/>
          </a:prstGeom>
        </p:spPr>
      </p:pic>
      <p:pic>
        <p:nvPicPr>
          <p:cNvPr id="200" name="Picture 8" descr="anchovy Icon - Download anchovy Icon 854442 | Noun Project">
            <a:extLst>
              <a:ext uri="{FF2B5EF4-FFF2-40B4-BE49-F238E27FC236}">
                <a16:creationId xmlns:a16="http://schemas.microsoft.com/office/drawing/2014/main" id="{3A7D688C-A66F-C6A1-7B0F-71AD6BEC0B9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81180" y="3416585"/>
            <a:ext cx="82325" cy="82325"/>
          </a:xfrm>
          <a:prstGeom prst="rect">
            <a:avLst/>
          </a:prstGeom>
          <a:noFill/>
          <a:extLst>
            <a:ext uri="{909E8E84-426E-40DD-AFC4-6F175D3DCCD1}">
              <a14:hiddenFill xmlns:a14="http://schemas.microsoft.com/office/drawing/2010/main">
                <a:solidFill>
                  <a:srgbClr val="FFFFFF"/>
                </a:solidFill>
              </a14:hiddenFill>
            </a:ext>
          </a:extLst>
        </p:spPr>
      </p:pic>
      <p:pic>
        <p:nvPicPr>
          <p:cNvPr id="201" name="Picture 12" descr="Octopus Icons - SVG and PNG Octopus Icons | Noun Project">
            <a:extLst>
              <a:ext uri="{FF2B5EF4-FFF2-40B4-BE49-F238E27FC236}">
                <a16:creationId xmlns:a16="http://schemas.microsoft.com/office/drawing/2014/main" id="{5E194653-108E-F9CF-AB73-AEE1EEFDEF9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38682" y="3574477"/>
            <a:ext cx="161925"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2" name="Graphic 201" descr="Clownfish with solid fill">
            <a:extLst>
              <a:ext uri="{FF2B5EF4-FFF2-40B4-BE49-F238E27FC236}">
                <a16:creationId xmlns:a16="http://schemas.microsoft.com/office/drawing/2014/main" id="{75670471-A761-DB1C-7DC8-63BD02EA0D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50746" y="3530755"/>
            <a:ext cx="107109" cy="107109"/>
          </a:xfrm>
          <a:prstGeom prst="rect">
            <a:avLst/>
          </a:prstGeom>
        </p:spPr>
      </p:pic>
      <p:pic>
        <p:nvPicPr>
          <p:cNvPr id="203" name="Graphic 202" descr="Orca with solid fill">
            <a:extLst>
              <a:ext uri="{FF2B5EF4-FFF2-40B4-BE49-F238E27FC236}">
                <a16:creationId xmlns:a16="http://schemas.microsoft.com/office/drawing/2014/main" id="{C88364A2-3305-BF1A-A298-3F85A69B81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36226" y="3350264"/>
            <a:ext cx="161302" cy="161302"/>
          </a:xfrm>
          <a:prstGeom prst="rect">
            <a:avLst/>
          </a:prstGeom>
        </p:spPr>
      </p:pic>
      <p:pic>
        <p:nvPicPr>
          <p:cNvPr id="204" name="Graphic 203" descr="Whale with solid fill">
            <a:extLst>
              <a:ext uri="{FF2B5EF4-FFF2-40B4-BE49-F238E27FC236}">
                <a16:creationId xmlns:a16="http://schemas.microsoft.com/office/drawing/2014/main" id="{AC9FC93D-1559-5F36-A3FC-4437C41F7F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89773" y="3121064"/>
            <a:ext cx="203975" cy="203975"/>
          </a:xfrm>
          <a:prstGeom prst="rect">
            <a:avLst/>
          </a:prstGeom>
        </p:spPr>
      </p:pic>
      <p:pic>
        <p:nvPicPr>
          <p:cNvPr id="205" name="Graphic 204" descr="Shark with solid fill">
            <a:extLst>
              <a:ext uri="{FF2B5EF4-FFF2-40B4-BE49-F238E27FC236}">
                <a16:creationId xmlns:a16="http://schemas.microsoft.com/office/drawing/2014/main" id="{E7B9DB06-F7E0-074C-B365-8667ED95478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09028" y="3508391"/>
            <a:ext cx="151041" cy="151041"/>
          </a:xfrm>
          <a:prstGeom prst="rect">
            <a:avLst/>
          </a:prstGeom>
        </p:spPr>
      </p:pic>
      <p:pic>
        <p:nvPicPr>
          <p:cNvPr id="206" name="Picture 4" descr="Sea Turtle Icon - Download Sea Turtle Icon 1043478 | Noun Project">
            <a:extLst>
              <a:ext uri="{FF2B5EF4-FFF2-40B4-BE49-F238E27FC236}">
                <a16:creationId xmlns:a16="http://schemas.microsoft.com/office/drawing/2014/main" id="{7C064A87-02D4-D7EC-B704-F37D4A352F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86325" y="3622416"/>
            <a:ext cx="135211" cy="135211"/>
          </a:xfrm>
          <a:prstGeom prst="rect">
            <a:avLst/>
          </a:prstGeom>
          <a:noFill/>
          <a:extLst>
            <a:ext uri="{909E8E84-426E-40DD-AFC4-6F175D3DCCD1}">
              <a14:hiddenFill xmlns:a14="http://schemas.microsoft.com/office/drawing/2010/main">
                <a:solidFill>
                  <a:srgbClr val="FFFFFF"/>
                </a:solidFill>
              </a14:hiddenFill>
            </a:ext>
          </a:extLst>
        </p:spPr>
      </p:pic>
      <p:pic>
        <p:nvPicPr>
          <p:cNvPr id="207" name="Picture 6" descr="Insect, larva, maggot icon - Download on Iconfinder">
            <a:extLst>
              <a:ext uri="{FF2B5EF4-FFF2-40B4-BE49-F238E27FC236}">
                <a16:creationId xmlns:a16="http://schemas.microsoft.com/office/drawing/2014/main" id="{984FB715-C21E-BD20-457B-B669B99C01F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3315" y="3246810"/>
            <a:ext cx="56553" cy="56553"/>
          </a:xfrm>
          <a:prstGeom prst="rect">
            <a:avLst/>
          </a:prstGeom>
          <a:noFill/>
          <a:extLst>
            <a:ext uri="{909E8E84-426E-40DD-AFC4-6F175D3DCCD1}">
              <a14:hiddenFill xmlns:a14="http://schemas.microsoft.com/office/drawing/2010/main">
                <a:solidFill>
                  <a:srgbClr val="FFFFFF"/>
                </a:solidFill>
              </a14:hiddenFill>
            </a:ext>
          </a:extLst>
        </p:spPr>
      </p:pic>
      <p:pic>
        <p:nvPicPr>
          <p:cNvPr id="208" name="Graphic 207" descr="Fish with solid fill">
            <a:extLst>
              <a:ext uri="{FF2B5EF4-FFF2-40B4-BE49-F238E27FC236}">
                <a16:creationId xmlns:a16="http://schemas.microsoft.com/office/drawing/2014/main" id="{2EF7035F-1F45-C1B1-03FC-0EE4F7CD432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flipV="1">
            <a:off x="8584056" y="3605044"/>
            <a:ext cx="115300" cy="115300"/>
          </a:xfrm>
          <a:prstGeom prst="rect">
            <a:avLst/>
          </a:prstGeom>
        </p:spPr>
      </p:pic>
      <p:pic>
        <p:nvPicPr>
          <p:cNvPr id="209" name="Picture 8" descr="anchovy Icon - Download anchovy Icon 854442 | Noun Project">
            <a:extLst>
              <a:ext uri="{FF2B5EF4-FFF2-40B4-BE49-F238E27FC236}">
                <a16:creationId xmlns:a16="http://schemas.microsoft.com/office/drawing/2014/main" id="{DF236241-0BD6-AD62-24DB-CC4877575E6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32319" y="3399177"/>
            <a:ext cx="82325" cy="82325"/>
          </a:xfrm>
          <a:prstGeom prst="rect">
            <a:avLst/>
          </a:prstGeom>
          <a:noFill/>
          <a:extLst>
            <a:ext uri="{909E8E84-426E-40DD-AFC4-6F175D3DCCD1}">
              <a14:hiddenFill xmlns:a14="http://schemas.microsoft.com/office/drawing/2010/main">
                <a:solidFill>
                  <a:srgbClr val="FFFFFF"/>
                </a:solidFill>
              </a14:hiddenFill>
            </a:ext>
          </a:extLst>
        </p:spPr>
      </p:pic>
      <p:pic>
        <p:nvPicPr>
          <p:cNvPr id="210" name="Picture 12" descr="Octopus Icons - SVG and PNG Octopus Icons | Noun Project">
            <a:extLst>
              <a:ext uri="{FF2B5EF4-FFF2-40B4-BE49-F238E27FC236}">
                <a16:creationId xmlns:a16="http://schemas.microsoft.com/office/drawing/2014/main" id="{F36ACB64-305C-C04B-96FD-5041078242A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93996" y="3576294"/>
            <a:ext cx="161925" cy="161925"/>
          </a:xfrm>
          <a:prstGeom prst="rect">
            <a:avLst/>
          </a:prstGeom>
          <a:noFill/>
          <a:extLst>
            <a:ext uri="{909E8E84-426E-40DD-AFC4-6F175D3DCCD1}">
              <a14:hiddenFill xmlns:a14="http://schemas.microsoft.com/office/drawing/2010/main">
                <a:solidFill>
                  <a:srgbClr val="FFFFFF"/>
                </a:solidFill>
              </a14:hiddenFill>
            </a:ext>
          </a:extLst>
        </p:spPr>
      </p:pic>
      <p:pic>
        <p:nvPicPr>
          <p:cNvPr id="211" name="Graphic 210" descr="Clownfish with solid fill">
            <a:extLst>
              <a:ext uri="{FF2B5EF4-FFF2-40B4-BE49-F238E27FC236}">
                <a16:creationId xmlns:a16="http://schemas.microsoft.com/office/drawing/2014/main" id="{A4FC59B5-6CC7-6980-4920-0B4A96C94C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43925" y="3554433"/>
            <a:ext cx="107109" cy="107109"/>
          </a:xfrm>
          <a:prstGeom prst="rect">
            <a:avLst/>
          </a:prstGeom>
        </p:spPr>
      </p:pic>
      <p:pic>
        <p:nvPicPr>
          <p:cNvPr id="212" name="Graphic 211" descr="Orca with solid fill">
            <a:extLst>
              <a:ext uri="{FF2B5EF4-FFF2-40B4-BE49-F238E27FC236}">
                <a16:creationId xmlns:a16="http://schemas.microsoft.com/office/drawing/2014/main" id="{65AD16EE-EDC1-E938-AFC5-488F28968F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02180" y="3370778"/>
            <a:ext cx="161302" cy="161302"/>
          </a:xfrm>
          <a:prstGeom prst="rect">
            <a:avLst/>
          </a:prstGeom>
        </p:spPr>
      </p:pic>
      <p:pic>
        <p:nvPicPr>
          <p:cNvPr id="213" name="Graphic 212" descr="Whale with solid fill">
            <a:extLst>
              <a:ext uri="{FF2B5EF4-FFF2-40B4-BE49-F238E27FC236}">
                <a16:creationId xmlns:a16="http://schemas.microsoft.com/office/drawing/2014/main" id="{17DF5336-118B-9265-E25C-ED9D43BBA9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64614" y="3142763"/>
            <a:ext cx="203975" cy="203975"/>
          </a:xfrm>
          <a:prstGeom prst="rect">
            <a:avLst/>
          </a:prstGeom>
        </p:spPr>
      </p:pic>
      <p:pic>
        <p:nvPicPr>
          <p:cNvPr id="214" name="Graphic 213" descr="Shark with solid fill">
            <a:extLst>
              <a:ext uri="{FF2B5EF4-FFF2-40B4-BE49-F238E27FC236}">
                <a16:creationId xmlns:a16="http://schemas.microsoft.com/office/drawing/2014/main" id="{A2B4A572-AD40-5451-EC87-F0CFC96DC5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94949" y="3524823"/>
            <a:ext cx="151041" cy="151041"/>
          </a:xfrm>
          <a:prstGeom prst="rect">
            <a:avLst/>
          </a:prstGeom>
        </p:spPr>
      </p:pic>
      <p:pic>
        <p:nvPicPr>
          <p:cNvPr id="215" name="Picture 4" descr="Sea Turtle Icon - Download Sea Turtle Icon 1043478 | Noun Project">
            <a:extLst>
              <a:ext uri="{FF2B5EF4-FFF2-40B4-BE49-F238E27FC236}">
                <a16:creationId xmlns:a16="http://schemas.microsoft.com/office/drawing/2014/main" id="{2B71EE9B-634D-877A-C912-EFE219EFD6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82747" y="3637864"/>
            <a:ext cx="135211" cy="135211"/>
          </a:xfrm>
          <a:prstGeom prst="rect">
            <a:avLst/>
          </a:prstGeom>
          <a:noFill/>
          <a:extLst>
            <a:ext uri="{909E8E84-426E-40DD-AFC4-6F175D3DCCD1}">
              <a14:hiddenFill xmlns:a14="http://schemas.microsoft.com/office/drawing/2010/main">
                <a:solidFill>
                  <a:srgbClr val="FFFFFF"/>
                </a:solidFill>
              </a14:hiddenFill>
            </a:ext>
          </a:extLst>
        </p:spPr>
      </p:pic>
      <p:pic>
        <p:nvPicPr>
          <p:cNvPr id="216" name="Picture 6" descr="Insect, larva, maggot icon - Download on Iconfinder">
            <a:extLst>
              <a:ext uri="{FF2B5EF4-FFF2-40B4-BE49-F238E27FC236}">
                <a16:creationId xmlns:a16="http://schemas.microsoft.com/office/drawing/2014/main" id="{A48F571C-3AE4-045B-B916-2371CF13BAD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36676" y="3259711"/>
            <a:ext cx="56553" cy="56553"/>
          </a:xfrm>
          <a:prstGeom prst="rect">
            <a:avLst/>
          </a:prstGeom>
          <a:noFill/>
          <a:extLst>
            <a:ext uri="{909E8E84-426E-40DD-AFC4-6F175D3DCCD1}">
              <a14:hiddenFill xmlns:a14="http://schemas.microsoft.com/office/drawing/2010/main">
                <a:solidFill>
                  <a:srgbClr val="FFFFFF"/>
                </a:solidFill>
              </a14:hiddenFill>
            </a:ext>
          </a:extLst>
        </p:spPr>
      </p:pic>
      <p:pic>
        <p:nvPicPr>
          <p:cNvPr id="217" name="Graphic 216" descr="Fish with solid fill">
            <a:extLst>
              <a:ext uri="{FF2B5EF4-FFF2-40B4-BE49-F238E27FC236}">
                <a16:creationId xmlns:a16="http://schemas.microsoft.com/office/drawing/2014/main" id="{7383D760-77C2-1D3B-E386-72B83EFFB31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flipV="1">
            <a:off x="10480318" y="3619568"/>
            <a:ext cx="115300" cy="115300"/>
          </a:xfrm>
          <a:prstGeom prst="rect">
            <a:avLst/>
          </a:prstGeom>
        </p:spPr>
      </p:pic>
      <p:pic>
        <p:nvPicPr>
          <p:cNvPr id="218" name="Picture 8" descr="anchovy Icon - Download anchovy Icon 854442 | Noun Project">
            <a:extLst>
              <a:ext uri="{FF2B5EF4-FFF2-40B4-BE49-F238E27FC236}">
                <a16:creationId xmlns:a16="http://schemas.microsoft.com/office/drawing/2014/main" id="{8E477A09-B4ED-0537-9C02-F3DFE32866D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26047" y="3406159"/>
            <a:ext cx="82325" cy="82325"/>
          </a:xfrm>
          <a:prstGeom prst="rect">
            <a:avLst/>
          </a:prstGeom>
          <a:noFill/>
          <a:extLst>
            <a:ext uri="{909E8E84-426E-40DD-AFC4-6F175D3DCCD1}">
              <a14:hiddenFill xmlns:a14="http://schemas.microsoft.com/office/drawing/2010/main">
                <a:solidFill>
                  <a:srgbClr val="FFFFFF"/>
                </a:solidFill>
              </a14:hiddenFill>
            </a:ext>
          </a:extLst>
        </p:spPr>
      </p:pic>
      <p:pic>
        <p:nvPicPr>
          <p:cNvPr id="219" name="Picture 12" descr="Octopus Icons - SVG and PNG Octopus Icons | Noun Project">
            <a:extLst>
              <a:ext uri="{FF2B5EF4-FFF2-40B4-BE49-F238E27FC236}">
                <a16:creationId xmlns:a16="http://schemas.microsoft.com/office/drawing/2014/main" id="{2236B069-7BB4-7F9E-E012-A282B89AF9B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887721" y="3594901"/>
            <a:ext cx="161925" cy="161925"/>
          </a:xfrm>
          <a:prstGeom prst="rect">
            <a:avLst/>
          </a:prstGeom>
          <a:noFill/>
          <a:extLst>
            <a:ext uri="{909E8E84-426E-40DD-AFC4-6F175D3DCCD1}">
              <a14:hiddenFill xmlns:a14="http://schemas.microsoft.com/office/drawing/2010/main">
                <a:solidFill>
                  <a:srgbClr val="FFFFFF"/>
                </a:solidFill>
              </a14:hiddenFill>
            </a:ext>
          </a:extLst>
        </p:spPr>
      </p:pic>
      <p:pic>
        <p:nvPicPr>
          <p:cNvPr id="220" name="Picture 6" descr="Insect, larva, maggot icon - Download on Iconfinder">
            <a:extLst>
              <a:ext uri="{FF2B5EF4-FFF2-40B4-BE49-F238E27FC236}">
                <a16:creationId xmlns:a16="http://schemas.microsoft.com/office/drawing/2014/main" id="{2CB4D902-0144-FC5B-7A7A-2A06BD16DD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25220" y="3255801"/>
            <a:ext cx="56553" cy="56553"/>
          </a:xfrm>
          <a:prstGeom prst="rect">
            <a:avLst/>
          </a:prstGeom>
          <a:noFill/>
          <a:extLst>
            <a:ext uri="{909E8E84-426E-40DD-AFC4-6F175D3DCCD1}">
              <a14:hiddenFill xmlns:a14="http://schemas.microsoft.com/office/drawing/2010/main">
                <a:solidFill>
                  <a:srgbClr val="FFFFFF"/>
                </a:solidFill>
              </a14:hiddenFill>
            </a:ext>
          </a:extLst>
        </p:spPr>
      </p:pic>
      <p:pic>
        <p:nvPicPr>
          <p:cNvPr id="221" name="Graphic 220" descr="Clownfish with solid fill">
            <a:extLst>
              <a:ext uri="{FF2B5EF4-FFF2-40B4-BE49-F238E27FC236}">
                <a16:creationId xmlns:a16="http://schemas.microsoft.com/office/drawing/2014/main" id="{738783C9-FAA2-4F93-59A5-899D162FEC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6201" y="3544508"/>
            <a:ext cx="107109" cy="107109"/>
          </a:xfrm>
          <a:prstGeom prst="rect">
            <a:avLst/>
          </a:prstGeom>
        </p:spPr>
      </p:pic>
      <p:pic>
        <p:nvPicPr>
          <p:cNvPr id="222" name="Graphic 221" descr="Orca with solid fill">
            <a:extLst>
              <a:ext uri="{FF2B5EF4-FFF2-40B4-BE49-F238E27FC236}">
                <a16:creationId xmlns:a16="http://schemas.microsoft.com/office/drawing/2014/main" id="{EA184B46-C32B-37A1-C816-0A8EED3153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24120" y="3358154"/>
            <a:ext cx="161302" cy="161302"/>
          </a:xfrm>
          <a:prstGeom prst="rect">
            <a:avLst/>
          </a:prstGeom>
        </p:spPr>
      </p:pic>
      <p:pic>
        <p:nvPicPr>
          <p:cNvPr id="223" name="Graphic 222" descr="Whale with solid fill">
            <a:extLst>
              <a:ext uri="{FF2B5EF4-FFF2-40B4-BE49-F238E27FC236}">
                <a16:creationId xmlns:a16="http://schemas.microsoft.com/office/drawing/2014/main" id="{A83E0B47-0592-A91C-28DF-3C65BF2675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94668" y="3128123"/>
            <a:ext cx="203975" cy="203975"/>
          </a:xfrm>
          <a:prstGeom prst="rect">
            <a:avLst/>
          </a:prstGeom>
        </p:spPr>
      </p:pic>
      <p:pic>
        <p:nvPicPr>
          <p:cNvPr id="224" name="Graphic 223" descr="Shark with solid fill">
            <a:extLst>
              <a:ext uri="{FF2B5EF4-FFF2-40B4-BE49-F238E27FC236}">
                <a16:creationId xmlns:a16="http://schemas.microsoft.com/office/drawing/2014/main" id="{61D944D1-A433-2703-9C1F-A4FE4601B6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97762" y="3514919"/>
            <a:ext cx="151041" cy="151041"/>
          </a:xfrm>
          <a:prstGeom prst="rect">
            <a:avLst/>
          </a:prstGeom>
        </p:spPr>
      </p:pic>
      <p:pic>
        <p:nvPicPr>
          <p:cNvPr id="225" name="Picture 4" descr="Sea Turtle Icon - Download Sea Turtle Icon 1043478 | Noun Project">
            <a:extLst>
              <a:ext uri="{FF2B5EF4-FFF2-40B4-BE49-F238E27FC236}">
                <a16:creationId xmlns:a16="http://schemas.microsoft.com/office/drawing/2014/main" id="{E43B2BD1-4679-41BB-7F28-6C877FC60E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0833" y="3623423"/>
            <a:ext cx="135211" cy="135211"/>
          </a:xfrm>
          <a:prstGeom prst="rect">
            <a:avLst/>
          </a:prstGeom>
          <a:noFill/>
          <a:extLst>
            <a:ext uri="{909E8E84-426E-40DD-AFC4-6F175D3DCCD1}">
              <a14:hiddenFill xmlns:a14="http://schemas.microsoft.com/office/drawing/2010/main">
                <a:solidFill>
                  <a:srgbClr val="FFFFFF"/>
                </a:solidFill>
              </a14:hiddenFill>
            </a:ext>
          </a:extLst>
        </p:spPr>
      </p:pic>
      <p:pic>
        <p:nvPicPr>
          <p:cNvPr id="226" name="Picture 6" descr="Insect, larva, maggot icon - Download on Iconfinder">
            <a:extLst>
              <a:ext uri="{FF2B5EF4-FFF2-40B4-BE49-F238E27FC236}">
                <a16:creationId xmlns:a16="http://schemas.microsoft.com/office/drawing/2014/main" id="{1B5E4394-9BE4-B022-F9B2-6E98C8D7539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2084" y="3241101"/>
            <a:ext cx="56553" cy="56553"/>
          </a:xfrm>
          <a:prstGeom prst="rect">
            <a:avLst/>
          </a:prstGeom>
          <a:noFill/>
          <a:extLst>
            <a:ext uri="{909E8E84-426E-40DD-AFC4-6F175D3DCCD1}">
              <a14:hiddenFill xmlns:a14="http://schemas.microsoft.com/office/drawing/2010/main">
                <a:solidFill>
                  <a:srgbClr val="FFFFFF"/>
                </a:solidFill>
              </a14:hiddenFill>
            </a:ext>
          </a:extLst>
        </p:spPr>
      </p:pic>
      <p:pic>
        <p:nvPicPr>
          <p:cNvPr id="227" name="Graphic 226" descr="Fish with solid fill">
            <a:extLst>
              <a:ext uri="{FF2B5EF4-FFF2-40B4-BE49-F238E27FC236}">
                <a16:creationId xmlns:a16="http://schemas.microsoft.com/office/drawing/2014/main" id="{6200E54E-1DB4-B4B0-C450-EF3B5302FD6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flipV="1">
            <a:off x="1098564" y="3605044"/>
            <a:ext cx="115300" cy="115300"/>
          </a:xfrm>
          <a:prstGeom prst="rect">
            <a:avLst/>
          </a:prstGeom>
        </p:spPr>
      </p:pic>
      <p:pic>
        <p:nvPicPr>
          <p:cNvPr id="228" name="Picture 8" descr="anchovy Icon - Download anchovy Icon 854442 | Noun Project">
            <a:extLst>
              <a:ext uri="{FF2B5EF4-FFF2-40B4-BE49-F238E27FC236}">
                <a16:creationId xmlns:a16="http://schemas.microsoft.com/office/drawing/2014/main" id="{5104FDE5-C645-952D-3577-77B5DF76E57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5263" y="3397643"/>
            <a:ext cx="82325" cy="82325"/>
          </a:xfrm>
          <a:prstGeom prst="rect">
            <a:avLst/>
          </a:prstGeom>
          <a:noFill/>
          <a:extLst>
            <a:ext uri="{909E8E84-426E-40DD-AFC4-6F175D3DCCD1}">
              <a14:hiddenFill xmlns:a14="http://schemas.microsoft.com/office/drawing/2010/main">
                <a:solidFill>
                  <a:srgbClr val="FFFFFF"/>
                </a:solidFill>
              </a14:hiddenFill>
            </a:ext>
          </a:extLst>
        </p:spPr>
      </p:pic>
      <p:pic>
        <p:nvPicPr>
          <p:cNvPr id="229" name="Picture 12" descr="Octopus Icons - SVG and PNG Octopus Icons | Noun Project">
            <a:extLst>
              <a:ext uri="{FF2B5EF4-FFF2-40B4-BE49-F238E27FC236}">
                <a16:creationId xmlns:a16="http://schemas.microsoft.com/office/drawing/2014/main" id="{43FB7F32-DCCF-28D1-8883-D56B6A3BE21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95387" y="3577829"/>
            <a:ext cx="161925" cy="161925"/>
          </a:xfrm>
          <a:prstGeom prst="rect">
            <a:avLst/>
          </a:prstGeom>
          <a:noFill/>
          <a:extLst>
            <a:ext uri="{909E8E84-426E-40DD-AFC4-6F175D3DCCD1}">
              <a14:hiddenFill xmlns:a14="http://schemas.microsoft.com/office/drawing/2010/main">
                <a:solidFill>
                  <a:srgbClr val="FFFFFF"/>
                </a:solidFill>
              </a14:hiddenFill>
            </a:ext>
          </a:extLst>
        </p:spPr>
      </p:pic>
      <p:sp>
        <p:nvSpPr>
          <p:cNvPr id="230" name="Title 1">
            <a:extLst>
              <a:ext uri="{FF2B5EF4-FFF2-40B4-BE49-F238E27FC236}">
                <a16:creationId xmlns:a16="http://schemas.microsoft.com/office/drawing/2014/main" id="{43D913A4-266B-7BC0-1831-DFE19F56235F}"/>
              </a:ext>
            </a:extLst>
          </p:cNvPr>
          <p:cNvSpPr txBox="1">
            <a:spLocks/>
          </p:cNvSpPr>
          <p:nvPr/>
        </p:nvSpPr>
        <p:spPr>
          <a:xfrm>
            <a:off x="290456" y="330814"/>
            <a:ext cx="9596713" cy="172487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bg1"/>
                </a:solidFill>
                <a:latin typeface="Palatino" pitchFamily="2" charset="77"/>
                <a:ea typeface="Palatino" pitchFamily="2" charset="77"/>
                <a:cs typeface="Arial" panose="020B0604020202020204" pitchFamily="34" charset="0"/>
              </a:rPr>
              <a:t>Smart environmental DNA sampling strategies</a:t>
            </a:r>
          </a:p>
        </p:txBody>
      </p:sp>
      <p:sp>
        <p:nvSpPr>
          <p:cNvPr id="231" name="Subtitle 3">
            <a:extLst>
              <a:ext uri="{FF2B5EF4-FFF2-40B4-BE49-F238E27FC236}">
                <a16:creationId xmlns:a16="http://schemas.microsoft.com/office/drawing/2014/main" id="{5489E60E-D343-AF34-049A-BA219F9F9CE2}"/>
              </a:ext>
            </a:extLst>
          </p:cNvPr>
          <p:cNvSpPr txBox="1">
            <a:spLocks/>
          </p:cNvSpPr>
          <p:nvPr/>
        </p:nvSpPr>
        <p:spPr>
          <a:xfrm>
            <a:off x="317495" y="4607859"/>
            <a:ext cx="6012000" cy="17610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nb-NO" dirty="0" err="1">
                <a:solidFill>
                  <a:schemeClr val="bg1"/>
                </a:solidFill>
                <a:latin typeface="Palatino" pitchFamily="2" charset="77"/>
                <a:ea typeface="Palatino" pitchFamily="2" charset="77"/>
                <a:cs typeface="Arial" panose="020B0604020202020204" pitchFamily="34" charset="0"/>
              </a:rPr>
              <a:t>Gledis</a:t>
            </a:r>
            <a:r>
              <a:rPr lang="nb-NO" dirty="0">
                <a:solidFill>
                  <a:schemeClr val="bg1"/>
                </a:solidFill>
                <a:latin typeface="Palatino" pitchFamily="2" charset="77"/>
                <a:ea typeface="Palatino" pitchFamily="2" charset="77"/>
                <a:cs typeface="Arial" panose="020B0604020202020204" pitchFamily="34" charset="0"/>
              </a:rPr>
              <a:t> Guri</a:t>
            </a:r>
          </a:p>
          <a:p>
            <a:pPr marL="0" indent="0">
              <a:lnSpc>
                <a:spcPct val="100000"/>
              </a:lnSpc>
              <a:spcBef>
                <a:spcPts val="0"/>
              </a:spcBef>
              <a:buNone/>
            </a:pPr>
            <a:r>
              <a:rPr lang="nb-NO" sz="1600" i="1" dirty="0" err="1">
                <a:solidFill>
                  <a:schemeClr val="bg1"/>
                </a:solidFill>
                <a:latin typeface="Palatino" pitchFamily="2" charset="77"/>
                <a:ea typeface="Palatino" pitchFamily="2" charset="77"/>
                <a:cs typeface="Arial" panose="020B0604020202020204" pitchFamily="34" charset="0"/>
              </a:rPr>
              <a:t>Postdoc</a:t>
            </a:r>
            <a:r>
              <a:rPr lang="nb-NO" sz="1600" i="1" dirty="0">
                <a:solidFill>
                  <a:schemeClr val="bg1"/>
                </a:solidFill>
                <a:latin typeface="Palatino" pitchFamily="2" charset="77"/>
                <a:ea typeface="Palatino" pitchFamily="2" charset="77"/>
                <a:cs typeface="Arial" panose="020B0604020202020204" pitchFamily="34" charset="0"/>
              </a:rPr>
              <a:t> @</a:t>
            </a:r>
            <a:r>
              <a:rPr lang="nb-NO" sz="1600" i="1" dirty="0" err="1">
                <a:solidFill>
                  <a:schemeClr val="bg1"/>
                </a:solidFill>
                <a:latin typeface="Palatino" pitchFamily="2" charset="77"/>
                <a:ea typeface="Palatino" pitchFamily="2" charset="77"/>
                <a:cs typeface="Arial" panose="020B0604020202020204" pitchFamily="34" charset="0"/>
              </a:rPr>
              <a:t>University</a:t>
            </a:r>
            <a:r>
              <a:rPr lang="nb-NO" sz="1600" i="1" dirty="0">
                <a:solidFill>
                  <a:schemeClr val="bg1"/>
                </a:solidFill>
                <a:latin typeface="Palatino" pitchFamily="2" charset="77"/>
                <a:ea typeface="Palatino" pitchFamily="2" charset="77"/>
                <a:cs typeface="Arial" panose="020B0604020202020204" pitchFamily="34" charset="0"/>
              </a:rPr>
              <a:t> </a:t>
            </a:r>
            <a:r>
              <a:rPr lang="nb-NO" sz="1600" i="1" dirty="0" err="1">
                <a:solidFill>
                  <a:schemeClr val="bg1"/>
                </a:solidFill>
                <a:latin typeface="Palatino" pitchFamily="2" charset="77"/>
                <a:ea typeface="Palatino" pitchFamily="2" charset="77"/>
                <a:cs typeface="Arial" panose="020B0604020202020204" pitchFamily="34" charset="0"/>
              </a:rPr>
              <a:t>of</a:t>
            </a:r>
            <a:r>
              <a:rPr lang="nb-NO" sz="1600" i="1" dirty="0">
                <a:solidFill>
                  <a:schemeClr val="bg1"/>
                </a:solidFill>
                <a:latin typeface="Palatino" pitchFamily="2" charset="77"/>
                <a:ea typeface="Palatino" pitchFamily="2" charset="77"/>
                <a:cs typeface="Arial" panose="020B0604020202020204" pitchFamily="34" charset="0"/>
              </a:rPr>
              <a:t> Washington</a:t>
            </a:r>
          </a:p>
          <a:p>
            <a:pPr marL="0" indent="0">
              <a:lnSpc>
                <a:spcPct val="100000"/>
              </a:lnSpc>
              <a:spcBef>
                <a:spcPts val="0"/>
              </a:spcBef>
              <a:buNone/>
            </a:pPr>
            <a:endParaRPr lang="nb-NO" sz="1600" i="1" dirty="0">
              <a:solidFill>
                <a:schemeClr val="bg1"/>
              </a:solidFill>
              <a:latin typeface="Palatino" pitchFamily="2" charset="77"/>
              <a:ea typeface="Palatino" pitchFamily="2" charset="77"/>
              <a:cs typeface="Arial" panose="020B0604020202020204" pitchFamily="34" charset="0"/>
            </a:endParaRPr>
          </a:p>
          <a:p>
            <a:pPr marL="0" indent="0">
              <a:lnSpc>
                <a:spcPct val="100000"/>
              </a:lnSpc>
              <a:spcBef>
                <a:spcPts val="0"/>
              </a:spcBef>
              <a:buNone/>
            </a:pPr>
            <a:endParaRPr lang="nb-NO" sz="1600" i="1" dirty="0">
              <a:solidFill>
                <a:schemeClr val="bg1"/>
              </a:solidFill>
              <a:latin typeface="Palatino" pitchFamily="2" charset="77"/>
              <a:ea typeface="Palatino" pitchFamily="2" charset="77"/>
              <a:cs typeface="Arial" panose="020B0604020202020204" pitchFamily="34" charset="0"/>
            </a:endParaRPr>
          </a:p>
          <a:p>
            <a:pPr marL="0" indent="0">
              <a:lnSpc>
                <a:spcPct val="100000"/>
              </a:lnSpc>
              <a:spcBef>
                <a:spcPts val="0"/>
              </a:spcBef>
              <a:buNone/>
            </a:pPr>
            <a:endParaRPr lang="nb-NO" sz="1600" i="1" dirty="0">
              <a:solidFill>
                <a:schemeClr val="bg1"/>
              </a:solidFill>
              <a:latin typeface="Palatino" pitchFamily="2" charset="77"/>
              <a:ea typeface="Palatino" pitchFamily="2" charset="77"/>
              <a:cs typeface="Arial" panose="020B0604020202020204" pitchFamily="34" charset="0"/>
            </a:endParaRPr>
          </a:p>
          <a:p>
            <a:pPr marL="0" indent="0">
              <a:lnSpc>
                <a:spcPct val="100000"/>
              </a:lnSpc>
              <a:spcBef>
                <a:spcPts val="0"/>
              </a:spcBef>
              <a:buNone/>
            </a:pPr>
            <a:r>
              <a:rPr lang="nb-NO" sz="1600" i="1" dirty="0" err="1">
                <a:solidFill>
                  <a:schemeClr val="bg1"/>
                </a:solidFill>
                <a:latin typeface="Palatino" pitchFamily="2" charset="77"/>
                <a:ea typeface="Palatino" pitchFamily="2" charset="77"/>
                <a:cs typeface="Arial" panose="020B0604020202020204" pitchFamily="34" charset="0"/>
              </a:rPr>
              <a:t>gguri@uw.edu</a:t>
            </a:r>
            <a:endParaRPr lang="nb-NO" sz="1600" i="1" dirty="0">
              <a:solidFill>
                <a:schemeClr val="bg1"/>
              </a:solidFill>
              <a:latin typeface="Palatino" pitchFamily="2" charset="77"/>
              <a:ea typeface="Palatino" pitchFamily="2" charset="77"/>
              <a:cs typeface="Arial" panose="020B0604020202020204" pitchFamily="34" charset="0"/>
            </a:endParaRPr>
          </a:p>
        </p:txBody>
      </p:sp>
      <p:pic>
        <p:nvPicPr>
          <p:cNvPr id="232" name="Picture 231">
            <a:extLst>
              <a:ext uri="{FF2B5EF4-FFF2-40B4-BE49-F238E27FC236}">
                <a16:creationId xmlns:a16="http://schemas.microsoft.com/office/drawing/2014/main" id="{4B785A14-718C-3069-8AD4-14D47E694A73}"/>
              </a:ext>
            </a:extLst>
          </p:cNvPr>
          <p:cNvPicPr>
            <a:picLocks noChangeAspect="1"/>
          </p:cNvPicPr>
          <p:nvPr/>
        </p:nvPicPr>
        <p:blipFill>
          <a:blip r:embed="rId12"/>
          <a:stretch>
            <a:fillRect/>
          </a:stretch>
        </p:blipFill>
        <p:spPr>
          <a:xfrm>
            <a:off x="10728690" y="5349803"/>
            <a:ext cx="1466936" cy="1466936"/>
          </a:xfrm>
          <a:prstGeom prst="rect">
            <a:avLst/>
          </a:prstGeom>
        </p:spPr>
      </p:pic>
      <p:pic>
        <p:nvPicPr>
          <p:cNvPr id="234" name="Picture 8" descr="Build Your Own Tests (1)">
            <a:extLst>
              <a:ext uri="{FF2B5EF4-FFF2-40B4-BE49-F238E27FC236}">
                <a16:creationId xmlns:a16="http://schemas.microsoft.com/office/drawing/2014/main" id="{40EE878F-77F2-3C52-7805-3D8FB3562C6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23970" y="5347767"/>
            <a:ext cx="1476289" cy="1476289"/>
          </a:xfrm>
          <a:prstGeom prst="rect">
            <a:avLst/>
          </a:prstGeom>
          <a:noFill/>
          <a:extLst>
            <a:ext uri="{909E8E84-426E-40DD-AFC4-6F175D3DCCD1}">
              <a14:hiddenFill xmlns:a14="http://schemas.microsoft.com/office/drawing/2010/main">
                <a:solidFill>
                  <a:srgbClr val="FFFFFF"/>
                </a:solidFill>
              </a14:hiddenFill>
            </a:ext>
          </a:extLst>
        </p:spPr>
      </p:pic>
      <p:pic>
        <p:nvPicPr>
          <p:cNvPr id="235" name="Picture 10" descr="University of Washington - Wikipedia">
            <a:extLst>
              <a:ext uri="{FF2B5EF4-FFF2-40B4-BE49-F238E27FC236}">
                <a16:creationId xmlns:a16="http://schemas.microsoft.com/office/drawing/2014/main" id="{C0B71A66-EC16-7332-6795-1E1D81258A0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57718" y="5247486"/>
            <a:ext cx="1593823" cy="1593823"/>
          </a:xfrm>
          <a:prstGeom prst="rect">
            <a:avLst/>
          </a:prstGeom>
          <a:noFill/>
          <a:extLst>
            <a:ext uri="{909E8E84-426E-40DD-AFC4-6F175D3DCCD1}">
              <a14:hiddenFill xmlns:a14="http://schemas.microsoft.com/office/drawing/2010/main">
                <a:solidFill>
                  <a:srgbClr val="FFFFFF"/>
                </a:solidFill>
              </a14:hiddenFill>
            </a:ext>
          </a:extLst>
        </p:spPr>
      </p:pic>
      <p:pic>
        <p:nvPicPr>
          <p:cNvPr id="240" name="Picture 239" descr="A logo with text and leaves&#10;&#10;AI-generated content may be incorrect.">
            <a:extLst>
              <a:ext uri="{FF2B5EF4-FFF2-40B4-BE49-F238E27FC236}">
                <a16:creationId xmlns:a16="http://schemas.microsoft.com/office/drawing/2014/main" id="{96B83D2B-2BAD-C969-BB12-4C0B88D61B51}"/>
              </a:ext>
            </a:extLst>
          </p:cNvPr>
          <p:cNvPicPr>
            <a:picLocks noChangeAspect="1"/>
          </p:cNvPicPr>
          <p:nvPr/>
        </p:nvPicPr>
        <p:blipFill>
          <a:blip r:embed="rId15"/>
          <a:stretch>
            <a:fillRect/>
          </a:stretch>
        </p:blipFill>
        <p:spPr>
          <a:xfrm>
            <a:off x="6051537" y="5323702"/>
            <a:ext cx="1486210" cy="1486210"/>
          </a:xfrm>
          <a:prstGeom prst="rect">
            <a:avLst/>
          </a:prstGeom>
        </p:spPr>
      </p:pic>
      <p:grpSp>
        <p:nvGrpSpPr>
          <p:cNvPr id="247" name="Group 246">
            <a:extLst>
              <a:ext uri="{FF2B5EF4-FFF2-40B4-BE49-F238E27FC236}">
                <a16:creationId xmlns:a16="http://schemas.microsoft.com/office/drawing/2014/main" id="{781EB2B9-7C9C-129D-AF7C-D4056BEC4A6A}"/>
              </a:ext>
            </a:extLst>
          </p:cNvPr>
          <p:cNvGrpSpPr/>
          <p:nvPr/>
        </p:nvGrpSpPr>
        <p:grpSpPr>
          <a:xfrm>
            <a:off x="7646070" y="5309299"/>
            <a:ext cx="1536013" cy="1541352"/>
            <a:chOff x="7646070" y="5309299"/>
            <a:chExt cx="1536013" cy="1541352"/>
          </a:xfrm>
        </p:grpSpPr>
        <p:sp>
          <p:nvSpPr>
            <p:cNvPr id="246" name="Oval 245">
              <a:extLst>
                <a:ext uri="{FF2B5EF4-FFF2-40B4-BE49-F238E27FC236}">
                  <a16:creationId xmlns:a16="http://schemas.microsoft.com/office/drawing/2014/main" id="{2DDAAD55-E226-8D0C-7015-9EDCB39262C2}"/>
                </a:ext>
              </a:extLst>
            </p:cNvPr>
            <p:cNvSpPr/>
            <p:nvPr/>
          </p:nvSpPr>
          <p:spPr>
            <a:xfrm>
              <a:off x="7646070" y="5309299"/>
              <a:ext cx="1535345" cy="152811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5" name="Picture 244" descr="A blue circle with black text and a bird in it&#10;&#10;AI-generated content may be incorrect.">
              <a:extLst>
                <a:ext uri="{FF2B5EF4-FFF2-40B4-BE49-F238E27FC236}">
                  <a16:creationId xmlns:a16="http://schemas.microsoft.com/office/drawing/2014/main" id="{A04F2986-C77B-7F43-A2D3-90494B6DD095}"/>
                </a:ext>
              </a:extLst>
            </p:cNvPr>
            <p:cNvPicPr>
              <a:picLocks noChangeAspect="1"/>
            </p:cNvPicPr>
            <p:nvPr/>
          </p:nvPicPr>
          <p:blipFill>
            <a:blip r:embed="rId16"/>
            <a:stretch>
              <a:fillRect/>
            </a:stretch>
          </p:blipFill>
          <p:spPr>
            <a:xfrm>
              <a:off x="7646738" y="5323979"/>
              <a:ext cx="1535345" cy="1526672"/>
            </a:xfrm>
            <a:prstGeom prst="rect">
              <a:avLst/>
            </a:prstGeom>
          </p:spPr>
        </p:pic>
      </p:grpSp>
      <p:pic>
        <p:nvPicPr>
          <p:cNvPr id="242" name="Picture 241">
            <a:extLst>
              <a:ext uri="{FF2B5EF4-FFF2-40B4-BE49-F238E27FC236}">
                <a16:creationId xmlns:a16="http://schemas.microsoft.com/office/drawing/2014/main" id="{E17D18E9-EE29-038C-E880-5BDD2D35D05E}"/>
              </a:ext>
            </a:extLst>
          </p:cNvPr>
          <p:cNvPicPr>
            <a:picLocks noChangeAspect="1"/>
          </p:cNvPicPr>
          <p:nvPr/>
        </p:nvPicPr>
        <p:blipFill>
          <a:blip r:embed="rId17"/>
          <a:stretch>
            <a:fillRect/>
          </a:stretch>
        </p:blipFill>
        <p:spPr>
          <a:xfrm>
            <a:off x="10108372" y="20152"/>
            <a:ext cx="1986517" cy="1986517"/>
          </a:xfrm>
          <a:prstGeom prst="rect">
            <a:avLst/>
          </a:prstGeom>
        </p:spPr>
      </p:pic>
    </p:spTree>
    <p:extLst>
      <p:ext uri="{BB962C8B-B14F-4D97-AF65-F5344CB8AC3E}">
        <p14:creationId xmlns:p14="http://schemas.microsoft.com/office/powerpoint/2010/main" val="124475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B8AD16F-EE5F-EC1D-3B1A-6A82ED400760}"/>
              </a:ext>
            </a:extLst>
          </p:cNvPr>
          <p:cNvSpPr/>
          <p:nvPr/>
        </p:nvSpPr>
        <p:spPr>
          <a:xfrm>
            <a:off x="7870874" y="1315330"/>
            <a:ext cx="3611364" cy="52971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399F9430-8556-5AF8-C490-4CD9B9BE4B69}"/>
              </a:ext>
            </a:extLst>
          </p:cNvPr>
          <p:cNvSpPr txBox="1">
            <a:spLocks/>
          </p:cNvSpPr>
          <p:nvPr/>
        </p:nvSpPr>
        <p:spPr>
          <a:xfrm>
            <a:off x="7870874" y="245476"/>
            <a:ext cx="4321126" cy="62345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500" b="1" dirty="0">
                <a:latin typeface="Arial" panose="020B0604020202020204" pitchFamily="34" charset="0"/>
                <a:cs typeface="Arial" panose="020B0604020202020204" pitchFamily="34" charset="0"/>
              </a:rPr>
              <a:t>Marine Resources</a:t>
            </a:r>
            <a:endParaRPr lang="en-GB" sz="3000"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2400DD90-37C7-A94F-88E8-AE58F57BFF7C}"/>
              </a:ext>
            </a:extLst>
          </p:cNvPr>
          <p:cNvSpPr txBox="1"/>
          <p:nvPr/>
        </p:nvSpPr>
        <p:spPr>
          <a:xfrm>
            <a:off x="1927016" y="2016995"/>
            <a:ext cx="4547463" cy="461665"/>
          </a:xfrm>
          <a:prstGeom prst="rect">
            <a:avLst/>
          </a:prstGeom>
          <a:noFill/>
        </p:spPr>
        <p:txBody>
          <a:bodyPr wrap="none" rtlCol="0">
            <a:spAutoFit/>
          </a:bodyPr>
          <a:lstStyle/>
          <a:p>
            <a:r>
              <a:rPr lang="en-GB" sz="2400" dirty="0">
                <a:latin typeface="Palatino" pitchFamily="2" charset="77"/>
                <a:ea typeface="Palatino" pitchFamily="2" charset="77"/>
              </a:rPr>
              <a:t>Living Marine Resources (LMR)</a:t>
            </a:r>
          </a:p>
        </p:txBody>
      </p:sp>
      <p:pic>
        <p:nvPicPr>
          <p:cNvPr id="11" name="Graphic 10" descr="Badge Heart with solid fill">
            <a:extLst>
              <a:ext uri="{FF2B5EF4-FFF2-40B4-BE49-F238E27FC236}">
                <a16:creationId xmlns:a16="http://schemas.microsoft.com/office/drawing/2014/main" id="{06693DCA-069D-8305-854C-77828F0E78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9762" y="1790627"/>
            <a:ext cx="914400" cy="914400"/>
          </a:xfrm>
          <a:prstGeom prst="rect">
            <a:avLst/>
          </a:prstGeom>
        </p:spPr>
      </p:pic>
      <p:sp>
        <p:nvSpPr>
          <p:cNvPr id="3" name="TextBox 2">
            <a:extLst>
              <a:ext uri="{FF2B5EF4-FFF2-40B4-BE49-F238E27FC236}">
                <a16:creationId xmlns:a16="http://schemas.microsoft.com/office/drawing/2014/main" id="{2E7302FA-EBC5-FFD8-E507-6BB7C8065CE0}"/>
              </a:ext>
            </a:extLst>
          </p:cNvPr>
          <p:cNvSpPr txBox="1"/>
          <p:nvPr/>
        </p:nvSpPr>
        <p:spPr>
          <a:xfrm>
            <a:off x="2764414" y="2667628"/>
            <a:ext cx="2444067" cy="369332"/>
          </a:xfrm>
          <a:prstGeom prst="rect">
            <a:avLst/>
          </a:prstGeom>
          <a:noFill/>
        </p:spPr>
        <p:txBody>
          <a:bodyPr wrap="none" rtlCol="0">
            <a:spAutoFit/>
          </a:bodyPr>
          <a:lstStyle/>
          <a:p>
            <a:r>
              <a:rPr lang="en-GB" dirty="0">
                <a:latin typeface="Palatino" pitchFamily="2" charset="77"/>
                <a:ea typeface="Palatino" pitchFamily="2" charset="77"/>
              </a:rPr>
              <a:t>Unicellular organisms</a:t>
            </a:r>
          </a:p>
        </p:txBody>
      </p:sp>
      <p:pic>
        <p:nvPicPr>
          <p:cNvPr id="5" name="Graphic 4" descr="Germ with solid fill">
            <a:extLst>
              <a:ext uri="{FF2B5EF4-FFF2-40B4-BE49-F238E27FC236}">
                <a16:creationId xmlns:a16="http://schemas.microsoft.com/office/drawing/2014/main" id="{C60E832E-BF30-61B4-2A33-3D89DAC1A5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5167" y="2508792"/>
            <a:ext cx="687003" cy="687003"/>
          </a:xfrm>
          <a:prstGeom prst="rect">
            <a:avLst/>
          </a:prstGeom>
        </p:spPr>
      </p:pic>
      <p:pic>
        <p:nvPicPr>
          <p:cNvPr id="7" name="Graphic 6" descr="Whale with solid fill">
            <a:extLst>
              <a:ext uri="{FF2B5EF4-FFF2-40B4-BE49-F238E27FC236}">
                <a16:creationId xmlns:a16="http://schemas.microsoft.com/office/drawing/2014/main" id="{39B56370-1964-4E31-62F1-3AB0F44E11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77410" y="4749015"/>
            <a:ext cx="687003" cy="687003"/>
          </a:xfrm>
          <a:prstGeom prst="rect">
            <a:avLst/>
          </a:prstGeom>
        </p:spPr>
      </p:pic>
      <p:sp>
        <p:nvSpPr>
          <p:cNvPr id="9" name="TextBox 8">
            <a:extLst>
              <a:ext uri="{FF2B5EF4-FFF2-40B4-BE49-F238E27FC236}">
                <a16:creationId xmlns:a16="http://schemas.microsoft.com/office/drawing/2014/main" id="{D63F58BB-01E5-9281-7082-0458FE6801FC}"/>
              </a:ext>
            </a:extLst>
          </p:cNvPr>
          <p:cNvSpPr txBox="1"/>
          <p:nvPr/>
        </p:nvSpPr>
        <p:spPr>
          <a:xfrm>
            <a:off x="2764413" y="4954877"/>
            <a:ext cx="3556551" cy="369332"/>
          </a:xfrm>
          <a:prstGeom prst="rect">
            <a:avLst/>
          </a:prstGeom>
          <a:noFill/>
        </p:spPr>
        <p:txBody>
          <a:bodyPr wrap="none" rtlCol="0">
            <a:spAutoFit/>
          </a:bodyPr>
          <a:lstStyle/>
          <a:p>
            <a:r>
              <a:rPr lang="en-GB" dirty="0">
                <a:latin typeface="Palatino" pitchFamily="2" charset="77"/>
                <a:ea typeface="Palatino" pitchFamily="2" charset="77"/>
              </a:rPr>
              <a:t>Multicellular complex organisms</a:t>
            </a:r>
          </a:p>
        </p:txBody>
      </p:sp>
      <p:sp>
        <p:nvSpPr>
          <p:cNvPr id="19" name="TextBox 18">
            <a:extLst>
              <a:ext uri="{FF2B5EF4-FFF2-40B4-BE49-F238E27FC236}">
                <a16:creationId xmlns:a16="http://schemas.microsoft.com/office/drawing/2014/main" id="{9501FECC-5234-5989-28DD-B8296156DC32}"/>
              </a:ext>
            </a:extLst>
          </p:cNvPr>
          <p:cNvSpPr txBox="1"/>
          <p:nvPr/>
        </p:nvSpPr>
        <p:spPr>
          <a:xfrm>
            <a:off x="4086047" y="2997344"/>
            <a:ext cx="2067361" cy="2031325"/>
          </a:xfrm>
          <a:prstGeom prst="rect">
            <a:avLst/>
          </a:prstGeom>
          <a:noFill/>
        </p:spPr>
        <p:txBody>
          <a:bodyPr wrap="none" rtlCol="0">
            <a:spAutoFit/>
          </a:bodyPr>
          <a:lstStyle/>
          <a:p>
            <a:r>
              <a:rPr lang="en-GB" dirty="0">
                <a:latin typeface="Palatino" pitchFamily="2" charset="77"/>
                <a:ea typeface="Palatino" pitchFamily="2" charset="77"/>
              </a:rPr>
              <a:t>Phytoplankton</a:t>
            </a:r>
          </a:p>
          <a:p>
            <a:r>
              <a:rPr lang="en-GB" dirty="0">
                <a:latin typeface="Palatino" pitchFamily="2" charset="77"/>
                <a:ea typeface="Palatino" pitchFamily="2" charset="77"/>
              </a:rPr>
              <a:t>Zooplankton </a:t>
            </a:r>
          </a:p>
          <a:p>
            <a:r>
              <a:rPr lang="en-GB" dirty="0">
                <a:latin typeface="Palatino" pitchFamily="2" charset="77"/>
                <a:ea typeface="Palatino" pitchFamily="2" charset="77"/>
              </a:rPr>
              <a:t>Coral reefs</a:t>
            </a:r>
          </a:p>
          <a:p>
            <a:r>
              <a:rPr lang="en-GB" dirty="0">
                <a:latin typeface="Palatino" pitchFamily="2" charset="77"/>
                <a:ea typeface="Palatino" pitchFamily="2" charset="77"/>
              </a:rPr>
              <a:t>Benthic organisms</a:t>
            </a:r>
          </a:p>
          <a:p>
            <a:r>
              <a:rPr lang="en-GB" dirty="0">
                <a:latin typeface="Palatino" pitchFamily="2" charset="77"/>
                <a:ea typeface="Palatino" pitchFamily="2" charset="77"/>
              </a:rPr>
              <a:t>Fish</a:t>
            </a:r>
          </a:p>
          <a:p>
            <a:r>
              <a:rPr lang="en-GB" dirty="0">
                <a:latin typeface="Palatino" pitchFamily="2" charset="77"/>
                <a:ea typeface="Palatino" pitchFamily="2" charset="77"/>
              </a:rPr>
              <a:t>Seabird</a:t>
            </a:r>
          </a:p>
          <a:p>
            <a:r>
              <a:rPr lang="en-GB" dirty="0">
                <a:latin typeface="Palatino" pitchFamily="2" charset="77"/>
                <a:ea typeface="Palatino" pitchFamily="2" charset="77"/>
              </a:rPr>
              <a:t>Mammals</a:t>
            </a:r>
          </a:p>
        </p:txBody>
      </p:sp>
      <p:pic>
        <p:nvPicPr>
          <p:cNvPr id="6" name="Graphic 5" descr="Taco with solid fill">
            <a:extLst>
              <a:ext uri="{FF2B5EF4-FFF2-40B4-BE49-F238E27FC236}">
                <a16:creationId xmlns:a16="http://schemas.microsoft.com/office/drawing/2014/main" id="{8760698C-8FD9-3FC0-F8B7-FEC6F9CE5F5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88991" y="2687402"/>
            <a:ext cx="624548" cy="624548"/>
          </a:xfrm>
          <a:prstGeom prst="rect">
            <a:avLst/>
          </a:prstGeom>
        </p:spPr>
      </p:pic>
      <p:pic>
        <p:nvPicPr>
          <p:cNvPr id="20" name="Graphic 19" descr="Needle with solid fill">
            <a:extLst>
              <a:ext uri="{FF2B5EF4-FFF2-40B4-BE49-F238E27FC236}">
                <a16:creationId xmlns:a16="http://schemas.microsoft.com/office/drawing/2014/main" id="{B38E3253-6D39-C73F-3E51-1A5D528F13C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87703" y="3512264"/>
            <a:ext cx="624548" cy="624548"/>
          </a:xfrm>
          <a:prstGeom prst="rect">
            <a:avLst/>
          </a:prstGeom>
        </p:spPr>
      </p:pic>
      <p:pic>
        <p:nvPicPr>
          <p:cNvPr id="22" name="Graphic 21" descr="Shield with solid fill">
            <a:extLst>
              <a:ext uri="{FF2B5EF4-FFF2-40B4-BE49-F238E27FC236}">
                <a16:creationId xmlns:a16="http://schemas.microsoft.com/office/drawing/2014/main" id="{CAEAA107-1DF4-B7B6-0407-233F8986449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96008" y="4337126"/>
            <a:ext cx="624548" cy="624548"/>
          </a:xfrm>
          <a:prstGeom prst="rect">
            <a:avLst/>
          </a:prstGeom>
        </p:spPr>
      </p:pic>
      <p:pic>
        <p:nvPicPr>
          <p:cNvPr id="25" name="Graphic 24" descr="Handwashing with solid fill">
            <a:extLst>
              <a:ext uri="{FF2B5EF4-FFF2-40B4-BE49-F238E27FC236}">
                <a16:creationId xmlns:a16="http://schemas.microsoft.com/office/drawing/2014/main" id="{C62D3BE7-4ABE-6692-51ED-D9415886521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96008" y="1925433"/>
            <a:ext cx="624548" cy="624548"/>
          </a:xfrm>
          <a:prstGeom prst="rect">
            <a:avLst/>
          </a:prstGeom>
        </p:spPr>
      </p:pic>
      <p:pic>
        <p:nvPicPr>
          <p:cNvPr id="27" name="Graphic 26" descr="Binoculars with solid fill">
            <a:extLst>
              <a:ext uri="{FF2B5EF4-FFF2-40B4-BE49-F238E27FC236}">
                <a16:creationId xmlns:a16="http://schemas.microsoft.com/office/drawing/2014/main" id="{987374D2-9413-32FB-4DBF-F3EE4926E66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096008" y="5161988"/>
            <a:ext cx="624548" cy="624548"/>
          </a:xfrm>
          <a:prstGeom prst="rect">
            <a:avLst/>
          </a:prstGeom>
        </p:spPr>
      </p:pic>
      <p:sp>
        <p:nvSpPr>
          <p:cNvPr id="28" name="TextBox 27">
            <a:extLst>
              <a:ext uri="{FF2B5EF4-FFF2-40B4-BE49-F238E27FC236}">
                <a16:creationId xmlns:a16="http://schemas.microsoft.com/office/drawing/2014/main" id="{24D310B6-90B3-3838-3766-94EF67AFE5CF}"/>
              </a:ext>
            </a:extLst>
          </p:cNvPr>
          <p:cNvSpPr txBox="1"/>
          <p:nvPr/>
        </p:nvSpPr>
        <p:spPr>
          <a:xfrm>
            <a:off x="8869179" y="2029277"/>
            <a:ext cx="2613985" cy="4524315"/>
          </a:xfrm>
          <a:prstGeom prst="rect">
            <a:avLst/>
          </a:prstGeom>
          <a:noFill/>
        </p:spPr>
        <p:txBody>
          <a:bodyPr wrap="none" rtlCol="0">
            <a:spAutoFit/>
          </a:bodyPr>
          <a:lstStyle/>
          <a:p>
            <a:r>
              <a:rPr lang="en-GB" dirty="0">
                <a:latin typeface="Palatino" pitchFamily="2" charset="77"/>
                <a:ea typeface="Palatino" pitchFamily="2" charset="77"/>
              </a:rPr>
              <a:t>Clean water</a:t>
            </a:r>
          </a:p>
          <a:p>
            <a:endParaRPr lang="en-GB" dirty="0">
              <a:latin typeface="Palatino" pitchFamily="2" charset="77"/>
              <a:ea typeface="Palatino" pitchFamily="2" charset="77"/>
            </a:endParaRPr>
          </a:p>
          <a:p>
            <a:endParaRPr lang="en-GB" dirty="0">
              <a:latin typeface="Palatino" pitchFamily="2" charset="77"/>
              <a:ea typeface="Palatino" pitchFamily="2" charset="77"/>
            </a:endParaRPr>
          </a:p>
          <a:p>
            <a:r>
              <a:rPr lang="en-GB" dirty="0">
                <a:latin typeface="Palatino" pitchFamily="2" charset="77"/>
                <a:ea typeface="Palatino" pitchFamily="2" charset="77"/>
              </a:rPr>
              <a:t>Food &amp; protein security</a:t>
            </a:r>
          </a:p>
          <a:p>
            <a:endParaRPr lang="en-GB" dirty="0">
              <a:latin typeface="Palatino" pitchFamily="2" charset="77"/>
              <a:ea typeface="Palatino" pitchFamily="2" charset="77"/>
            </a:endParaRPr>
          </a:p>
          <a:p>
            <a:endParaRPr lang="en-GB" dirty="0">
              <a:latin typeface="Palatino" pitchFamily="2" charset="77"/>
              <a:ea typeface="Palatino" pitchFamily="2" charset="77"/>
            </a:endParaRPr>
          </a:p>
          <a:p>
            <a:r>
              <a:rPr lang="en-GB" dirty="0">
                <a:latin typeface="Palatino" pitchFamily="2" charset="77"/>
                <a:ea typeface="Palatino" pitchFamily="2" charset="77"/>
              </a:rPr>
              <a:t>Medicine</a:t>
            </a:r>
          </a:p>
          <a:p>
            <a:endParaRPr lang="en-GB" dirty="0">
              <a:latin typeface="Palatino" pitchFamily="2" charset="77"/>
              <a:ea typeface="Palatino" pitchFamily="2" charset="77"/>
            </a:endParaRPr>
          </a:p>
          <a:p>
            <a:endParaRPr lang="en-GB" dirty="0">
              <a:latin typeface="Palatino" pitchFamily="2" charset="77"/>
              <a:ea typeface="Palatino" pitchFamily="2" charset="77"/>
            </a:endParaRPr>
          </a:p>
          <a:p>
            <a:r>
              <a:rPr lang="en-GB" dirty="0">
                <a:latin typeface="Palatino" pitchFamily="2" charset="77"/>
                <a:ea typeface="Palatino" pitchFamily="2" charset="77"/>
              </a:rPr>
              <a:t>Protection</a:t>
            </a:r>
          </a:p>
          <a:p>
            <a:endParaRPr lang="en-GB" dirty="0">
              <a:latin typeface="Palatino" pitchFamily="2" charset="77"/>
              <a:ea typeface="Palatino" pitchFamily="2" charset="77"/>
            </a:endParaRPr>
          </a:p>
          <a:p>
            <a:endParaRPr lang="en-GB" dirty="0">
              <a:latin typeface="Palatino" pitchFamily="2" charset="77"/>
              <a:ea typeface="Palatino" pitchFamily="2" charset="77"/>
            </a:endParaRPr>
          </a:p>
          <a:p>
            <a:r>
              <a:rPr lang="en-GB" dirty="0">
                <a:latin typeface="Palatino" pitchFamily="2" charset="77"/>
                <a:ea typeface="Palatino" pitchFamily="2" charset="77"/>
              </a:rPr>
              <a:t>Recreation</a:t>
            </a:r>
          </a:p>
          <a:p>
            <a:endParaRPr lang="en-GB" dirty="0">
              <a:latin typeface="Palatino" pitchFamily="2" charset="77"/>
              <a:ea typeface="Palatino" pitchFamily="2" charset="77"/>
            </a:endParaRPr>
          </a:p>
          <a:p>
            <a:endParaRPr lang="en-GB" dirty="0">
              <a:latin typeface="Palatino" pitchFamily="2" charset="77"/>
              <a:ea typeface="Palatino" pitchFamily="2" charset="77"/>
            </a:endParaRPr>
          </a:p>
          <a:p>
            <a:r>
              <a:rPr lang="en-GB" dirty="0">
                <a:latin typeface="Palatino" pitchFamily="2" charset="77"/>
                <a:ea typeface="Palatino" pitchFamily="2" charset="77"/>
              </a:rPr>
              <a:t>Economic dev.</a:t>
            </a:r>
          </a:p>
        </p:txBody>
      </p:sp>
      <p:sp>
        <p:nvSpPr>
          <p:cNvPr id="29" name="Right Brace 28">
            <a:extLst>
              <a:ext uri="{FF2B5EF4-FFF2-40B4-BE49-F238E27FC236}">
                <a16:creationId xmlns:a16="http://schemas.microsoft.com/office/drawing/2014/main" id="{7D43ADEB-56ED-983D-E410-1E792E969D05}"/>
              </a:ext>
            </a:extLst>
          </p:cNvPr>
          <p:cNvSpPr/>
          <p:nvPr/>
        </p:nvSpPr>
        <p:spPr>
          <a:xfrm>
            <a:off x="6354584" y="2759796"/>
            <a:ext cx="1136700" cy="2766462"/>
          </a:xfrm>
          <a:prstGeom prst="rightBrace">
            <a:avLst>
              <a:gd name="adj1" fmla="val 23184"/>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2" name="TextBox 31">
            <a:extLst>
              <a:ext uri="{FF2B5EF4-FFF2-40B4-BE49-F238E27FC236}">
                <a16:creationId xmlns:a16="http://schemas.microsoft.com/office/drawing/2014/main" id="{FC30BC05-B57F-90F4-BE49-375A015C6C01}"/>
              </a:ext>
            </a:extLst>
          </p:cNvPr>
          <p:cNvSpPr txBox="1"/>
          <p:nvPr/>
        </p:nvSpPr>
        <p:spPr>
          <a:xfrm>
            <a:off x="7870874" y="1370266"/>
            <a:ext cx="2157963" cy="369332"/>
          </a:xfrm>
          <a:prstGeom prst="rect">
            <a:avLst/>
          </a:prstGeom>
          <a:noFill/>
        </p:spPr>
        <p:txBody>
          <a:bodyPr wrap="none" rtlCol="0">
            <a:spAutoFit/>
          </a:bodyPr>
          <a:lstStyle/>
          <a:p>
            <a:r>
              <a:rPr lang="en-GB" dirty="0">
                <a:latin typeface="Palatino" pitchFamily="2" charset="77"/>
                <a:ea typeface="Palatino" pitchFamily="2" charset="77"/>
              </a:rPr>
              <a:t>Ecosystem Services</a:t>
            </a:r>
          </a:p>
        </p:txBody>
      </p:sp>
      <p:sp>
        <p:nvSpPr>
          <p:cNvPr id="34" name="TextBox 33">
            <a:extLst>
              <a:ext uri="{FF2B5EF4-FFF2-40B4-BE49-F238E27FC236}">
                <a16:creationId xmlns:a16="http://schemas.microsoft.com/office/drawing/2014/main" id="{7EBA306E-530D-07B8-BD88-D3645E56AD41}"/>
              </a:ext>
            </a:extLst>
          </p:cNvPr>
          <p:cNvSpPr txBox="1"/>
          <p:nvPr/>
        </p:nvSpPr>
        <p:spPr>
          <a:xfrm>
            <a:off x="4913739" y="2355823"/>
            <a:ext cx="2653369" cy="307777"/>
          </a:xfrm>
          <a:prstGeom prst="rect">
            <a:avLst/>
          </a:prstGeom>
          <a:noFill/>
        </p:spPr>
        <p:txBody>
          <a:bodyPr wrap="square">
            <a:spAutoFit/>
          </a:bodyPr>
          <a:lstStyle/>
          <a:p>
            <a:r>
              <a:rPr lang="en-GB" sz="1400" dirty="0">
                <a:solidFill>
                  <a:schemeClr val="bg1">
                    <a:lumMod val="85000"/>
                  </a:schemeClr>
                </a:solidFill>
              </a:rPr>
              <a:t>(Stock et al., 2011)</a:t>
            </a:r>
          </a:p>
        </p:txBody>
      </p:sp>
      <p:sp>
        <p:nvSpPr>
          <p:cNvPr id="39" name="TextBox 38">
            <a:extLst>
              <a:ext uri="{FF2B5EF4-FFF2-40B4-BE49-F238E27FC236}">
                <a16:creationId xmlns:a16="http://schemas.microsoft.com/office/drawing/2014/main" id="{153BCB2E-905F-F7F7-E6D5-9B35FD4E1037}"/>
              </a:ext>
            </a:extLst>
          </p:cNvPr>
          <p:cNvSpPr txBox="1"/>
          <p:nvPr/>
        </p:nvSpPr>
        <p:spPr>
          <a:xfrm>
            <a:off x="10077409" y="6585229"/>
            <a:ext cx="2653369" cy="307777"/>
          </a:xfrm>
          <a:prstGeom prst="rect">
            <a:avLst/>
          </a:prstGeom>
          <a:noFill/>
        </p:spPr>
        <p:txBody>
          <a:bodyPr wrap="square">
            <a:spAutoFit/>
          </a:bodyPr>
          <a:lstStyle/>
          <a:p>
            <a:r>
              <a:rPr lang="en-GB" sz="1400" dirty="0">
                <a:solidFill>
                  <a:schemeClr val="bg1">
                    <a:lumMod val="85000"/>
                  </a:schemeClr>
                </a:solidFill>
              </a:rPr>
              <a:t>(Selig et al., 2019)</a:t>
            </a:r>
          </a:p>
        </p:txBody>
      </p:sp>
      <p:pic>
        <p:nvPicPr>
          <p:cNvPr id="10" name="Graphic 9" descr="Euro with solid fill">
            <a:extLst>
              <a:ext uri="{FF2B5EF4-FFF2-40B4-BE49-F238E27FC236}">
                <a16:creationId xmlns:a16="http://schemas.microsoft.com/office/drawing/2014/main" id="{9E0DC815-9810-030C-EF5D-9D79A310C2B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87703" y="5960681"/>
            <a:ext cx="624548" cy="624548"/>
          </a:xfrm>
          <a:prstGeom prst="rect">
            <a:avLst/>
          </a:prstGeom>
        </p:spPr>
      </p:pic>
      <p:sp>
        <p:nvSpPr>
          <p:cNvPr id="17" name="TextBox 16">
            <a:extLst>
              <a:ext uri="{FF2B5EF4-FFF2-40B4-BE49-F238E27FC236}">
                <a16:creationId xmlns:a16="http://schemas.microsoft.com/office/drawing/2014/main" id="{8FBFF4A9-1000-0C12-01DC-5658B80C8589}"/>
              </a:ext>
            </a:extLst>
          </p:cNvPr>
          <p:cNvSpPr txBox="1"/>
          <p:nvPr/>
        </p:nvSpPr>
        <p:spPr>
          <a:xfrm>
            <a:off x="4913739" y="5218481"/>
            <a:ext cx="2653369" cy="307777"/>
          </a:xfrm>
          <a:prstGeom prst="rect">
            <a:avLst/>
          </a:prstGeom>
          <a:noFill/>
        </p:spPr>
        <p:txBody>
          <a:bodyPr wrap="square">
            <a:spAutoFit/>
          </a:bodyPr>
          <a:lstStyle/>
          <a:p>
            <a:r>
              <a:rPr lang="en-GB" sz="1400" dirty="0">
                <a:solidFill>
                  <a:schemeClr val="bg1">
                    <a:lumMod val="85000"/>
                  </a:schemeClr>
                </a:solidFill>
              </a:rPr>
              <a:t>(Stock et al., 2011)</a:t>
            </a:r>
          </a:p>
        </p:txBody>
      </p:sp>
      <p:sp>
        <p:nvSpPr>
          <p:cNvPr id="4" name="Arc 3">
            <a:extLst>
              <a:ext uri="{FF2B5EF4-FFF2-40B4-BE49-F238E27FC236}">
                <a16:creationId xmlns:a16="http://schemas.microsoft.com/office/drawing/2014/main" id="{55866848-DD5C-A941-73EB-74E16168CCD6}"/>
              </a:ext>
            </a:extLst>
          </p:cNvPr>
          <p:cNvSpPr/>
          <p:nvPr/>
        </p:nvSpPr>
        <p:spPr>
          <a:xfrm rot="10800000">
            <a:off x="3869946" y="4255641"/>
            <a:ext cx="670223" cy="593433"/>
          </a:xfrm>
          <a:prstGeom prst="arc">
            <a:avLst>
              <a:gd name="adj1" fmla="val 16587490"/>
              <a:gd name="adj2" fmla="val 484346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12" name="Arc 11">
            <a:extLst>
              <a:ext uri="{FF2B5EF4-FFF2-40B4-BE49-F238E27FC236}">
                <a16:creationId xmlns:a16="http://schemas.microsoft.com/office/drawing/2014/main" id="{C0910CBA-A401-8A09-B23E-AFDE28642CD7}"/>
              </a:ext>
            </a:extLst>
          </p:cNvPr>
          <p:cNvSpPr/>
          <p:nvPr/>
        </p:nvSpPr>
        <p:spPr>
          <a:xfrm rot="10800000">
            <a:off x="3589265" y="3401532"/>
            <a:ext cx="1122173" cy="1447544"/>
          </a:xfrm>
          <a:prstGeom prst="arc">
            <a:avLst>
              <a:gd name="adj1" fmla="val 15968720"/>
              <a:gd name="adj2" fmla="val 5369921"/>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13" name="Arc 12">
            <a:extLst>
              <a:ext uri="{FF2B5EF4-FFF2-40B4-BE49-F238E27FC236}">
                <a16:creationId xmlns:a16="http://schemas.microsoft.com/office/drawing/2014/main" id="{8B2A19BA-5E38-D835-5294-B823DFDEE4E1}"/>
              </a:ext>
            </a:extLst>
          </p:cNvPr>
          <p:cNvSpPr/>
          <p:nvPr/>
        </p:nvSpPr>
        <p:spPr>
          <a:xfrm rot="10800000">
            <a:off x="3517495" y="3142759"/>
            <a:ext cx="1258704" cy="1706315"/>
          </a:xfrm>
          <a:prstGeom prst="arc">
            <a:avLst>
              <a:gd name="adj1" fmla="val 15968720"/>
              <a:gd name="adj2" fmla="val 5369921"/>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21" name="Arc 20">
            <a:extLst>
              <a:ext uri="{FF2B5EF4-FFF2-40B4-BE49-F238E27FC236}">
                <a16:creationId xmlns:a16="http://schemas.microsoft.com/office/drawing/2014/main" id="{95E572B4-445D-DD9F-7EF8-BA93707CAE4B}"/>
              </a:ext>
            </a:extLst>
          </p:cNvPr>
          <p:cNvSpPr/>
          <p:nvPr/>
        </p:nvSpPr>
        <p:spPr>
          <a:xfrm rot="10800000">
            <a:off x="3854643" y="3679394"/>
            <a:ext cx="670223" cy="593433"/>
          </a:xfrm>
          <a:prstGeom prst="arc">
            <a:avLst>
              <a:gd name="adj1" fmla="val 16587490"/>
              <a:gd name="adj2" fmla="val 484346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23" name="Arc 22">
            <a:extLst>
              <a:ext uri="{FF2B5EF4-FFF2-40B4-BE49-F238E27FC236}">
                <a16:creationId xmlns:a16="http://schemas.microsoft.com/office/drawing/2014/main" id="{87318177-25D6-1F0E-1B57-998EB415BD6A}"/>
              </a:ext>
            </a:extLst>
          </p:cNvPr>
          <p:cNvSpPr/>
          <p:nvPr/>
        </p:nvSpPr>
        <p:spPr>
          <a:xfrm rot="10800000">
            <a:off x="3858391" y="3985655"/>
            <a:ext cx="670223" cy="593433"/>
          </a:xfrm>
          <a:prstGeom prst="arc">
            <a:avLst>
              <a:gd name="adj1" fmla="val 16587490"/>
              <a:gd name="adj2" fmla="val 484346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24" name="Arc 23">
            <a:extLst>
              <a:ext uri="{FF2B5EF4-FFF2-40B4-BE49-F238E27FC236}">
                <a16:creationId xmlns:a16="http://schemas.microsoft.com/office/drawing/2014/main" id="{A0841DE1-8102-9B2F-1303-34C91CEE5B67}"/>
              </a:ext>
            </a:extLst>
          </p:cNvPr>
          <p:cNvSpPr/>
          <p:nvPr/>
        </p:nvSpPr>
        <p:spPr>
          <a:xfrm rot="10800000">
            <a:off x="3735607" y="3401530"/>
            <a:ext cx="901511" cy="871293"/>
          </a:xfrm>
          <a:prstGeom prst="arc">
            <a:avLst>
              <a:gd name="adj1" fmla="val 16587490"/>
              <a:gd name="adj2" fmla="val 484346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26" name="Arc 25">
            <a:extLst>
              <a:ext uri="{FF2B5EF4-FFF2-40B4-BE49-F238E27FC236}">
                <a16:creationId xmlns:a16="http://schemas.microsoft.com/office/drawing/2014/main" id="{AF9ACF22-7643-7559-8214-E86FCFC27E20}"/>
              </a:ext>
            </a:extLst>
          </p:cNvPr>
          <p:cNvSpPr/>
          <p:nvPr/>
        </p:nvSpPr>
        <p:spPr>
          <a:xfrm rot="10800000">
            <a:off x="3997037" y="3136211"/>
            <a:ext cx="308543" cy="273192"/>
          </a:xfrm>
          <a:prstGeom prst="arc">
            <a:avLst>
              <a:gd name="adj1" fmla="val 16587490"/>
              <a:gd name="adj2" fmla="val 484346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3830610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B60B1C-206C-98DC-08F6-F961759CB8BB}"/>
              </a:ext>
            </a:extLst>
          </p:cNvPr>
          <p:cNvSpPr/>
          <p:nvPr/>
        </p:nvSpPr>
        <p:spPr>
          <a:xfrm>
            <a:off x="6653085" y="3343972"/>
            <a:ext cx="4935146" cy="261920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A2B1A1D1-A7A6-1FE1-93DA-BC84034F8160}"/>
              </a:ext>
            </a:extLst>
          </p:cNvPr>
          <p:cNvSpPr/>
          <p:nvPr/>
        </p:nvSpPr>
        <p:spPr>
          <a:xfrm>
            <a:off x="5025600" y="3336898"/>
            <a:ext cx="1477193" cy="164819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32173721-5943-6CC0-FD4C-44364D836E82}"/>
              </a:ext>
            </a:extLst>
          </p:cNvPr>
          <p:cNvSpPr/>
          <p:nvPr/>
        </p:nvSpPr>
        <p:spPr>
          <a:xfrm>
            <a:off x="2721600" y="3343973"/>
            <a:ext cx="2005201" cy="164819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2400DD90-37C7-A94F-88E8-AE58F57BFF7C}"/>
              </a:ext>
            </a:extLst>
          </p:cNvPr>
          <p:cNvSpPr txBox="1"/>
          <p:nvPr/>
        </p:nvSpPr>
        <p:spPr>
          <a:xfrm>
            <a:off x="1927016" y="2016995"/>
            <a:ext cx="4547463" cy="461665"/>
          </a:xfrm>
          <a:prstGeom prst="rect">
            <a:avLst/>
          </a:prstGeom>
          <a:noFill/>
        </p:spPr>
        <p:txBody>
          <a:bodyPr wrap="none" rtlCol="0">
            <a:spAutoFit/>
          </a:bodyPr>
          <a:lstStyle/>
          <a:p>
            <a:r>
              <a:rPr lang="en-GB" sz="2400" dirty="0">
                <a:latin typeface="Palatino" pitchFamily="2" charset="77"/>
                <a:ea typeface="Palatino" pitchFamily="2" charset="77"/>
              </a:rPr>
              <a:t>Living Marine Resources (LMR)</a:t>
            </a:r>
          </a:p>
        </p:txBody>
      </p:sp>
      <p:pic>
        <p:nvPicPr>
          <p:cNvPr id="11" name="Graphic 10" descr="Badge Heart with solid fill">
            <a:extLst>
              <a:ext uri="{FF2B5EF4-FFF2-40B4-BE49-F238E27FC236}">
                <a16:creationId xmlns:a16="http://schemas.microsoft.com/office/drawing/2014/main" id="{06693DCA-069D-8305-854C-77828F0E78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9762" y="1790627"/>
            <a:ext cx="914400" cy="914400"/>
          </a:xfrm>
          <a:prstGeom prst="rect">
            <a:avLst/>
          </a:prstGeom>
        </p:spPr>
      </p:pic>
      <p:pic>
        <p:nvPicPr>
          <p:cNvPr id="5" name="Graphic 4" descr="Court with solid fill">
            <a:extLst>
              <a:ext uri="{FF2B5EF4-FFF2-40B4-BE49-F238E27FC236}">
                <a16:creationId xmlns:a16="http://schemas.microsoft.com/office/drawing/2014/main" id="{E19814C1-56D8-B742-0C70-3D1C2BAAB0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18872" y="2546983"/>
            <a:ext cx="914400" cy="914400"/>
          </a:xfrm>
          <a:prstGeom prst="rect">
            <a:avLst/>
          </a:prstGeom>
        </p:spPr>
      </p:pic>
      <p:sp>
        <p:nvSpPr>
          <p:cNvPr id="12" name="TextBox 11">
            <a:extLst>
              <a:ext uri="{FF2B5EF4-FFF2-40B4-BE49-F238E27FC236}">
                <a16:creationId xmlns:a16="http://schemas.microsoft.com/office/drawing/2014/main" id="{D7169BCD-4C65-0A5F-9B84-F74C3A49E942}"/>
              </a:ext>
            </a:extLst>
          </p:cNvPr>
          <p:cNvSpPr txBox="1"/>
          <p:nvPr/>
        </p:nvSpPr>
        <p:spPr>
          <a:xfrm>
            <a:off x="2633272" y="2844016"/>
            <a:ext cx="3869521" cy="369332"/>
          </a:xfrm>
          <a:prstGeom prst="rect">
            <a:avLst/>
          </a:prstGeom>
          <a:noFill/>
        </p:spPr>
        <p:txBody>
          <a:bodyPr wrap="none" rtlCol="0">
            <a:spAutoFit/>
          </a:bodyPr>
          <a:lstStyle/>
          <a:p>
            <a:r>
              <a:rPr lang="en-GB" dirty="0">
                <a:latin typeface="Palatino" pitchFamily="2" charset="77"/>
                <a:ea typeface="Palatino" pitchFamily="2" charset="77"/>
              </a:rPr>
              <a:t>Governmental or National Agencies</a:t>
            </a:r>
          </a:p>
        </p:txBody>
      </p:sp>
      <p:pic>
        <p:nvPicPr>
          <p:cNvPr id="21" name="Picture 20">
            <a:extLst>
              <a:ext uri="{FF2B5EF4-FFF2-40B4-BE49-F238E27FC236}">
                <a16:creationId xmlns:a16="http://schemas.microsoft.com/office/drawing/2014/main" id="{7E1DA0A2-D8F9-7AD4-4652-7AC569BA111B}"/>
              </a:ext>
            </a:extLst>
          </p:cNvPr>
          <p:cNvPicPr>
            <a:picLocks noChangeAspect="1"/>
          </p:cNvPicPr>
          <p:nvPr/>
        </p:nvPicPr>
        <p:blipFill>
          <a:blip r:embed="rId5"/>
          <a:stretch>
            <a:fillRect/>
          </a:stretch>
        </p:blipFill>
        <p:spPr>
          <a:xfrm>
            <a:off x="3737807" y="3783185"/>
            <a:ext cx="828047" cy="828047"/>
          </a:xfrm>
          <a:prstGeom prst="rect">
            <a:avLst/>
          </a:prstGeom>
        </p:spPr>
      </p:pic>
      <p:pic>
        <p:nvPicPr>
          <p:cNvPr id="22" name="Picture 2" descr="Office of Aquaculture | NOAA Fisheries">
            <a:extLst>
              <a:ext uri="{FF2B5EF4-FFF2-40B4-BE49-F238E27FC236}">
                <a16:creationId xmlns:a16="http://schemas.microsoft.com/office/drawing/2014/main" id="{AEB10DE1-9CBA-97C9-1744-7A30052B0E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6072" y="3797755"/>
            <a:ext cx="798908" cy="798908"/>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4E2EA54A-95B7-00FB-B7F4-7A956BC84B5E}"/>
              </a:ext>
            </a:extLst>
          </p:cNvPr>
          <p:cNvSpPr txBox="1"/>
          <p:nvPr/>
        </p:nvSpPr>
        <p:spPr>
          <a:xfrm>
            <a:off x="2872742" y="4622834"/>
            <a:ext cx="665567" cy="369332"/>
          </a:xfrm>
          <a:prstGeom prst="rect">
            <a:avLst/>
          </a:prstGeom>
          <a:noFill/>
        </p:spPr>
        <p:txBody>
          <a:bodyPr wrap="none" rtlCol="0">
            <a:spAutoFit/>
          </a:bodyPr>
          <a:lstStyle/>
          <a:p>
            <a:r>
              <a:rPr lang="en-GB" dirty="0">
                <a:latin typeface="Palatino" pitchFamily="2" charset="77"/>
                <a:ea typeface="Palatino" pitchFamily="2" charset="77"/>
              </a:rPr>
              <a:t>USA</a:t>
            </a:r>
          </a:p>
        </p:txBody>
      </p:sp>
      <p:sp>
        <p:nvSpPr>
          <p:cNvPr id="25" name="TextBox 24">
            <a:extLst>
              <a:ext uri="{FF2B5EF4-FFF2-40B4-BE49-F238E27FC236}">
                <a16:creationId xmlns:a16="http://schemas.microsoft.com/office/drawing/2014/main" id="{22A08961-A4F4-210E-F791-9AF89FB5153C}"/>
              </a:ext>
            </a:extLst>
          </p:cNvPr>
          <p:cNvSpPr txBox="1"/>
          <p:nvPr/>
        </p:nvSpPr>
        <p:spPr>
          <a:xfrm>
            <a:off x="3156179" y="3343973"/>
            <a:ext cx="1079142" cy="369332"/>
          </a:xfrm>
          <a:prstGeom prst="rect">
            <a:avLst/>
          </a:prstGeom>
          <a:noFill/>
        </p:spPr>
        <p:txBody>
          <a:bodyPr wrap="none" rtlCol="0">
            <a:spAutoFit/>
          </a:bodyPr>
          <a:lstStyle/>
          <a:p>
            <a:r>
              <a:rPr lang="en-GB" dirty="0">
                <a:latin typeface="Palatino" pitchFamily="2" charset="77"/>
                <a:ea typeface="Palatino" pitchFamily="2" charset="77"/>
              </a:rPr>
              <a:t>National</a:t>
            </a:r>
          </a:p>
        </p:txBody>
      </p:sp>
      <p:pic>
        <p:nvPicPr>
          <p:cNvPr id="1028" name="Picture 4" descr="CBD – Convention on Biological Diversity – Regions4">
            <a:extLst>
              <a:ext uri="{FF2B5EF4-FFF2-40B4-BE49-F238E27FC236}">
                <a16:creationId xmlns:a16="http://schemas.microsoft.com/office/drawing/2014/main" id="{467DEBB4-18A2-081B-9102-6A72F02FB6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48996" y="3794787"/>
            <a:ext cx="1927016" cy="732417"/>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6850C5BA-2B41-2BB6-FE1B-4B9ABFBA6DE4}"/>
              </a:ext>
            </a:extLst>
          </p:cNvPr>
          <p:cNvSpPr txBox="1"/>
          <p:nvPr/>
        </p:nvSpPr>
        <p:spPr>
          <a:xfrm>
            <a:off x="3695750" y="4622834"/>
            <a:ext cx="1031051" cy="369332"/>
          </a:xfrm>
          <a:prstGeom prst="rect">
            <a:avLst/>
          </a:prstGeom>
          <a:noFill/>
        </p:spPr>
        <p:txBody>
          <a:bodyPr wrap="none" rtlCol="0">
            <a:spAutoFit/>
          </a:bodyPr>
          <a:lstStyle/>
          <a:p>
            <a:r>
              <a:rPr lang="en-GB" dirty="0">
                <a:latin typeface="Palatino" pitchFamily="2" charset="77"/>
                <a:ea typeface="Palatino" pitchFamily="2" charset="77"/>
              </a:rPr>
              <a:t>Norway</a:t>
            </a:r>
          </a:p>
        </p:txBody>
      </p:sp>
      <p:sp>
        <p:nvSpPr>
          <p:cNvPr id="27" name="TextBox 26">
            <a:extLst>
              <a:ext uri="{FF2B5EF4-FFF2-40B4-BE49-F238E27FC236}">
                <a16:creationId xmlns:a16="http://schemas.microsoft.com/office/drawing/2014/main" id="{3054FDF9-179E-6D95-54FE-0E44261C9105}"/>
              </a:ext>
            </a:extLst>
          </p:cNvPr>
          <p:cNvSpPr txBox="1"/>
          <p:nvPr/>
        </p:nvSpPr>
        <p:spPr>
          <a:xfrm>
            <a:off x="5006072" y="3346530"/>
            <a:ext cx="1511952" cy="369332"/>
          </a:xfrm>
          <a:prstGeom prst="rect">
            <a:avLst/>
          </a:prstGeom>
          <a:noFill/>
        </p:spPr>
        <p:txBody>
          <a:bodyPr wrap="none" rtlCol="0">
            <a:spAutoFit/>
          </a:bodyPr>
          <a:lstStyle/>
          <a:p>
            <a:r>
              <a:rPr lang="en-GB" dirty="0">
                <a:latin typeface="Palatino" pitchFamily="2" charset="77"/>
                <a:ea typeface="Palatino" pitchFamily="2" charset="77"/>
              </a:rPr>
              <a:t>International</a:t>
            </a:r>
          </a:p>
        </p:txBody>
      </p:sp>
      <p:sp>
        <p:nvSpPr>
          <p:cNvPr id="28" name="TextBox 27">
            <a:extLst>
              <a:ext uri="{FF2B5EF4-FFF2-40B4-BE49-F238E27FC236}">
                <a16:creationId xmlns:a16="http://schemas.microsoft.com/office/drawing/2014/main" id="{D17A24A9-EC6E-36E6-A49F-0863D39226B6}"/>
              </a:ext>
            </a:extLst>
          </p:cNvPr>
          <p:cNvSpPr txBox="1"/>
          <p:nvPr/>
        </p:nvSpPr>
        <p:spPr>
          <a:xfrm>
            <a:off x="8521451" y="4622834"/>
            <a:ext cx="830677" cy="369332"/>
          </a:xfrm>
          <a:prstGeom prst="rect">
            <a:avLst/>
          </a:prstGeom>
          <a:noFill/>
        </p:spPr>
        <p:txBody>
          <a:bodyPr wrap="none" rtlCol="0">
            <a:spAutoFit/>
          </a:bodyPr>
          <a:lstStyle/>
          <a:p>
            <a:r>
              <a:rPr lang="en-GB" dirty="0">
                <a:latin typeface="Palatino" pitchFamily="2" charset="77"/>
                <a:ea typeface="Palatino" pitchFamily="2" charset="77"/>
              </a:rPr>
              <a:t>MSFD</a:t>
            </a:r>
          </a:p>
        </p:txBody>
      </p:sp>
      <p:sp>
        <p:nvSpPr>
          <p:cNvPr id="29" name="TextBox 28">
            <a:extLst>
              <a:ext uri="{FF2B5EF4-FFF2-40B4-BE49-F238E27FC236}">
                <a16:creationId xmlns:a16="http://schemas.microsoft.com/office/drawing/2014/main" id="{70C335FC-E529-7C16-4580-84DC0645422A}"/>
              </a:ext>
            </a:extLst>
          </p:cNvPr>
          <p:cNvSpPr txBox="1"/>
          <p:nvPr/>
        </p:nvSpPr>
        <p:spPr>
          <a:xfrm>
            <a:off x="9548996" y="4596663"/>
            <a:ext cx="667170" cy="369332"/>
          </a:xfrm>
          <a:prstGeom prst="rect">
            <a:avLst/>
          </a:prstGeom>
          <a:noFill/>
        </p:spPr>
        <p:txBody>
          <a:bodyPr wrap="none" rtlCol="0">
            <a:spAutoFit/>
          </a:bodyPr>
          <a:lstStyle/>
          <a:p>
            <a:r>
              <a:rPr lang="en-GB" dirty="0">
                <a:latin typeface="Palatino" pitchFamily="2" charset="77"/>
                <a:ea typeface="Palatino" pitchFamily="2" charset="77"/>
              </a:rPr>
              <a:t>CBD</a:t>
            </a:r>
          </a:p>
        </p:txBody>
      </p:sp>
      <p:pic>
        <p:nvPicPr>
          <p:cNvPr id="36" name="Picture 35" descr="A blue and yellow logo with yellow stars in a circle&#10;&#10;Description automatically generated">
            <a:extLst>
              <a:ext uri="{FF2B5EF4-FFF2-40B4-BE49-F238E27FC236}">
                <a16:creationId xmlns:a16="http://schemas.microsoft.com/office/drawing/2014/main" id="{7614A820-A1E2-95C7-E1A7-6ADE4B499B56}"/>
              </a:ext>
            </a:extLst>
          </p:cNvPr>
          <p:cNvPicPr>
            <a:picLocks noChangeAspect="1"/>
          </p:cNvPicPr>
          <p:nvPr/>
        </p:nvPicPr>
        <p:blipFill>
          <a:blip r:embed="rId8"/>
          <a:stretch>
            <a:fillRect/>
          </a:stretch>
        </p:blipFill>
        <p:spPr>
          <a:xfrm>
            <a:off x="8508726" y="3783185"/>
            <a:ext cx="840772" cy="840772"/>
          </a:xfrm>
          <a:prstGeom prst="rect">
            <a:avLst/>
          </a:prstGeom>
        </p:spPr>
      </p:pic>
      <p:pic>
        <p:nvPicPr>
          <p:cNvPr id="4098" name="Picture 2">
            <a:extLst>
              <a:ext uri="{FF2B5EF4-FFF2-40B4-BE49-F238E27FC236}">
                <a16:creationId xmlns:a16="http://schemas.microsoft.com/office/drawing/2014/main" id="{3D6A8E1F-FE2C-7AAE-0E89-8EDAADDF4A5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12184" y="3742105"/>
            <a:ext cx="641752" cy="9144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EB85AE5-5EB7-0CAF-F610-7A680AF04F13}"/>
              </a:ext>
            </a:extLst>
          </p:cNvPr>
          <p:cNvSpPr txBox="1"/>
          <p:nvPr/>
        </p:nvSpPr>
        <p:spPr>
          <a:xfrm>
            <a:off x="5151009" y="4625463"/>
            <a:ext cx="1164101" cy="369332"/>
          </a:xfrm>
          <a:prstGeom prst="rect">
            <a:avLst/>
          </a:prstGeom>
          <a:noFill/>
        </p:spPr>
        <p:txBody>
          <a:bodyPr wrap="none" rtlCol="0">
            <a:spAutoFit/>
          </a:bodyPr>
          <a:lstStyle/>
          <a:p>
            <a:r>
              <a:rPr lang="en-GB" dirty="0">
                <a:latin typeface="Palatino" pitchFamily="2" charset="77"/>
                <a:ea typeface="Palatino" pitchFamily="2" charset="77"/>
              </a:rPr>
              <a:t>UNCLOS</a:t>
            </a:r>
          </a:p>
        </p:txBody>
      </p:sp>
      <p:sp>
        <p:nvSpPr>
          <p:cNvPr id="6" name="TextBox 5">
            <a:extLst>
              <a:ext uri="{FF2B5EF4-FFF2-40B4-BE49-F238E27FC236}">
                <a16:creationId xmlns:a16="http://schemas.microsoft.com/office/drawing/2014/main" id="{2B233D41-A44D-C970-DE85-D4C28C5A8C3D}"/>
              </a:ext>
            </a:extLst>
          </p:cNvPr>
          <p:cNvSpPr txBox="1"/>
          <p:nvPr/>
        </p:nvSpPr>
        <p:spPr>
          <a:xfrm>
            <a:off x="7922753" y="3343971"/>
            <a:ext cx="2589170" cy="369332"/>
          </a:xfrm>
          <a:prstGeom prst="rect">
            <a:avLst/>
          </a:prstGeom>
          <a:noFill/>
        </p:spPr>
        <p:txBody>
          <a:bodyPr wrap="none" rtlCol="0">
            <a:spAutoFit/>
          </a:bodyPr>
          <a:lstStyle/>
          <a:p>
            <a:r>
              <a:rPr lang="en-GB" dirty="0">
                <a:latin typeface="Palatino" pitchFamily="2" charset="77"/>
                <a:ea typeface="Palatino" pitchFamily="2" charset="77"/>
              </a:rPr>
              <a:t>Advisory / Framework</a:t>
            </a:r>
          </a:p>
        </p:txBody>
      </p:sp>
      <p:pic>
        <p:nvPicPr>
          <p:cNvPr id="2050" name="Picture 2" descr="Call for Contributions: Indigenous and Local Knowledge - IPBES (Call  Closed) - Adaptation Research Alliance">
            <a:extLst>
              <a:ext uri="{FF2B5EF4-FFF2-40B4-BE49-F238E27FC236}">
                <a16:creationId xmlns:a16="http://schemas.microsoft.com/office/drawing/2014/main" id="{232CFBEA-707B-8C2A-28E2-C44630BAF97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42614" y="3836425"/>
            <a:ext cx="1676275" cy="7864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EEEF684-3B3E-287E-91BF-F74EE8D9EE04}"/>
              </a:ext>
            </a:extLst>
          </p:cNvPr>
          <p:cNvSpPr txBox="1"/>
          <p:nvPr/>
        </p:nvSpPr>
        <p:spPr>
          <a:xfrm>
            <a:off x="7116122" y="4656601"/>
            <a:ext cx="806631" cy="369332"/>
          </a:xfrm>
          <a:prstGeom prst="rect">
            <a:avLst/>
          </a:prstGeom>
          <a:noFill/>
        </p:spPr>
        <p:txBody>
          <a:bodyPr wrap="none" rtlCol="0">
            <a:spAutoFit/>
          </a:bodyPr>
          <a:lstStyle/>
          <a:p>
            <a:r>
              <a:rPr lang="en-GB" dirty="0">
                <a:latin typeface="Palatino" pitchFamily="2" charset="77"/>
                <a:ea typeface="Palatino" pitchFamily="2" charset="77"/>
              </a:rPr>
              <a:t>IPBES</a:t>
            </a:r>
          </a:p>
        </p:txBody>
      </p:sp>
      <p:pic>
        <p:nvPicPr>
          <p:cNvPr id="2052" name="Picture 4" descr="Logos">
            <a:extLst>
              <a:ext uri="{FF2B5EF4-FFF2-40B4-BE49-F238E27FC236}">
                <a16:creationId xmlns:a16="http://schemas.microsoft.com/office/drawing/2014/main" id="{8903CE47-97B7-151E-1BF0-DA0CC722393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93735" y="5078129"/>
            <a:ext cx="2918668" cy="75170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PCC">
            <a:extLst>
              <a:ext uri="{FF2B5EF4-FFF2-40B4-BE49-F238E27FC236}">
                <a16:creationId xmlns:a16="http://schemas.microsoft.com/office/drawing/2014/main" id="{17AA5216-BB11-0D42-3A06-943B0B38B3F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78165" y="5002119"/>
            <a:ext cx="867514" cy="86751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0AA77AC4-ACB3-B1C2-D6F8-CCE8DFBB03EA}"/>
              </a:ext>
            </a:extLst>
          </p:cNvPr>
          <p:cNvSpPr txBox="1">
            <a:spLocks/>
          </p:cNvSpPr>
          <p:nvPr/>
        </p:nvSpPr>
        <p:spPr>
          <a:xfrm>
            <a:off x="7870874" y="245476"/>
            <a:ext cx="4321126" cy="62345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500" b="1" dirty="0">
                <a:latin typeface="Arial" panose="020B0604020202020204" pitchFamily="34" charset="0"/>
                <a:cs typeface="Arial" panose="020B0604020202020204" pitchFamily="34" charset="0"/>
              </a:rPr>
              <a:t>Marine Resources</a:t>
            </a:r>
            <a:endParaRPr lang="en-GB" sz="3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186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9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5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1" grpId="0" animBg="1"/>
      <p:bldP spid="30" grpId="0" animBg="1"/>
      <p:bldP spid="24" grpId="0"/>
      <p:bldP spid="25" grpId="0"/>
      <p:bldP spid="26" grpId="0"/>
      <p:bldP spid="27" grpId="0"/>
      <p:bldP spid="28" grpId="0"/>
      <p:bldP spid="29" grpId="0"/>
      <p:bldP spid="3"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51892-F8C6-86DF-2CBA-87E60B4CA6F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4D5D7F2-7D11-C02C-ADD3-083BF3E19ADD}"/>
              </a:ext>
            </a:extLst>
          </p:cNvPr>
          <p:cNvSpPr/>
          <p:nvPr/>
        </p:nvSpPr>
        <p:spPr>
          <a:xfrm>
            <a:off x="6653085" y="1404660"/>
            <a:ext cx="4935146" cy="261920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9A3C1605-E89A-56B2-FA19-AF2155E75EE6}"/>
              </a:ext>
            </a:extLst>
          </p:cNvPr>
          <p:cNvSpPr/>
          <p:nvPr/>
        </p:nvSpPr>
        <p:spPr>
          <a:xfrm>
            <a:off x="5025600" y="1397586"/>
            <a:ext cx="1477193" cy="164819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0D8B200C-7561-1A01-006C-56E06CB8B9C6}"/>
              </a:ext>
            </a:extLst>
          </p:cNvPr>
          <p:cNvSpPr/>
          <p:nvPr/>
        </p:nvSpPr>
        <p:spPr>
          <a:xfrm>
            <a:off x="2721600" y="1404661"/>
            <a:ext cx="2005201" cy="164819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descr="Court with solid fill">
            <a:extLst>
              <a:ext uri="{FF2B5EF4-FFF2-40B4-BE49-F238E27FC236}">
                <a16:creationId xmlns:a16="http://schemas.microsoft.com/office/drawing/2014/main" id="{BFB038B6-8DF1-DA57-2E0A-8ED05EB3D7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8872" y="721969"/>
            <a:ext cx="914400" cy="914400"/>
          </a:xfrm>
          <a:prstGeom prst="rect">
            <a:avLst/>
          </a:prstGeom>
        </p:spPr>
      </p:pic>
      <p:sp>
        <p:nvSpPr>
          <p:cNvPr id="12" name="TextBox 11">
            <a:extLst>
              <a:ext uri="{FF2B5EF4-FFF2-40B4-BE49-F238E27FC236}">
                <a16:creationId xmlns:a16="http://schemas.microsoft.com/office/drawing/2014/main" id="{2BD1A0E9-2312-1BE4-7B4F-6E83CC0C508B}"/>
              </a:ext>
            </a:extLst>
          </p:cNvPr>
          <p:cNvSpPr txBox="1"/>
          <p:nvPr/>
        </p:nvSpPr>
        <p:spPr>
          <a:xfrm>
            <a:off x="2633272" y="1019002"/>
            <a:ext cx="3869521" cy="369332"/>
          </a:xfrm>
          <a:prstGeom prst="rect">
            <a:avLst/>
          </a:prstGeom>
          <a:noFill/>
        </p:spPr>
        <p:txBody>
          <a:bodyPr wrap="none" rtlCol="0">
            <a:spAutoFit/>
          </a:bodyPr>
          <a:lstStyle/>
          <a:p>
            <a:r>
              <a:rPr lang="en-GB" dirty="0">
                <a:latin typeface="Palatino" pitchFamily="2" charset="77"/>
                <a:ea typeface="Palatino" pitchFamily="2" charset="77"/>
              </a:rPr>
              <a:t>Governmental or National Agencies</a:t>
            </a:r>
          </a:p>
        </p:txBody>
      </p:sp>
      <p:pic>
        <p:nvPicPr>
          <p:cNvPr id="21" name="Picture 20">
            <a:extLst>
              <a:ext uri="{FF2B5EF4-FFF2-40B4-BE49-F238E27FC236}">
                <a16:creationId xmlns:a16="http://schemas.microsoft.com/office/drawing/2014/main" id="{88F774A3-BADA-6482-FB72-C14ACC9D3C1F}"/>
              </a:ext>
            </a:extLst>
          </p:cNvPr>
          <p:cNvPicPr>
            <a:picLocks noChangeAspect="1"/>
          </p:cNvPicPr>
          <p:nvPr/>
        </p:nvPicPr>
        <p:blipFill>
          <a:blip r:embed="rId4"/>
          <a:stretch>
            <a:fillRect/>
          </a:stretch>
        </p:blipFill>
        <p:spPr>
          <a:xfrm>
            <a:off x="3737807" y="1843873"/>
            <a:ext cx="828047" cy="828047"/>
          </a:xfrm>
          <a:prstGeom prst="rect">
            <a:avLst/>
          </a:prstGeom>
        </p:spPr>
      </p:pic>
      <p:pic>
        <p:nvPicPr>
          <p:cNvPr id="22" name="Picture 2" descr="Office of Aquaculture | NOAA Fisheries">
            <a:extLst>
              <a:ext uri="{FF2B5EF4-FFF2-40B4-BE49-F238E27FC236}">
                <a16:creationId xmlns:a16="http://schemas.microsoft.com/office/drawing/2014/main" id="{731F854E-C7AF-21E2-9F40-49BEE79DDA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6072" y="1858443"/>
            <a:ext cx="798908" cy="798908"/>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395A9B0C-1648-A96C-2948-243677B9EB6A}"/>
              </a:ext>
            </a:extLst>
          </p:cNvPr>
          <p:cNvSpPr txBox="1"/>
          <p:nvPr/>
        </p:nvSpPr>
        <p:spPr>
          <a:xfrm>
            <a:off x="2872742" y="2683522"/>
            <a:ext cx="665567" cy="369332"/>
          </a:xfrm>
          <a:prstGeom prst="rect">
            <a:avLst/>
          </a:prstGeom>
          <a:noFill/>
        </p:spPr>
        <p:txBody>
          <a:bodyPr wrap="none" rtlCol="0">
            <a:spAutoFit/>
          </a:bodyPr>
          <a:lstStyle/>
          <a:p>
            <a:r>
              <a:rPr lang="en-GB" dirty="0">
                <a:latin typeface="Palatino" pitchFamily="2" charset="77"/>
                <a:ea typeface="Palatino" pitchFamily="2" charset="77"/>
              </a:rPr>
              <a:t>USA</a:t>
            </a:r>
          </a:p>
        </p:txBody>
      </p:sp>
      <p:sp>
        <p:nvSpPr>
          <p:cNvPr id="25" name="TextBox 24">
            <a:extLst>
              <a:ext uri="{FF2B5EF4-FFF2-40B4-BE49-F238E27FC236}">
                <a16:creationId xmlns:a16="http://schemas.microsoft.com/office/drawing/2014/main" id="{79575106-917D-B4FD-73F0-1E1AC48F8837}"/>
              </a:ext>
            </a:extLst>
          </p:cNvPr>
          <p:cNvSpPr txBox="1"/>
          <p:nvPr/>
        </p:nvSpPr>
        <p:spPr>
          <a:xfrm>
            <a:off x="3156179" y="1404661"/>
            <a:ext cx="1079142" cy="369332"/>
          </a:xfrm>
          <a:prstGeom prst="rect">
            <a:avLst/>
          </a:prstGeom>
          <a:noFill/>
        </p:spPr>
        <p:txBody>
          <a:bodyPr wrap="none" rtlCol="0">
            <a:spAutoFit/>
          </a:bodyPr>
          <a:lstStyle/>
          <a:p>
            <a:r>
              <a:rPr lang="en-GB" dirty="0">
                <a:latin typeface="Palatino" pitchFamily="2" charset="77"/>
                <a:ea typeface="Palatino" pitchFamily="2" charset="77"/>
              </a:rPr>
              <a:t>National</a:t>
            </a:r>
          </a:p>
        </p:txBody>
      </p:sp>
      <p:pic>
        <p:nvPicPr>
          <p:cNvPr id="1028" name="Picture 4" descr="CBD – Convention on Biological Diversity – Regions4">
            <a:extLst>
              <a:ext uri="{FF2B5EF4-FFF2-40B4-BE49-F238E27FC236}">
                <a16:creationId xmlns:a16="http://schemas.microsoft.com/office/drawing/2014/main" id="{95A1F8B6-6A69-46A6-2569-21F7E729F2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48996" y="1855475"/>
            <a:ext cx="1927016" cy="732417"/>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9798AC13-5E02-0433-A8F9-44457EDFBB7E}"/>
              </a:ext>
            </a:extLst>
          </p:cNvPr>
          <p:cNvSpPr txBox="1"/>
          <p:nvPr/>
        </p:nvSpPr>
        <p:spPr>
          <a:xfrm>
            <a:off x="3695750" y="2683522"/>
            <a:ext cx="1031051" cy="369332"/>
          </a:xfrm>
          <a:prstGeom prst="rect">
            <a:avLst/>
          </a:prstGeom>
          <a:noFill/>
        </p:spPr>
        <p:txBody>
          <a:bodyPr wrap="none" rtlCol="0">
            <a:spAutoFit/>
          </a:bodyPr>
          <a:lstStyle/>
          <a:p>
            <a:r>
              <a:rPr lang="en-GB" dirty="0">
                <a:latin typeface="Palatino" pitchFamily="2" charset="77"/>
                <a:ea typeface="Palatino" pitchFamily="2" charset="77"/>
              </a:rPr>
              <a:t>Norway</a:t>
            </a:r>
          </a:p>
        </p:txBody>
      </p:sp>
      <p:sp>
        <p:nvSpPr>
          <p:cNvPr id="27" name="TextBox 26">
            <a:extLst>
              <a:ext uri="{FF2B5EF4-FFF2-40B4-BE49-F238E27FC236}">
                <a16:creationId xmlns:a16="http://schemas.microsoft.com/office/drawing/2014/main" id="{C1903A94-DA0C-96ED-39FB-07EB6D8A6004}"/>
              </a:ext>
            </a:extLst>
          </p:cNvPr>
          <p:cNvSpPr txBox="1"/>
          <p:nvPr/>
        </p:nvSpPr>
        <p:spPr>
          <a:xfrm>
            <a:off x="5006072" y="1407218"/>
            <a:ext cx="1511952" cy="369332"/>
          </a:xfrm>
          <a:prstGeom prst="rect">
            <a:avLst/>
          </a:prstGeom>
          <a:noFill/>
        </p:spPr>
        <p:txBody>
          <a:bodyPr wrap="none" rtlCol="0">
            <a:spAutoFit/>
          </a:bodyPr>
          <a:lstStyle/>
          <a:p>
            <a:r>
              <a:rPr lang="en-GB" dirty="0">
                <a:latin typeface="Palatino" pitchFamily="2" charset="77"/>
                <a:ea typeface="Palatino" pitchFamily="2" charset="77"/>
              </a:rPr>
              <a:t>International</a:t>
            </a:r>
          </a:p>
        </p:txBody>
      </p:sp>
      <p:sp>
        <p:nvSpPr>
          <p:cNvPr id="28" name="TextBox 27">
            <a:extLst>
              <a:ext uri="{FF2B5EF4-FFF2-40B4-BE49-F238E27FC236}">
                <a16:creationId xmlns:a16="http://schemas.microsoft.com/office/drawing/2014/main" id="{364481AC-6107-512B-0E84-6D300AE2321A}"/>
              </a:ext>
            </a:extLst>
          </p:cNvPr>
          <p:cNvSpPr txBox="1"/>
          <p:nvPr/>
        </p:nvSpPr>
        <p:spPr>
          <a:xfrm>
            <a:off x="8521451" y="2683522"/>
            <a:ext cx="830677" cy="369332"/>
          </a:xfrm>
          <a:prstGeom prst="rect">
            <a:avLst/>
          </a:prstGeom>
          <a:noFill/>
        </p:spPr>
        <p:txBody>
          <a:bodyPr wrap="none" rtlCol="0">
            <a:spAutoFit/>
          </a:bodyPr>
          <a:lstStyle/>
          <a:p>
            <a:r>
              <a:rPr lang="en-GB" dirty="0">
                <a:latin typeface="Palatino" pitchFamily="2" charset="77"/>
                <a:ea typeface="Palatino" pitchFamily="2" charset="77"/>
              </a:rPr>
              <a:t>MSFD</a:t>
            </a:r>
          </a:p>
        </p:txBody>
      </p:sp>
      <p:sp>
        <p:nvSpPr>
          <p:cNvPr id="29" name="TextBox 28">
            <a:extLst>
              <a:ext uri="{FF2B5EF4-FFF2-40B4-BE49-F238E27FC236}">
                <a16:creationId xmlns:a16="http://schemas.microsoft.com/office/drawing/2014/main" id="{C6767099-4891-5080-6A3B-AFA8F1C8BF09}"/>
              </a:ext>
            </a:extLst>
          </p:cNvPr>
          <p:cNvSpPr txBox="1"/>
          <p:nvPr/>
        </p:nvSpPr>
        <p:spPr>
          <a:xfrm>
            <a:off x="9548996" y="2657351"/>
            <a:ext cx="667170" cy="369332"/>
          </a:xfrm>
          <a:prstGeom prst="rect">
            <a:avLst/>
          </a:prstGeom>
          <a:noFill/>
        </p:spPr>
        <p:txBody>
          <a:bodyPr wrap="none" rtlCol="0">
            <a:spAutoFit/>
          </a:bodyPr>
          <a:lstStyle/>
          <a:p>
            <a:r>
              <a:rPr lang="en-GB" dirty="0">
                <a:latin typeface="Palatino" pitchFamily="2" charset="77"/>
                <a:ea typeface="Palatino" pitchFamily="2" charset="77"/>
              </a:rPr>
              <a:t>CBD</a:t>
            </a:r>
          </a:p>
        </p:txBody>
      </p:sp>
      <p:pic>
        <p:nvPicPr>
          <p:cNvPr id="36" name="Picture 35" descr="A blue and yellow logo with yellow stars in a circle&#10;&#10;Description automatically generated">
            <a:extLst>
              <a:ext uri="{FF2B5EF4-FFF2-40B4-BE49-F238E27FC236}">
                <a16:creationId xmlns:a16="http://schemas.microsoft.com/office/drawing/2014/main" id="{4080EE87-D55E-51C5-8D32-085C2B8C13D8}"/>
              </a:ext>
            </a:extLst>
          </p:cNvPr>
          <p:cNvPicPr>
            <a:picLocks noChangeAspect="1"/>
          </p:cNvPicPr>
          <p:nvPr/>
        </p:nvPicPr>
        <p:blipFill>
          <a:blip r:embed="rId7"/>
          <a:stretch>
            <a:fillRect/>
          </a:stretch>
        </p:blipFill>
        <p:spPr>
          <a:xfrm>
            <a:off x="8508726" y="1843873"/>
            <a:ext cx="840772" cy="840772"/>
          </a:xfrm>
          <a:prstGeom prst="rect">
            <a:avLst/>
          </a:prstGeom>
        </p:spPr>
      </p:pic>
      <p:pic>
        <p:nvPicPr>
          <p:cNvPr id="4098" name="Picture 2">
            <a:extLst>
              <a:ext uri="{FF2B5EF4-FFF2-40B4-BE49-F238E27FC236}">
                <a16:creationId xmlns:a16="http://schemas.microsoft.com/office/drawing/2014/main" id="{B7DD1351-3B72-0C14-9160-ADB433A75E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2184" y="1802793"/>
            <a:ext cx="641752" cy="9144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7929B02-B8C9-8056-256E-4BAA05133E18}"/>
              </a:ext>
            </a:extLst>
          </p:cNvPr>
          <p:cNvSpPr txBox="1"/>
          <p:nvPr/>
        </p:nvSpPr>
        <p:spPr>
          <a:xfrm>
            <a:off x="5151009" y="2686151"/>
            <a:ext cx="1164101" cy="369332"/>
          </a:xfrm>
          <a:prstGeom prst="rect">
            <a:avLst/>
          </a:prstGeom>
          <a:noFill/>
        </p:spPr>
        <p:txBody>
          <a:bodyPr wrap="none" rtlCol="0">
            <a:spAutoFit/>
          </a:bodyPr>
          <a:lstStyle/>
          <a:p>
            <a:r>
              <a:rPr lang="en-GB" dirty="0">
                <a:latin typeface="Palatino" pitchFamily="2" charset="77"/>
                <a:ea typeface="Palatino" pitchFamily="2" charset="77"/>
              </a:rPr>
              <a:t>UNCLOS</a:t>
            </a:r>
          </a:p>
        </p:txBody>
      </p:sp>
      <p:sp>
        <p:nvSpPr>
          <p:cNvPr id="6" name="TextBox 5">
            <a:extLst>
              <a:ext uri="{FF2B5EF4-FFF2-40B4-BE49-F238E27FC236}">
                <a16:creationId xmlns:a16="http://schemas.microsoft.com/office/drawing/2014/main" id="{697503DE-CCE5-58E5-9242-8D5E84B51826}"/>
              </a:ext>
            </a:extLst>
          </p:cNvPr>
          <p:cNvSpPr txBox="1"/>
          <p:nvPr/>
        </p:nvSpPr>
        <p:spPr>
          <a:xfrm>
            <a:off x="7922753" y="1404659"/>
            <a:ext cx="2589170" cy="369332"/>
          </a:xfrm>
          <a:prstGeom prst="rect">
            <a:avLst/>
          </a:prstGeom>
          <a:noFill/>
        </p:spPr>
        <p:txBody>
          <a:bodyPr wrap="none" rtlCol="0">
            <a:spAutoFit/>
          </a:bodyPr>
          <a:lstStyle/>
          <a:p>
            <a:r>
              <a:rPr lang="en-GB" dirty="0">
                <a:latin typeface="Palatino" pitchFamily="2" charset="77"/>
                <a:ea typeface="Palatino" pitchFamily="2" charset="77"/>
              </a:rPr>
              <a:t>Advisory / Framework</a:t>
            </a:r>
          </a:p>
        </p:txBody>
      </p:sp>
      <p:pic>
        <p:nvPicPr>
          <p:cNvPr id="2050" name="Picture 2" descr="Call for Contributions: Indigenous and Local Knowledge - IPBES (Call  Closed) - Adaptation Research Alliance">
            <a:extLst>
              <a:ext uri="{FF2B5EF4-FFF2-40B4-BE49-F238E27FC236}">
                <a16:creationId xmlns:a16="http://schemas.microsoft.com/office/drawing/2014/main" id="{559D923A-65A0-B212-079D-7EEA351B1E9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42614" y="1897113"/>
            <a:ext cx="1676275" cy="7864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BC5BBF6-3E22-81AB-DDE4-14822EFBEA7A}"/>
              </a:ext>
            </a:extLst>
          </p:cNvPr>
          <p:cNvSpPr txBox="1"/>
          <p:nvPr/>
        </p:nvSpPr>
        <p:spPr>
          <a:xfrm>
            <a:off x="7116122" y="2717289"/>
            <a:ext cx="806631" cy="369332"/>
          </a:xfrm>
          <a:prstGeom prst="rect">
            <a:avLst/>
          </a:prstGeom>
          <a:noFill/>
        </p:spPr>
        <p:txBody>
          <a:bodyPr wrap="none" rtlCol="0">
            <a:spAutoFit/>
          </a:bodyPr>
          <a:lstStyle/>
          <a:p>
            <a:r>
              <a:rPr lang="en-GB" dirty="0">
                <a:latin typeface="Palatino" pitchFamily="2" charset="77"/>
                <a:ea typeface="Palatino" pitchFamily="2" charset="77"/>
              </a:rPr>
              <a:t>IPBES</a:t>
            </a:r>
          </a:p>
        </p:txBody>
      </p:sp>
      <p:pic>
        <p:nvPicPr>
          <p:cNvPr id="2052" name="Picture 4" descr="Logos">
            <a:extLst>
              <a:ext uri="{FF2B5EF4-FFF2-40B4-BE49-F238E27FC236}">
                <a16:creationId xmlns:a16="http://schemas.microsoft.com/office/drawing/2014/main" id="{0A28605F-CD51-FC52-00E9-164DED66AE4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93735" y="3138817"/>
            <a:ext cx="2918668" cy="75170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PCC">
            <a:extLst>
              <a:ext uri="{FF2B5EF4-FFF2-40B4-BE49-F238E27FC236}">
                <a16:creationId xmlns:a16="http://schemas.microsoft.com/office/drawing/2014/main" id="{3AA360FC-57F2-4CFB-9E5D-55D0577756B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78165" y="3062807"/>
            <a:ext cx="867514" cy="86751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503DD621-F7E3-0569-40CC-FAC5D25BDDE8}"/>
              </a:ext>
            </a:extLst>
          </p:cNvPr>
          <p:cNvSpPr txBox="1">
            <a:spLocks/>
          </p:cNvSpPr>
          <p:nvPr/>
        </p:nvSpPr>
        <p:spPr>
          <a:xfrm>
            <a:off x="7870874" y="245476"/>
            <a:ext cx="4321126" cy="62345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500" b="1" dirty="0">
                <a:latin typeface="Arial" panose="020B0604020202020204" pitchFamily="34" charset="0"/>
                <a:cs typeface="Arial" panose="020B0604020202020204" pitchFamily="34" charset="0"/>
              </a:rPr>
              <a:t>Marine Resources</a:t>
            </a:r>
            <a:endParaRPr lang="en-GB" sz="3000" b="1" dirty="0">
              <a:latin typeface="Arial" panose="020B060402020202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64114048-4EA9-C207-4D32-A43CE84CB992}"/>
              </a:ext>
            </a:extLst>
          </p:cNvPr>
          <p:cNvCxnSpPr/>
          <p:nvPr/>
        </p:nvCxnSpPr>
        <p:spPr>
          <a:xfrm>
            <a:off x="3695750" y="3062807"/>
            <a:ext cx="1329850" cy="14928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C867A928-F814-6F84-D18C-A4E027EE65C0}"/>
              </a:ext>
            </a:extLst>
          </p:cNvPr>
          <p:cNvCxnSpPr>
            <a:cxnSpLocks/>
            <a:stCxn id="3" idx="2"/>
          </p:cNvCxnSpPr>
          <p:nvPr/>
        </p:nvCxnSpPr>
        <p:spPr>
          <a:xfrm>
            <a:off x="5733060" y="3055483"/>
            <a:ext cx="0" cy="15001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B18EE9B-5242-6B40-6BEA-C8A0AE07985A}"/>
              </a:ext>
            </a:extLst>
          </p:cNvPr>
          <p:cNvCxnSpPr>
            <a:cxnSpLocks/>
          </p:cNvCxnSpPr>
          <p:nvPr/>
        </p:nvCxnSpPr>
        <p:spPr>
          <a:xfrm flipH="1">
            <a:off x="6793735" y="4069063"/>
            <a:ext cx="2170651" cy="486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6773A6E7-9166-65E9-5F4B-9548CE76A108}"/>
              </a:ext>
            </a:extLst>
          </p:cNvPr>
          <p:cNvSpPr txBox="1"/>
          <p:nvPr/>
        </p:nvSpPr>
        <p:spPr>
          <a:xfrm>
            <a:off x="1439948" y="4702009"/>
            <a:ext cx="9169946" cy="461665"/>
          </a:xfrm>
          <a:prstGeom prst="rect">
            <a:avLst/>
          </a:prstGeom>
          <a:noFill/>
        </p:spPr>
        <p:txBody>
          <a:bodyPr wrap="none" rtlCol="0">
            <a:spAutoFit/>
          </a:bodyPr>
          <a:lstStyle/>
          <a:p>
            <a:r>
              <a:rPr lang="en-GB" sz="2400" dirty="0">
                <a:latin typeface="Palatino" pitchFamily="2" charset="77"/>
                <a:ea typeface="Palatino" pitchFamily="2" charset="77"/>
              </a:rPr>
              <a:t>What is the number of (eDNA) samples I need to deploy/require?</a:t>
            </a:r>
          </a:p>
        </p:txBody>
      </p:sp>
      <p:sp>
        <p:nvSpPr>
          <p:cNvPr id="23" name="TextBox 22">
            <a:extLst>
              <a:ext uri="{FF2B5EF4-FFF2-40B4-BE49-F238E27FC236}">
                <a16:creationId xmlns:a16="http://schemas.microsoft.com/office/drawing/2014/main" id="{378D19F0-1B91-2190-B3D5-6BA8C8ADE4F6}"/>
              </a:ext>
            </a:extLst>
          </p:cNvPr>
          <p:cNvSpPr txBox="1"/>
          <p:nvPr/>
        </p:nvSpPr>
        <p:spPr>
          <a:xfrm>
            <a:off x="4501267" y="5344399"/>
            <a:ext cx="3105337" cy="707886"/>
          </a:xfrm>
          <a:prstGeom prst="rect">
            <a:avLst/>
          </a:prstGeom>
          <a:noFill/>
        </p:spPr>
        <p:txBody>
          <a:bodyPr wrap="none" rtlCol="0">
            <a:spAutoFit/>
          </a:bodyPr>
          <a:lstStyle/>
          <a:p>
            <a:r>
              <a:rPr lang="en-GB" sz="4000" dirty="0">
                <a:solidFill>
                  <a:schemeClr val="bg1">
                    <a:lumMod val="65000"/>
                  </a:schemeClr>
                </a:solidFill>
                <a:latin typeface="Palatino" pitchFamily="2" charset="77"/>
                <a:ea typeface="Palatino" pitchFamily="2" charset="77"/>
              </a:rPr>
              <a:t>It depends…</a:t>
            </a:r>
          </a:p>
        </p:txBody>
      </p:sp>
    </p:spTree>
    <p:extLst>
      <p:ext uri="{BB962C8B-B14F-4D97-AF65-F5344CB8AC3E}">
        <p14:creationId xmlns:p14="http://schemas.microsoft.com/office/powerpoint/2010/main" val="47706565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CF5F3-5A17-9484-2950-89BD537E2736}"/>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6747B313-2E61-C034-FFAE-E107EE6E648A}"/>
              </a:ext>
            </a:extLst>
          </p:cNvPr>
          <p:cNvPicPr>
            <a:picLocks noChangeAspect="1"/>
          </p:cNvPicPr>
          <p:nvPr/>
        </p:nvPicPr>
        <p:blipFill>
          <a:blip r:embed="rId3"/>
          <a:srcRect l="8373" r="8456"/>
          <a:stretch>
            <a:fillRect/>
          </a:stretch>
        </p:blipFill>
        <p:spPr>
          <a:xfrm>
            <a:off x="0" y="0"/>
            <a:ext cx="3648964" cy="3247519"/>
          </a:xfrm>
          <a:prstGeom prst="rect">
            <a:avLst/>
          </a:prstGeom>
        </p:spPr>
      </p:pic>
      <p:pic>
        <p:nvPicPr>
          <p:cNvPr id="15" name="Picture 14">
            <a:extLst>
              <a:ext uri="{FF2B5EF4-FFF2-40B4-BE49-F238E27FC236}">
                <a16:creationId xmlns:a16="http://schemas.microsoft.com/office/drawing/2014/main" id="{CCAD6014-06AB-3490-F167-94F6CAA1BAF6}"/>
              </a:ext>
            </a:extLst>
          </p:cNvPr>
          <p:cNvPicPr>
            <a:picLocks noChangeAspect="1"/>
          </p:cNvPicPr>
          <p:nvPr/>
        </p:nvPicPr>
        <p:blipFill>
          <a:blip r:embed="rId4"/>
          <a:srcRect l="8373" r="8456"/>
          <a:stretch>
            <a:fillRect/>
          </a:stretch>
        </p:blipFill>
        <p:spPr>
          <a:xfrm>
            <a:off x="0" y="3610481"/>
            <a:ext cx="3648964" cy="3247519"/>
          </a:xfrm>
          <a:prstGeom prst="rect">
            <a:avLst/>
          </a:prstGeom>
        </p:spPr>
      </p:pic>
      <p:cxnSp>
        <p:nvCxnSpPr>
          <p:cNvPr id="59" name="Straight Arrow Connector 58">
            <a:extLst>
              <a:ext uri="{FF2B5EF4-FFF2-40B4-BE49-F238E27FC236}">
                <a16:creationId xmlns:a16="http://schemas.microsoft.com/office/drawing/2014/main" id="{7A2711C2-A8E0-B937-3FF3-9B7AC767FB4A}"/>
              </a:ext>
            </a:extLst>
          </p:cNvPr>
          <p:cNvCxnSpPr>
            <a:cxnSpLocks/>
          </p:cNvCxnSpPr>
          <p:nvPr/>
        </p:nvCxnSpPr>
        <p:spPr>
          <a:xfrm>
            <a:off x="5846468" y="6322624"/>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D4F0236D-A8C6-BC6C-F2C8-92A812284044}"/>
              </a:ext>
            </a:extLst>
          </p:cNvPr>
          <p:cNvCxnSpPr>
            <a:cxnSpLocks/>
          </p:cNvCxnSpPr>
          <p:nvPr/>
        </p:nvCxnSpPr>
        <p:spPr>
          <a:xfrm flipV="1">
            <a:off x="5924673" y="3931015"/>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A5E957F1-07AF-A292-AF84-7505F1778646}"/>
              </a:ext>
            </a:extLst>
          </p:cNvPr>
          <p:cNvSpPr txBox="1"/>
          <p:nvPr/>
        </p:nvSpPr>
        <p:spPr>
          <a:xfrm>
            <a:off x="7042172" y="6367087"/>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68" name="TextBox 67">
            <a:extLst>
              <a:ext uri="{FF2B5EF4-FFF2-40B4-BE49-F238E27FC236}">
                <a16:creationId xmlns:a16="http://schemas.microsoft.com/office/drawing/2014/main" id="{F7E603FC-ED47-9C9A-98A3-E464D7652C64}"/>
              </a:ext>
            </a:extLst>
          </p:cNvPr>
          <p:cNvSpPr txBox="1"/>
          <p:nvPr/>
        </p:nvSpPr>
        <p:spPr>
          <a:xfrm rot="16200000">
            <a:off x="4977569" y="4880577"/>
            <a:ext cx="1483098" cy="338554"/>
          </a:xfrm>
          <a:prstGeom prst="rect">
            <a:avLst/>
          </a:prstGeom>
          <a:noFill/>
        </p:spPr>
        <p:txBody>
          <a:bodyPr wrap="none" rtlCol="0">
            <a:spAutoFit/>
          </a:bodyPr>
          <a:lstStyle/>
          <a:p>
            <a:r>
              <a:rPr lang="en-GB" sz="1600" dirty="0">
                <a:latin typeface="Palatino" pitchFamily="2" charset="77"/>
                <a:ea typeface="Palatino" pitchFamily="2" charset="77"/>
              </a:rPr>
              <a:t>Concentration</a:t>
            </a:r>
          </a:p>
        </p:txBody>
      </p:sp>
      <p:sp>
        <p:nvSpPr>
          <p:cNvPr id="70" name="Freeform 69">
            <a:extLst>
              <a:ext uri="{FF2B5EF4-FFF2-40B4-BE49-F238E27FC236}">
                <a16:creationId xmlns:a16="http://schemas.microsoft.com/office/drawing/2014/main" id="{0B4E793F-A4FB-9C8B-9098-FD381F37EE92}"/>
              </a:ext>
            </a:extLst>
          </p:cNvPr>
          <p:cNvSpPr/>
          <p:nvPr/>
        </p:nvSpPr>
        <p:spPr>
          <a:xfrm>
            <a:off x="5961413" y="730548"/>
            <a:ext cx="3491345" cy="938150"/>
          </a:xfrm>
          <a:custGeom>
            <a:avLst/>
            <a:gdLst>
              <a:gd name="connsiteX0" fmla="*/ 0 w 3491345"/>
              <a:gd name="connsiteY0" fmla="*/ 0 h 938150"/>
              <a:gd name="connsiteX1" fmla="*/ 1615044 w 3491345"/>
              <a:gd name="connsiteY1" fmla="*/ 296883 h 938150"/>
              <a:gd name="connsiteX2" fmla="*/ 3491345 w 3491345"/>
              <a:gd name="connsiteY2" fmla="*/ 938150 h 938150"/>
            </a:gdLst>
            <a:ahLst/>
            <a:cxnLst>
              <a:cxn ang="0">
                <a:pos x="connsiteX0" y="connsiteY0"/>
              </a:cxn>
              <a:cxn ang="0">
                <a:pos x="connsiteX1" y="connsiteY1"/>
              </a:cxn>
              <a:cxn ang="0">
                <a:pos x="connsiteX2" y="connsiteY2"/>
              </a:cxn>
            </a:cxnLst>
            <a:rect l="l" t="t" r="r" b="b"/>
            <a:pathLst>
              <a:path w="3491345" h="938150">
                <a:moveTo>
                  <a:pt x="0" y="0"/>
                </a:moveTo>
                <a:cubicBezTo>
                  <a:pt x="516576" y="70262"/>
                  <a:pt x="1033153" y="140525"/>
                  <a:pt x="1615044" y="296883"/>
                </a:cubicBezTo>
                <a:cubicBezTo>
                  <a:pt x="2196935" y="453241"/>
                  <a:pt x="3285506" y="756062"/>
                  <a:pt x="3491345" y="938150"/>
                </a:cubicBezTo>
              </a:path>
            </a:pathLst>
          </a:custGeom>
          <a:no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a:extLst>
              <a:ext uri="{FF2B5EF4-FFF2-40B4-BE49-F238E27FC236}">
                <a16:creationId xmlns:a16="http://schemas.microsoft.com/office/drawing/2014/main" id="{BB25465E-4C7C-2C61-DCBC-7BF8100B9358}"/>
              </a:ext>
            </a:extLst>
          </p:cNvPr>
          <p:cNvSpPr/>
          <p:nvPr/>
        </p:nvSpPr>
        <p:spPr>
          <a:xfrm>
            <a:off x="5985164" y="4215741"/>
            <a:ext cx="3526972" cy="2062417"/>
          </a:xfrm>
          <a:custGeom>
            <a:avLst/>
            <a:gdLst>
              <a:gd name="connsiteX0" fmla="*/ 0 w 3538847"/>
              <a:gd name="connsiteY0" fmla="*/ 0 h 1911927"/>
              <a:gd name="connsiteX1" fmla="*/ 819398 w 3538847"/>
              <a:gd name="connsiteY1" fmla="*/ 296883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38847"/>
              <a:gd name="connsiteY0" fmla="*/ 0 h 1911927"/>
              <a:gd name="connsiteX1" fmla="*/ 736270 w 3538847"/>
              <a:gd name="connsiteY1" fmla="*/ 380010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936109 h 1852550"/>
              <a:gd name="connsiteX6" fmla="*/ 3111336 w 3526972"/>
              <a:gd name="connsiteY6" fmla="*/ 1721921 h 1852550"/>
              <a:gd name="connsiteX7" fmla="*/ 3526972 w 3526972"/>
              <a:gd name="connsiteY7" fmla="*/ 1852550 h 185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6972" h="1852550">
                <a:moveTo>
                  <a:pt x="0" y="0"/>
                </a:moveTo>
                <a:cubicBezTo>
                  <a:pt x="442252" y="28959"/>
                  <a:pt x="509597" y="229069"/>
                  <a:pt x="717519" y="410011"/>
                </a:cubicBezTo>
                <a:cubicBezTo>
                  <a:pt x="925442" y="590954"/>
                  <a:pt x="1110760" y="915025"/>
                  <a:pt x="1247535" y="1085655"/>
                </a:cubicBezTo>
                <a:cubicBezTo>
                  <a:pt x="1384310" y="1256285"/>
                  <a:pt x="1421498" y="1359412"/>
                  <a:pt x="1538168" y="1433789"/>
                </a:cubicBezTo>
                <a:cubicBezTo>
                  <a:pt x="1654838" y="1508166"/>
                  <a:pt x="1789268" y="1614863"/>
                  <a:pt x="1947554" y="1531916"/>
                </a:cubicBezTo>
                <a:cubicBezTo>
                  <a:pt x="2105840" y="1448969"/>
                  <a:pt x="2293918" y="904442"/>
                  <a:pt x="2487882" y="936109"/>
                </a:cubicBezTo>
                <a:cubicBezTo>
                  <a:pt x="2681846" y="967777"/>
                  <a:pt x="2927269" y="1622960"/>
                  <a:pt x="3111336" y="1721921"/>
                </a:cubicBezTo>
                <a:cubicBezTo>
                  <a:pt x="3295403" y="1820882"/>
                  <a:pt x="3411187" y="1836716"/>
                  <a:pt x="3526972" y="1852550"/>
                </a:cubicBezTo>
              </a:path>
            </a:pathLst>
          </a:cu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Straight Arrow Connector 1">
            <a:extLst>
              <a:ext uri="{FF2B5EF4-FFF2-40B4-BE49-F238E27FC236}">
                <a16:creationId xmlns:a16="http://schemas.microsoft.com/office/drawing/2014/main" id="{DAE46CE4-0C72-21C8-A49E-29749349A537}"/>
              </a:ext>
            </a:extLst>
          </p:cNvPr>
          <p:cNvCxnSpPr>
            <a:cxnSpLocks/>
          </p:cNvCxnSpPr>
          <p:nvPr/>
        </p:nvCxnSpPr>
        <p:spPr>
          <a:xfrm>
            <a:off x="5846468" y="2864502"/>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060AA31C-C63E-0E3B-4C8B-21834720FAD6}"/>
              </a:ext>
            </a:extLst>
          </p:cNvPr>
          <p:cNvCxnSpPr>
            <a:cxnSpLocks/>
          </p:cNvCxnSpPr>
          <p:nvPr/>
        </p:nvCxnSpPr>
        <p:spPr>
          <a:xfrm flipV="1">
            <a:off x="5924673" y="472893"/>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76E0F0D-53BD-BCFE-EC18-4807B27D9182}"/>
              </a:ext>
            </a:extLst>
          </p:cNvPr>
          <p:cNvSpPr txBox="1"/>
          <p:nvPr/>
        </p:nvSpPr>
        <p:spPr>
          <a:xfrm>
            <a:off x="7042172" y="2908965"/>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5" name="TextBox 4">
            <a:extLst>
              <a:ext uri="{FF2B5EF4-FFF2-40B4-BE49-F238E27FC236}">
                <a16:creationId xmlns:a16="http://schemas.microsoft.com/office/drawing/2014/main" id="{E700B47B-1E53-7A35-7EA7-A6AC59D9705A}"/>
              </a:ext>
            </a:extLst>
          </p:cNvPr>
          <p:cNvSpPr txBox="1"/>
          <p:nvPr/>
        </p:nvSpPr>
        <p:spPr>
          <a:xfrm rot="16200000">
            <a:off x="4977572" y="1422455"/>
            <a:ext cx="1483098" cy="338554"/>
          </a:xfrm>
          <a:prstGeom prst="rect">
            <a:avLst/>
          </a:prstGeom>
          <a:noFill/>
        </p:spPr>
        <p:txBody>
          <a:bodyPr wrap="none" rtlCol="0">
            <a:spAutoFit/>
          </a:bodyPr>
          <a:lstStyle/>
          <a:p>
            <a:r>
              <a:rPr lang="en-GB" sz="1600" dirty="0">
                <a:latin typeface="Palatino" pitchFamily="2" charset="77"/>
                <a:ea typeface="Palatino" pitchFamily="2" charset="77"/>
              </a:rPr>
              <a:t>Concentration</a:t>
            </a:r>
          </a:p>
        </p:txBody>
      </p:sp>
      <p:cxnSp>
        <p:nvCxnSpPr>
          <p:cNvPr id="6" name="Straight Connector 5">
            <a:extLst>
              <a:ext uri="{FF2B5EF4-FFF2-40B4-BE49-F238E27FC236}">
                <a16:creationId xmlns:a16="http://schemas.microsoft.com/office/drawing/2014/main" id="{96E6C2EE-AAF1-CA05-B6EC-831A7D289441}"/>
              </a:ext>
            </a:extLst>
          </p:cNvPr>
          <p:cNvCxnSpPr/>
          <p:nvPr/>
        </p:nvCxnSpPr>
        <p:spPr>
          <a:xfrm>
            <a:off x="321733" y="6019800"/>
            <a:ext cx="2641600" cy="0"/>
          </a:xfrm>
          <a:prstGeom prst="line">
            <a:avLst/>
          </a:prstGeom>
          <a:ln w="28575">
            <a:solidFill>
              <a:srgbClr val="FFC000"/>
            </a:solidFill>
            <a:prstDash val="dash"/>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21ED217-1DF6-3CD7-2C43-8D7D1FAF0746}"/>
              </a:ext>
            </a:extLst>
          </p:cNvPr>
          <p:cNvCxnSpPr/>
          <p:nvPr/>
        </p:nvCxnSpPr>
        <p:spPr>
          <a:xfrm>
            <a:off x="321733" y="2074334"/>
            <a:ext cx="2641600" cy="0"/>
          </a:xfrm>
          <a:prstGeom prst="line">
            <a:avLst/>
          </a:prstGeom>
          <a:ln w="28575">
            <a:solidFill>
              <a:srgbClr val="00B0F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047315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70" grpId="0" animBg="1"/>
      <p:bldP spid="75" grpId="0" animBg="1"/>
      <p:bldP spid="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9653A-243B-1CFD-E839-D5CA52083E33}"/>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13A514AF-7D4E-4459-42DB-DE01E9A260CB}"/>
              </a:ext>
            </a:extLst>
          </p:cNvPr>
          <p:cNvPicPr>
            <a:picLocks noChangeAspect="1"/>
          </p:cNvPicPr>
          <p:nvPr/>
        </p:nvPicPr>
        <p:blipFill>
          <a:blip r:embed="rId3"/>
          <a:srcRect l="8373" r="8456"/>
          <a:stretch>
            <a:fillRect/>
          </a:stretch>
        </p:blipFill>
        <p:spPr>
          <a:xfrm>
            <a:off x="0" y="0"/>
            <a:ext cx="3648964" cy="3247519"/>
          </a:xfrm>
          <a:prstGeom prst="rect">
            <a:avLst/>
          </a:prstGeom>
        </p:spPr>
      </p:pic>
      <p:pic>
        <p:nvPicPr>
          <p:cNvPr id="15" name="Picture 14">
            <a:extLst>
              <a:ext uri="{FF2B5EF4-FFF2-40B4-BE49-F238E27FC236}">
                <a16:creationId xmlns:a16="http://schemas.microsoft.com/office/drawing/2014/main" id="{19FAC0CE-6E6B-1F95-3A09-54AA28AFF2E2}"/>
              </a:ext>
            </a:extLst>
          </p:cNvPr>
          <p:cNvPicPr>
            <a:picLocks noChangeAspect="1"/>
          </p:cNvPicPr>
          <p:nvPr/>
        </p:nvPicPr>
        <p:blipFill>
          <a:blip r:embed="rId4"/>
          <a:srcRect l="8373" r="8456"/>
          <a:stretch>
            <a:fillRect/>
          </a:stretch>
        </p:blipFill>
        <p:spPr>
          <a:xfrm>
            <a:off x="0" y="3610481"/>
            <a:ext cx="3648964" cy="3247519"/>
          </a:xfrm>
          <a:prstGeom prst="rect">
            <a:avLst/>
          </a:prstGeom>
        </p:spPr>
      </p:pic>
      <p:cxnSp>
        <p:nvCxnSpPr>
          <p:cNvPr id="59" name="Straight Arrow Connector 58">
            <a:extLst>
              <a:ext uri="{FF2B5EF4-FFF2-40B4-BE49-F238E27FC236}">
                <a16:creationId xmlns:a16="http://schemas.microsoft.com/office/drawing/2014/main" id="{BC05E9D2-041C-7D8B-6D39-7657740A3ADE}"/>
              </a:ext>
            </a:extLst>
          </p:cNvPr>
          <p:cNvCxnSpPr>
            <a:cxnSpLocks/>
          </p:cNvCxnSpPr>
          <p:nvPr/>
        </p:nvCxnSpPr>
        <p:spPr>
          <a:xfrm>
            <a:off x="3945591" y="6322624"/>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7ABD96A9-33DF-9157-4F2D-8F815B7A901F}"/>
              </a:ext>
            </a:extLst>
          </p:cNvPr>
          <p:cNvCxnSpPr>
            <a:cxnSpLocks/>
          </p:cNvCxnSpPr>
          <p:nvPr/>
        </p:nvCxnSpPr>
        <p:spPr>
          <a:xfrm flipV="1">
            <a:off x="4023796" y="3931015"/>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D0711389-5267-6934-938A-5A45FFFBD4F2}"/>
              </a:ext>
            </a:extLst>
          </p:cNvPr>
          <p:cNvSpPr txBox="1"/>
          <p:nvPr/>
        </p:nvSpPr>
        <p:spPr>
          <a:xfrm>
            <a:off x="5141295" y="6367087"/>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68" name="TextBox 67">
            <a:extLst>
              <a:ext uri="{FF2B5EF4-FFF2-40B4-BE49-F238E27FC236}">
                <a16:creationId xmlns:a16="http://schemas.microsoft.com/office/drawing/2014/main" id="{A9914933-8840-5BB8-7398-6B154FE7E385}"/>
              </a:ext>
            </a:extLst>
          </p:cNvPr>
          <p:cNvSpPr txBox="1"/>
          <p:nvPr/>
        </p:nvSpPr>
        <p:spPr>
          <a:xfrm rot="16200000">
            <a:off x="3076692" y="4880577"/>
            <a:ext cx="1483098" cy="338554"/>
          </a:xfrm>
          <a:prstGeom prst="rect">
            <a:avLst/>
          </a:prstGeom>
          <a:noFill/>
        </p:spPr>
        <p:txBody>
          <a:bodyPr wrap="none" rtlCol="0">
            <a:spAutoFit/>
          </a:bodyPr>
          <a:lstStyle/>
          <a:p>
            <a:r>
              <a:rPr lang="en-GB" sz="1600" dirty="0">
                <a:latin typeface="Palatino" pitchFamily="2" charset="77"/>
                <a:ea typeface="Palatino" pitchFamily="2" charset="77"/>
              </a:rPr>
              <a:t>Concentration</a:t>
            </a:r>
          </a:p>
        </p:txBody>
      </p:sp>
      <p:sp>
        <p:nvSpPr>
          <p:cNvPr id="70" name="Freeform 69">
            <a:extLst>
              <a:ext uri="{FF2B5EF4-FFF2-40B4-BE49-F238E27FC236}">
                <a16:creationId xmlns:a16="http://schemas.microsoft.com/office/drawing/2014/main" id="{BDFCE437-45AA-131B-92C3-9A8B8A4DF48F}"/>
              </a:ext>
            </a:extLst>
          </p:cNvPr>
          <p:cNvSpPr/>
          <p:nvPr/>
        </p:nvSpPr>
        <p:spPr>
          <a:xfrm>
            <a:off x="4060536" y="730548"/>
            <a:ext cx="3491345" cy="938150"/>
          </a:xfrm>
          <a:custGeom>
            <a:avLst/>
            <a:gdLst>
              <a:gd name="connsiteX0" fmla="*/ 0 w 3491345"/>
              <a:gd name="connsiteY0" fmla="*/ 0 h 938150"/>
              <a:gd name="connsiteX1" fmla="*/ 1615044 w 3491345"/>
              <a:gd name="connsiteY1" fmla="*/ 296883 h 938150"/>
              <a:gd name="connsiteX2" fmla="*/ 3491345 w 3491345"/>
              <a:gd name="connsiteY2" fmla="*/ 938150 h 938150"/>
            </a:gdLst>
            <a:ahLst/>
            <a:cxnLst>
              <a:cxn ang="0">
                <a:pos x="connsiteX0" y="connsiteY0"/>
              </a:cxn>
              <a:cxn ang="0">
                <a:pos x="connsiteX1" y="connsiteY1"/>
              </a:cxn>
              <a:cxn ang="0">
                <a:pos x="connsiteX2" y="connsiteY2"/>
              </a:cxn>
            </a:cxnLst>
            <a:rect l="l" t="t" r="r" b="b"/>
            <a:pathLst>
              <a:path w="3491345" h="938150">
                <a:moveTo>
                  <a:pt x="0" y="0"/>
                </a:moveTo>
                <a:cubicBezTo>
                  <a:pt x="516576" y="70262"/>
                  <a:pt x="1033153" y="140525"/>
                  <a:pt x="1615044" y="296883"/>
                </a:cubicBezTo>
                <a:cubicBezTo>
                  <a:pt x="2196935" y="453241"/>
                  <a:pt x="3285506" y="756062"/>
                  <a:pt x="3491345" y="938150"/>
                </a:cubicBezTo>
              </a:path>
            </a:pathLst>
          </a:custGeom>
          <a:no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a:extLst>
              <a:ext uri="{FF2B5EF4-FFF2-40B4-BE49-F238E27FC236}">
                <a16:creationId xmlns:a16="http://schemas.microsoft.com/office/drawing/2014/main" id="{034AA668-8153-A20F-3598-E5FE963CD094}"/>
              </a:ext>
            </a:extLst>
          </p:cNvPr>
          <p:cNvSpPr/>
          <p:nvPr/>
        </p:nvSpPr>
        <p:spPr>
          <a:xfrm>
            <a:off x="4084287" y="4215741"/>
            <a:ext cx="3526972" cy="2062417"/>
          </a:xfrm>
          <a:custGeom>
            <a:avLst/>
            <a:gdLst>
              <a:gd name="connsiteX0" fmla="*/ 0 w 3538847"/>
              <a:gd name="connsiteY0" fmla="*/ 0 h 1911927"/>
              <a:gd name="connsiteX1" fmla="*/ 819398 w 3538847"/>
              <a:gd name="connsiteY1" fmla="*/ 296883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38847"/>
              <a:gd name="connsiteY0" fmla="*/ 0 h 1911927"/>
              <a:gd name="connsiteX1" fmla="*/ 736270 w 3538847"/>
              <a:gd name="connsiteY1" fmla="*/ 380010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936109 h 1852550"/>
              <a:gd name="connsiteX6" fmla="*/ 3111336 w 3526972"/>
              <a:gd name="connsiteY6" fmla="*/ 1721921 h 1852550"/>
              <a:gd name="connsiteX7" fmla="*/ 3526972 w 3526972"/>
              <a:gd name="connsiteY7" fmla="*/ 1852550 h 185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6972" h="1852550">
                <a:moveTo>
                  <a:pt x="0" y="0"/>
                </a:moveTo>
                <a:cubicBezTo>
                  <a:pt x="442252" y="28959"/>
                  <a:pt x="509597" y="229069"/>
                  <a:pt x="717519" y="410011"/>
                </a:cubicBezTo>
                <a:cubicBezTo>
                  <a:pt x="925442" y="590954"/>
                  <a:pt x="1110760" y="915025"/>
                  <a:pt x="1247535" y="1085655"/>
                </a:cubicBezTo>
                <a:cubicBezTo>
                  <a:pt x="1384310" y="1256285"/>
                  <a:pt x="1421498" y="1359412"/>
                  <a:pt x="1538168" y="1433789"/>
                </a:cubicBezTo>
                <a:cubicBezTo>
                  <a:pt x="1654838" y="1508166"/>
                  <a:pt x="1789268" y="1614863"/>
                  <a:pt x="1947554" y="1531916"/>
                </a:cubicBezTo>
                <a:cubicBezTo>
                  <a:pt x="2105840" y="1448969"/>
                  <a:pt x="2293918" y="904442"/>
                  <a:pt x="2487882" y="936109"/>
                </a:cubicBezTo>
                <a:cubicBezTo>
                  <a:pt x="2681846" y="967777"/>
                  <a:pt x="2927269" y="1622960"/>
                  <a:pt x="3111336" y="1721921"/>
                </a:cubicBezTo>
                <a:cubicBezTo>
                  <a:pt x="3295403" y="1820882"/>
                  <a:pt x="3411187" y="1836716"/>
                  <a:pt x="3526972" y="1852550"/>
                </a:cubicBezTo>
              </a:path>
            </a:pathLst>
          </a:cu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Straight Arrow Connector 1">
            <a:extLst>
              <a:ext uri="{FF2B5EF4-FFF2-40B4-BE49-F238E27FC236}">
                <a16:creationId xmlns:a16="http://schemas.microsoft.com/office/drawing/2014/main" id="{11BAD45C-B1D0-1D4C-D3F5-5E96ADCD5120}"/>
              </a:ext>
            </a:extLst>
          </p:cNvPr>
          <p:cNvCxnSpPr>
            <a:cxnSpLocks/>
          </p:cNvCxnSpPr>
          <p:nvPr/>
        </p:nvCxnSpPr>
        <p:spPr>
          <a:xfrm>
            <a:off x="3945591" y="2864502"/>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BE5D3A8D-8A9E-9C81-8823-8FD2297869D7}"/>
              </a:ext>
            </a:extLst>
          </p:cNvPr>
          <p:cNvCxnSpPr>
            <a:cxnSpLocks/>
          </p:cNvCxnSpPr>
          <p:nvPr/>
        </p:nvCxnSpPr>
        <p:spPr>
          <a:xfrm flipV="1">
            <a:off x="4023796" y="472893"/>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08C772E1-6EC7-BA47-7B10-C76EBECAAFDB}"/>
              </a:ext>
            </a:extLst>
          </p:cNvPr>
          <p:cNvSpPr txBox="1"/>
          <p:nvPr/>
        </p:nvSpPr>
        <p:spPr>
          <a:xfrm>
            <a:off x="5141295" y="2908965"/>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5" name="TextBox 4">
            <a:extLst>
              <a:ext uri="{FF2B5EF4-FFF2-40B4-BE49-F238E27FC236}">
                <a16:creationId xmlns:a16="http://schemas.microsoft.com/office/drawing/2014/main" id="{411F90A3-B5C6-2987-88EF-03BDE6683258}"/>
              </a:ext>
            </a:extLst>
          </p:cNvPr>
          <p:cNvSpPr txBox="1"/>
          <p:nvPr/>
        </p:nvSpPr>
        <p:spPr>
          <a:xfrm rot="16200000">
            <a:off x="3076692" y="1422455"/>
            <a:ext cx="1483098" cy="338554"/>
          </a:xfrm>
          <a:prstGeom prst="rect">
            <a:avLst/>
          </a:prstGeom>
          <a:noFill/>
        </p:spPr>
        <p:txBody>
          <a:bodyPr wrap="none" rtlCol="0">
            <a:spAutoFit/>
          </a:bodyPr>
          <a:lstStyle/>
          <a:p>
            <a:r>
              <a:rPr lang="en-GB" sz="1600" dirty="0">
                <a:latin typeface="Palatino" pitchFamily="2" charset="77"/>
                <a:ea typeface="Palatino" pitchFamily="2" charset="77"/>
              </a:rPr>
              <a:t>Concentration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18BA088-A59E-9318-6989-F49543F42CA3}"/>
                  </a:ext>
                </a:extLst>
              </p:cNvPr>
              <p:cNvSpPr txBox="1"/>
              <p:nvPr/>
            </p:nvSpPr>
            <p:spPr>
              <a:xfrm>
                <a:off x="6828466" y="3316224"/>
                <a:ext cx="6096000" cy="1127360"/>
              </a:xfrm>
              <a:prstGeom prst="rect">
                <a:avLst/>
              </a:prstGeom>
              <a:noFill/>
            </p:spPr>
            <p:txBody>
              <a:bodyPr wrap="square">
                <a:spAutoFit/>
              </a:bodyPr>
              <a:lstStyle/>
              <a:p>
                <a:pPr algn="just">
                  <a:lnSpc>
                    <a:spcPct val="115000"/>
                  </a:lnSpc>
                  <a:spcBef>
                    <a:spcPts val="500"/>
                  </a:spcBef>
                  <a:buNone/>
                </a:pPr>
                <a14:m>
                  <m:oMathPara xmlns:m="http://schemas.openxmlformats.org/officeDocument/2006/math">
                    <m:oMath>
                      <m:sSub>
                        <m:sSubPr>
                          <m:ctrlPr>
                            <a:rPr lang="en-US" sz="1800" i="1">
                              <a:effectLst/>
                              <a:latin typeface="Cambria Math" panose="02040503050406030204" pitchFamily="18" charset="0"/>
                              <a:ea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rPr>
                            <m:t>𝑌</m:t>
                          </m:r>
                        </m:e>
                        <m:sub>
                          <m:r>
                            <a:rPr lang="en-US" sz="1800" i="1">
                              <a:effectLst/>
                              <a:latin typeface="Cambria Math" panose="02040503050406030204" pitchFamily="18" charset="0"/>
                              <a:ea typeface="Times New Roman" panose="02020603050405020304" pitchFamily="18" charset="0"/>
                            </a:rPr>
                            <m:t>𝑖</m:t>
                          </m:r>
                        </m:sub>
                      </m:sSub>
                      <m:r>
                        <a:rPr lang="en-US" sz="1800" i="1">
                          <a:effectLst/>
                          <a:latin typeface="Cambria Math" panose="02040503050406030204" pitchFamily="18" charset="0"/>
                          <a:ea typeface="Times New Roman" panose="02020603050405020304" pitchFamily="18" charset="0"/>
                        </a:rPr>
                        <m:t> ~ </m:t>
                      </m:r>
                      <m:r>
                        <a:rPr lang="en-US" sz="1800" i="1">
                          <a:effectLst/>
                          <a:latin typeface="Cambria Math" panose="02040503050406030204" pitchFamily="18" charset="0"/>
                          <a:ea typeface="Times New Roman" panose="02020603050405020304" pitchFamily="18" charset="0"/>
                        </a:rPr>
                        <m:t>𝑀𝑉𝑁</m:t>
                      </m:r>
                      <m:r>
                        <a:rPr lang="en-US" sz="1800" i="1">
                          <a:effectLst/>
                          <a:latin typeface="Cambria Math" panose="02040503050406030204" pitchFamily="18" charset="0"/>
                          <a:ea typeface="Times New Roman" panose="02020603050405020304" pitchFamily="18" charset="0"/>
                        </a:rPr>
                        <m:t>(</m:t>
                      </m:r>
                      <m:sSub>
                        <m:sSubPr>
                          <m:ctrlPr>
                            <a:rPr lang="el-GR" sz="1800" i="1">
                              <a:effectLst/>
                              <a:latin typeface="Cambria Math" panose="02040503050406030204" pitchFamily="18" charset="0"/>
                              <a:ea typeface="Times New Roman" panose="02020603050405020304" pitchFamily="18" charset="0"/>
                            </a:rPr>
                          </m:ctrlPr>
                        </m:sSubPr>
                        <m:e>
                          <m:r>
                            <a:rPr lang="el-GR" sz="1800" i="1">
                              <a:effectLst/>
                              <a:latin typeface="Cambria Math" panose="02040503050406030204" pitchFamily="18" charset="0"/>
                              <a:ea typeface="Times New Roman" panose="02020603050405020304" pitchFamily="18" charset="0"/>
                            </a:rPr>
                            <m:t>𝜇</m:t>
                          </m:r>
                        </m:e>
                        <m:sub>
                          <m:r>
                            <a:rPr lang="el-GR" sz="1800" i="1">
                              <a:effectLst/>
                              <a:latin typeface="Cambria Math" panose="02040503050406030204" pitchFamily="18" charset="0"/>
                              <a:ea typeface="Times New Roman" panose="02020603050405020304" pitchFamily="18" charset="0"/>
                            </a:rPr>
                            <m:t>𝑖</m:t>
                          </m:r>
                        </m:sub>
                      </m:sSub>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𝑘</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oMath>
                  </m:oMathPara>
                </a14:m>
                <a:endParaRPr lang="en-US" sz="1800" dirty="0">
                  <a:effectLst/>
                  <a:latin typeface="Times New Roman" panose="02020603050405020304" pitchFamily="18" charset="0"/>
                  <a:ea typeface="Times New Roman" panose="02020603050405020304" pitchFamily="18" charset="0"/>
                </a:endParaRPr>
              </a:p>
              <a:p>
                <a:pPr algn="just">
                  <a:lnSpc>
                    <a:spcPct val="115000"/>
                  </a:lnSpc>
                  <a:spcAft>
                    <a:spcPts val="500"/>
                  </a:spcAft>
                </a:pPr>
                <a14:m>
                  <m:oMathPara xmlns:m="http://schemas.openxmlformats.org/officeDocument/2006/math">
                    <m:oMath>
                      <m:r>
                        <a:rPr lang="en-US" sz="1800" i="1">
                          <a:effectLst/>
                          <a:latin typeface="Cambria Math" panose="02040503050406030204" pitchFamily="18" charset="0"/>
                          <a:ea typeface="Times New Roman" panose="02020603050405020304" pitchFamily="18" charset="0"/>
                        </a:rPr>
                        <m:t>𝑘</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rPr>
                            <m:t>𝛼</m:t>
                          </m:r>
                        </m:e>
                        <m:sup>
                          <m:r>
                            <a:rPr lang="en-US" sz="1800" i="1">
                              <a:effectLst/>
                              <a:latin typeface="Cambria Math" panose="02040503050406030204" pitchFamily="18" charset="0"/>
                              <a:ea typeface="Times New Roman" panose="02020603050405020304" pitchFamily="18" charset="0"/>
                            </a:rPr>
                            <m:t>2</m:t>
                          </m:r>
                        </m:sup>
                      </m:sSup>
                      <m:r>
                        <a:rPr lang="en-US" sz="1800" i="1">
                          <a:effectLst/>
                          <a:latin typeface="Cambria Math" panose="02040503050406030204" pitchFamily="18" charset="0"/>
                          <a:ea typeface="Times New Roman" panose="02020603050405020304" pitchFamily="18" charset="0"/>
                        </a:rPr>
                        <m:t>∗</m:t>
                      </m:r>
                      <m:r>
                        <m:rPr>
                          <m:sty m:val="p"/>
                        </m:rPr>
                        <a:rPr lang="en-US" sz="1800">
                          <a:effectLst/>
                          <a:latin typeface="Cambria Math" panose="02040503050406030204" pitchFamily="18" charset="0"/>
                          <a:ea typeface="Times New Roman" panose="02020603050405020304" pitchFamily="18" charset="0"/>
                        </a:rPr>
                        <m:t>exp</m:t>
                      </m:r>
                      <m:r>
                        <a:rPr lang="en-US" sz="1800">
                          <a:effectLst/>
                          <a:latin typeface="Cambria Math" panose="02040503050406030204" pitchFamily="18" charset="0"/>
                          <a:ea typeface="Times New Roman" panose="02020603050405020304" pitchFamily="18" charset="0"/>
                        </a:rPr>
                        <m:t>⁡</m:t>
                      </m:r>
                      <m:d>
                        <m:dPr>
                          <m:ctrlPr>
                            <a:rPr lang="en-US" sz="1800" i="1">
                              <a:effectLst/>
                              <a:latin typeface="Cambria Math" panose="02040503050406030204" pitchFamily="18" charset="0"/>
                              <a:ea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rPr>
                                <m:t>1</m:t>
                              </m:r>
                            </m:num>
                            <m:den>
                              <m:r>
                                <a:rPr lang="en-US" sz="1800" i="1">
                                  <a:effectLst/>
                                  <a:latin typeface="Cambria Math" panose="02040503050406030204" pitchFamily="18" charset="0"/>
                                  <a:ea typeface="Times New Roman" panose="02020603050405020304" pitchFamily="18" charset="0"/>
                                </a:rPr>
                                <m:t>2</m:t>
                              </m:r>
                              <m:sSup>
                                <m:sSupPr>
                                  <m:ctrlPr>
                                    <a:rPr lang="el-GR" sz="1800" i="1">
                                      <a:effectLst/>
                                      <a:latin typeface="Cambria Math" panose="02040503050406030204" pitchFamily="18" charset="0"/>
                                      <a:ea typeface="Times New Roman" panose="02020603050405020304" pitchFamily="18" charset="0"/>
                                    </a:rPr>
                                  </m:ctrlPr>
                                </m:sSupPr>
                                <m:e>
                                  <m:r>
                                    <a:rPr lang="el-GR" sz="1800" i="1">
                                      <a:effectLst/>
                                      <a:latin typeface="Cambria Math" panose="02040503050406030204" pitchFamily="18" charset="0"/>
                                      <a:ea typeface="Times New Roman" panose="02020603050405020304" pitchFamily="18" charset="0"/>
                                    </a:rPr>
                                    <m:t>𝜌</m:t>
                                  </m:r>
                                </m:e>
                                <m:sup>
                                  <m:r>
                                    <a:rPr lang="el-GR" sz="1800" i="1">
                                      <a:effectLst/>
                                      <a:latin typeface="Cambria Math" panose="02040503050406030204" pitchFamily="18" charset="0"/>
                                      <a:ea typeface="Times New Roman" panose="02020603050405020304" pitchFamily="18" charset="0"/>
                                    </a:rPr>
                                    <m:t>2</m:t>
                                  </m:r>
                                </m:sup>
                              </m:sSup>
                            </m:den>
                          </m:f>
                          <m:r>
                            <a:rPr lang="en-US" sz="1800" i="1">
                              <a:effectLst/>
                              <a:latin typeface="Cambria Math" panose="02040503050406030204" pitchFamily="18" charset="0"/>
                              <a:ea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rPr>
                              </m:ctrlPr>
                            </m:sSupPr>
                            <m:e>
                              <m:d>
                                <m:dPr>
                                  <m:begChr m:val="‖"/>
                                  <m:endChr m:val="‖"/>
                                  <m:ctrlPr>
                                    <a:rPr lang="en-US" sz="1800" i="1">
                                      <a:effectLst/>
                                      <a:latin typeface="Cambria Math" panose="02040503050406030204" pitchFamily="18" charset="0"/>
                                      <a:ea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e>
                              </m:d>
                            </m:e>
                            <m:sup>
                              <m:r>
                                <a:rPr lang="en-US" sz="1800" i="1">
                                  <a:effectLst/>
                                  <a:latin typeface="Cambria Math" panose="02040503050406030204" pitchFamily="18" charset="0"/>
                                  <a:ea typeface="Times New Roman" panose="02020603050405020304" pitchFamily="18" charset="0"/>
                                </a:rPr>
                                <m:t>2</m:t>
                              </m:r>
                            </m:sup>
                          </m:sSup>
                        </m:e>
                      </m:d>
                      <m:r>
                        <a:rPr lang="en-US" sz="1800" i="1">
                          <a:effectLst/>
                          <a:latin typeface="Cambria Math" panose="02040503050406030204" pitchFamily="18" charset="0"/>
                          <a:ea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rPr>
                            <m:t>𝜎</m:t>
                          </m:r>
                        </m:e>
                        <m:sup>
                          <m:r>
                            <a:rPr lang="en-US" sz="1800" i="1">
                              <a:effectLst/>
                              <a:latin typeface="Cambria Math" panose="02040503050406030204" pitchFamily="18" charset="0"/>
                              <a:ea typeface="Times New Roman" panose="02020603050405020304" pitchFamily="18" charset="0"/>
                            </a:rPr>
                            <m:t>2</m:t>
                          </m:r>
                        </m:sup>
                      </m:sSup>
                    </m:oMath>
                  </m:oMathPara>
                </a14:m>
                <a:endParaRPr lang="en-US" sz="1800" dirty="0">
                  <a:effectLst/>
                  <a:latin typeface="Times New Roman" panose="02020603050405020304" pitchFamily="18" charset="0"/>
                  <a:ea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618BA088-A59E-9318-6989-F49543F42CA3}"/>
                  </a:ext>
                </a:extLst>
              </p:cNvPr>
              <p:cNvSpPr txBox="1">
                <a:spLocks noRot="1" noChangeAspect="1" noMove="1" noResize="1" noEditPoints="1" noAdjustHandles="1" noChangeArrowheads="1" noChangeShapeType="1" noTextEdit="1"/>
              </p:cNvSpPr>
              <p:nvPr/>
            </p:nvSpPr>
            <p:spPr>
              <a:xfrm>
                <a:off x="6828466" y="3316224"/>
                <a:ext cx="6096000" cy="1127360"/>
              </a:xfrm>
              <a:prstGeom prst="rect">
                <a:avLst/>
              </a:prstGeom>
              <a:blipFill>
                <a:blip r:embed="rId5"/>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DBC0552-E751-E34B-8F87-F1F3CCD915BB}"/>
              </a:ext>
            </a:extLst>
          </p:cNvPr>
          <p:cNvSpPr txBox="1"/>
          <p:nvPr/>
        </p:nvSpPr>
        <p:spPr>
          <a:xfrm>
            <a:off x="8249123" y="2858113"/>
            <a:ext cx="3344185" cy="461665"/>
          </a:xfrm>
          <a:prstGeom prst="rect">
            <a:avLst/>
          </a:prstGeom>
          <a:noFill/>
        </p:spPr>
        <p:txBody>
          <a:bodyPr wrap="none" rtlCol="0">
            <a:spAutoFit/>
          </a:bodyPr>
          <a:lstStyle/>
          <a:p>
            <a:r>
              <a:rPr lang="en-US" sz="2400" b="1" dirty="0">
                <a:latin typeface="Palatino" pitchFamily="2" charset="77"/>
                <a:ea typeface="Palatino" pitchFamily="2" charset="77"/>
              </a:rPr>
              <a:t>Gaussian Process (GP)</a:t>
            </a:r>
          </a:p>
        </p:txBody>
      </p:sp>
    </p:spTree>
    <p:extLst>
      <p:ext uri="{BB962C8B-B14F-4D97-AF65-F5344CB8AC3E}">
        <p14:creationId xmlns:p14="http://schemas.microsoft.com/office/powerpoint/2010/main" val="312884674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00C7B-B9C2-6FC7-BCCC-75FAA836E6D8}"/>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FD1C7387-C602-CB2A-9F39-43D5BCAA7A14}"/>
              </a:ext>
            </a:extLst>
          </p:cNvPr>
          <p:cNvPicPr>
            <a:picLocks noChangeAspect="1"/>
          </p:cNvPicPr>
          <p:nvPr/>
        </p:nvPicPr>
        <p:blipFill>
          <a:blip r:embed="rId3"/>
          <a:srcRect l="8373" r="8456"/>
          <a:stretch>
            <a:fillRect/>
          </a:stretch>
        </p:blipFill>
        <p:spPr>
          <a:xfrm>
            <a:off x="0" y="0"/>
            <a:ext cx="3648964" cy="3247519"/>
          </a:xfrm>
          <a:prstGeom prst="rect">
            <a:avLst/>
          </a:prstGeom>
        </p:spPr>
      </p:pic>
      <p:pic>
        <p:nvPicPr>
          <p:cNvPr id="15" name="Picture 14">
            <a:extLst>
              <a:ext uri="{FF2B5EF4-FFF2-40B4-BE49-F238E27FC236}">
                <a16:creationId xmlns:a16="http://schemas.microsoft.com/office/drawing/2014/main" id="{21E96F9A-5ABD-23FD-361D-3EE930723BEB}"/>
              </a:ext>
            </a:extLst>
          </p:cNvPr>
          <p:cNvPicPr>
            <a:picLocks noChangeAspect="1"/>
          </p:cNvPicPr>
          <p:nvPr/>
        </p:nvPicPr>
        <p:blipFill>
          <a:blip r:embed="rId4"/>
          <a:srcRect l="8373" r="8456"/>
          <a:stretch>
            <a:fillRect/>
          </a:stretch>
        </p:blipFill>
        <p:spPr>
          <a:xfrm>
            <a:off x="0" y="3610481"/>
            <a:ext cx="3648964" cy="3247519"/>
          </a:xfrm>
          <a:prstGeom prst="rect">
            <a:avLst/>
          </a:prstGeom>
        </p:spPr>
      </p:pic>
      <p:cxnSp>
        <p:nvCxnSpPr>
          <p:cNvPr id="59" name="Straight Arrow Connector 58">
            <a:extLst>
              <a:ext uri="{FF2B5EF4-FFF2-40B4-BE49-F238E27FC236}">
                <a16:creationId xmlns:a16="http://schemas.microsoft.com/office/drawing/2014/main" id="{B229C275-A730-0905-907C-2FF4B5F8F5E9}"/>
              </a:ext>
            </a:extLst>
          </p:cNvPr>
          <p:cNvCxnSpPr>
            <a:cxnSpLocks/>
          </p:cNvCxnSpPr>
          <p:nvPr/>
        </p:nvCxnSpPr>
        <p:spPr>
          <a:xfrm>
            <a:off x="3945591" y="6322624"/>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B6040D9B-6826-1051-DEAE-0EC0E304C077}"/>
              </a:ext>
            </a:extLst>
          </p:cNvPr>
          <p:cNvCxnSpPr>
            <a:cxnSpLocks/>
          </p:cNvCxnSpPr>
          <p:nvPr/>
        </p:nvCxnSpPr>
        <p:spPr>
          <a:xfrm flipV="1">
            <a:off x="4023796" y="3931015"/>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0456E9DC-AD86-F9FC-C473-BFF9DE579C3D}"/>
              </a:ext>
            </a:extLst>
          </p:cNvPr>
          <p:cNvSpPr txBox="1"/>
          <p:nvPr/>
        </p:nvSpPr>
        <p:spPr>
          <a:xfrm>
            <a:off x="5141295" y="6367087"/>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68" name="TextBox 67">
            <a:extLst>
              <a:ext uri="{FF2B5EF4-FFF2-40B4-BE49-F238E27FC236}">
                <a16:creationId xmlns:a16="http://schemas.microsoft.com/office/drawing/2014/main" id="{3650FCEF-69A4-53AF-0AE3-9FE85B3C8D1E}"/>
              </a:ext>
            </a:extLst>
          </p:cNvPr>
          <p:cNvSpPr txBox="1"/>
          <p:nvPr/>
        </p:nvSpPr>
        <p:spPr>
          <a:xfrm rot="16200000">
            <a:off x="3003146" y="4880577"/>
            <a:ext cx="1630190" cy="338554"/>
          </a:xfrm>
          <a:prstGeom prst="rect">
            <a:avLst/>
          </a:prstGeom>
          <a:noFill/>
        </p:spPr>
        <p:txBody>
          <a:bodyPr wrap="none" rtlCol="0">
            <a:spAutoFit/>
          </a:bodyPr>
          <a:lstStyle/>
          <a:p>
            <a:r>
              <a:rPr lang="en-GB" sz="1600" dirty="0">
                <a:latin typeface="Palatino" pitchFamily="2" charset="77"/>
                <a:ea typeface="Palatino" pitchFamily="2" charset="77"/>
              </a:rPr>
              <a:t>Autocorrelation</a:t>
            </a:r>
          </a:p>
        </p:txBody>
      </p:sp>
      <p:sp>
        <p:nvSpPr>
          <p:cNvPr id="70" name="Freeform 69">
            <a:extLst>
              <a:ext uri="{FF2B5EF4-FFF2-40B4-BE49-F238E27FC236}">
                <a16:creationId xmlns:a16="http://schemas.microsoft.com/office/drawing/2014/main" id="{830E4379-64CC-5C81-14EC-48B26A446940}"/>
              </a:ext>
            </a:extLst>
          </p:cNvPr>
          <p:cNvSpPr/>
          <p:nvPr/>
        </p:nvSpPr>
        <p:spPr>
          <a:xfrm>
            <a:off x="4060536" y="730548"/>
            <a:ext cx="3621973" cy="2066306"/>
          </a:xfrm>
          <a:custGeom>
            <a:avLst/>
            <a:gdLst>
              <a:gd name="connsiteX0" fmla="*/ 0 w 3491345"/>
              <a:gd name="connsiteY0" fmla="*/ 0 h 938150"/>
              <a:gd name="connsiteX1" fmla="*/ 1615044 w 3491345"/>
              <a:gd name="connsiteY1" fmla="*/ 296883 h 938150"/>
              <a:gd name="connsiteX2" fmla="*/ 3491345 w 3491345"/>
              <a:gd name="connsiteY2" fmla="*/ 938150 h 938150"/>
              <a:gd name="connsiteX0" fmla="*/ 0 w 3621973"/>
              <a:gd name="connsiteY0" fmla="*/ 0 h 2066306"/>
              <a:gd name="connsiteX1" fmla="*/ 1615044 w 3621973"/>
              <a:gd name="connsiteY1" fmla="*/ 296883 h 2066306"/>
              <a:gd name="connsiteX2" fmla="*/ 3621973 w 3621973"/>
              <a:gd name="connsiteY2" fmla="*/ 2066306 h 2066306"/>
              <a:gd name="connsiteX0" fmla="*/ 0 w 3621973"/>
              <a:gd name="connsiteY0" fmla="*/ 0 h 2066306"/>
              <a:gd name="connsiteX1" fmla="*/ 1900052 w 3621973"/>
              <a:gd name="connsiteY1" fmla="*/ 605642 h 2066306"/>
              <a:gd name="connsiteX2" fmla="*/ 3621973 w 3621973"/>
              <a:gd name="connsiteY2" fmla="*/ 2066306 h 2066306"/>
              <a:gd name="connsiteX0" fmla="*/ 0 w 3621973"/>
              <a:gd name="connsiteY0" fmla="*/ 0 h 2066306"/>
              <a:gd name="connsiteX1" fmla="*/ 1900052 w 3621973"/>
              <a:gd name="connsiteY1" fmla="*/ 605642 h 2066306"/>
              <a:gd name="connsiteX2" fmla="*/ 3621973 w 3621973"/>
              <a:gd name="connsiteY2" fmla="*/ 2066306 h 2066306"/>
              <a:gd name="connsiteX0" fmla="*/ 0 w 3621973"/>
              <a:gd name="connsiteY0" fmla="*/ 0 h 2066306"/>
              <a:gd name="connsiteX1" fmla="*/ 1900052 w 3621973"/>
              <a:gd name="connsiteY1" fmla="*/ 605642 h 2066306"/>
              <a:gd name="connsiteX2" fmla="*/ 3621973 w 3621973"/>
              <a:gd name="connsiteY2" fmla="*/ 2066306 h 2066306"/>
              <a:gd name="connsiteX0" fmla="*/ 0 w 3621973"/>
              <a:gd name="connsiteY0" fmla="*/ 0 h 2066306"/>
              <a:gd name="connsiteX1" fmla="*/ 1757548 w 3621973"/>
              <a:gd name="connsiteY1" fmla="*/ 653143 h 2066306"/>
              <a:gd name="connsiteX2" fmla="*/ 3621973 w 3621973"/>
              <a:gd name="connsiteY2" fmla="*/ 2066306 h 2066306"/>
              <a:gd name="connsiteX0" fmla="*/ 0 w 3621973"/>
              <a:gd name="connsiteY0" fmla="*/ 0 h 2066306"/>
              <a:gd name="connsiteX1" fmla="*/ 1757548 w 3621973"/>
              <a:gd name="connsiteY1" fmla="*/ 653143 h 2066306"/>
              <a:gd name="connsiteX2" fmla="*/ 2482768 w 3621973"/>
              <a:gd name="connsiteY2" fmla="*/ 1537639 h 2066306"/>
              <a:gd name="connsiteX3" fmla="*/ 3621973 w 3621973"/>
              <a:gd name="connsiteY3" fmla="*/ 2066306 h 2066306"/>
              <a:gd name="connsiteX0" fmla="*/ 0 w 3621973"/>
              <a:gd name="connsiteY0" fmla="*/ 0 h 2066306"/>
              <a:gd name="connsiteX1" fmla="*/ 1472541 w 3621973"/>
              <a:gd name="connsiteY1" fmla="*/ 415636 h 2066306"/>
              <a:gd name="connsiteX2" fmla="*/ 2482768 w 3621973"/>
              <a:gd name="connsiteY2" fmla="*/ 1537639 h 2066306"/>
              <a:gd name="connsiteX3" fmla="*/ 3621973 w 3621973"/>
              <a:gd name="connsiteY3" fmla="*/ 2066306 h 2066306"/>
              <a:gd name="connsiteX0" fmla="*/ 0 w 3621973"/>
              <a:gd name="connsiteY0" fmla="*/ 0 h 2066306"/>
              <a:gd name="connsiteX1" fmla="*/ 1472541 w 3621973"/>
              <a:gd name="connsiteY1" fmla="*/ 415636 h 2066306"/>
              <a:gd name="connsiteX2" fmla="*/ 2482768 w 3621973"/>
              <a:gd name="connsiteY2" fmla="*/ 1537639 h 2066306"/>
              <a:gd name="connsiteX3" fmla="*/ 3621973 w 3621973"/>
              <a:gd name="connsiteY3" fmla="*/ 2066306 h 2066306"/>
              <a:gd name="connsiteX0" fmla="*/ 0 w 3621973"/>
              <a:gd name="connsiteY0" fmla="*/ 0 h 2066306"/>
              <a:gd name="connsiteX1" fmla="*/ 1472541 w 3621973"/>
              <a:gd name="connsiteY1" fmla="*/ 415636 h 2066306"/>
              <a:gd name="connsiteX2" fmla="*/ 2482768 w 3621973"/>
              <a:gd name="connsiteY2" fmla="*/ 1537639 h 2066306"/>
              <a:gd name="connsiteX3" fmla="*/ 3621973 w 3621973"/>
              <a:gd name="connsiteY3" fmla="*/ 2066306 h 2066306"/>
              <a:gd name="connsiteX0" fmla="*/ 0 w 3621973"/>
              <a:gd name="connsiteY0" fmla="*/ 0 h 2066306"/>
              <a:gd name="connsiteX1" fmla="*/ 1555668 w 3621973"/>
              <a:gd name="connsiteY1" fmla="*/ 237507 h 2066306"/>
              <a:gd name="connsiteX2" fmla="*/ 2482768 w 3621973"/>
              <a:gd name="connsiteY2" fmla="*/ 1537639 h 2066306"/>
              <a:gd name="connsiteX3" fmla="*/ 3621973 w 3621973"/>
              <a:gd name="connsiteY3" fmla="*/ 2066306 h 2066306"/>
              <a:gd name="connsiteX0" fmla="*/ 0 w 3621973"/>
              <a:gd name="connsiteY0" fmla="*/ 0 h 2066306"/>
              <a:gd name="connsiteX1" fmla="*/ 1555668 w 3621973"/>
              <a:gd name="connsiteY1" fmla="*/ 237507 h 2066306"/>
              <a:gd name="connsiteX2" fmla="*/ 2340264 w 3621973"/>
              <a:gd name="connsiteY2" fmla="*/ 1442637 h 2066306"/>
              <a:gd name="connsiteX3" fmla="*/ 3621973 w 3621973"/>
              <a:gd name="connsiteY3" fmla="*/ 2066306 h 2066306"/>
              <a:gd name="connsiteX0" fmla="*/ 0 w 3621973"/>
              <a:gd name="connsiteY0" fmla="*/ 0 h 2066306"/>
              <a:gd name="connsiteX1" fmla="*/ 1531917 w 3621973"/>
              <a:gd name="connsiteY1" fmla="*/ 475014 h 2066306"/>
              <a:gd name="connsiteX2" fmla="*/ 2340264 w 3621973"/>
              <a:gd name="connsiteY2" fmla="*/ 1442637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Lst>
            <a:ahLst/>
            <a:cxnLst>
              <a:cxn ang="0">
                <a:pos x="connsiteX0" y="connsiteY0"/>
              </a:cxn>
              <a:cxn ang="0">
                <a:pos x="connsiteX1" y="connsiteY1"/>
              </a:cxn>
              <a:cxn ang="0">
                <a:pos x="connsiteX2" y="connsiteY2"/>
              </a:cxn>
              <a:cxn ang="0">
                <a:pos x="connsiteX3" y="connsiteY3"/>
              </a:cxn>
            </a:cxnLst>
            <a:rect l="l" t="t" r="r" b="b"/>
            <a:pathLst>
              <a:path w="3621973" h="2066306">
                <a:moveTo>
                  <a:pt x="0" y="0"/>
                </a:moveTo>
                <a:cubicBezTo>
                  <a:pt x="516576" y="70262"/>
                  <a:pt x="748146" y="33649"/>
                  <a:pt x="1531917" y="475014"/>
                </a:cubicBezTo>
                <a:cubicBezTo>
                  <a:pt x="2088216" y="954939"/>
                  <a:pt x="1875148" y="1100232"/>
                  <a:pt x="2482768" y="1668268"/>
                </a:cubicBezTo>
                <a:cubicBezTo>
                  <a:pt x="3149765" y="2165053"/>
                  <a:pt x="3479607" y="1952465"/>
                  <a:pt x="3621973" y="2066306"/>
                </a:cubicBezTo>
              </a:path>
            </a:pathLst>
          </a:custGeom>
          <a:no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Freeform 74">
            <a:extLst>
              <a:ext uri="{FF2B5EF4-FFF2-40B4-BE49-F238E27FC236}">
                <a16:creationId xmlns:a16="http://schemas.microsoft.com/office/drawing/2014/main" id="{4FD170DF-55E3-49D0-CFBF-B49CD61D3C12}"/>
              </a:ext>
            </a:extLst>
          </p:cNvPr>
          <p:cNvSpPr/>
          <p:nvPr/>
        </p:nvSpPr>
        <p:spPr>
          <a:xfrm>
            <a:off x="4084287" y="4215741"/>
            <a:ext cx="3522082" cy="2038989"/>
          </a:xfrm>
          <a:custGeom>
            <a:avLst/>
            <a:gdLst>
              <a:gd name="connsiteX0" fmla="*/ 0 w 3538847"/>
              <a:gd name="connsiteY0" fmla="*/ 0 h 1911927"/>
              <a:gd name="connsiteX1" fmla="*/ 819398 w 3538847"/>
              <a:gd name="connsiteY1" fmla="*/ 296883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38847"/>
              <a:gd name="connsiteY0" fmla="*/ 0 h 1911927"/>
              <a:gd name="connsiteX1" fmla="*/ 736270 w 3538847"/>
              <a:gd name="connsiteY1" fmla="*/ 380010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936109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1024111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1630347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14897 w 3526972"/>
              <a:gd name="connsiteY4" fmla="*/ 1639474 h 1852550"/>
              <a:gd name="connsiteX5" fmla="*/ 2487882 w 3526972"/>
              <a:gd name="connsiteY5" fmla="*/ 1630347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14897 w 3526972"/>
              <a:gd name="connsiteY4" fmla="*/ 1639474 h 1852550"/>
              <a:gd name="connsiteX5" fmla="*/ 2487882 w 3526972"/>
              <a:gd name="connsiteY5" fmla="*/ 1786795 h 1852550"/>
              <a:gd name="connsiteX6" fmla="*/ 3111336 w 3526972"/>
              <a:gd name="connsiteY6" fmla="*/ 1721921 h 1852550"/>
              <a:gd name="connsiteX7" fmla="*/ 3526972 w 3526972"/>
              <a:gd name="connsiteY7" fmla="*/ 1852550 h 1852550"/>
              <a:gd name="connsiteX0" fmla="*/ 0 w 3526972"/>
              <a:gd name="connsiteY0" fmla="*/ 0 h 1876135"/>
              <a:gd name="connsiteX1" fmla="*/ 717519 w 3526972"/>
              <a:gd name="connsiteY1" fmla="*/ 410011 h 1876135"/>
              <a:gd name="connsiteX2" fmla="*/ 1247535 w 3526972"/>
              <a:gd name="connsiteY2" fmla="*/ 1085655 h 1876135"/>
              <a:gd name="connsiteX3" fmla="*/ 1538168 w 3526972"/>
              <a:gd name="connsiteY3" fmla="*/ 1433789 h 1876135"/>
              <a:gd name="connsiteX4" fmla="*/ 1914897 w 3526972"/>
              <a:gd name="connsiteY4" fmla="*/ 1639474 h 1876135"/>
              <a:gd name="connsiteX5" fmla="*/ 2487882 w 3526972"/>
              <a:gd name="connsiteY5" fmla="*/ 1786795 h 1876135"/>
              <a:gd name="connsiteX6" fmla="*/ 3111336 w 3526972"/>
              <a:gd name="connsiteY6" fmla="*/ 1829480 h 1876135"/>
              <a:gd name="connsiteX7" fmla="*/ 3526972 w 3526972"/>
              <a:gd name="connsiteY7" fmla="*/ 1852550 h 1876135"/>
              <a:gd name="connsiteX0" fmla="*/ 0 w 3526972"/>
              <a:gd name="connsiteY0" fmla="*/ 0 h 1876135"/>
              <a:gd name="connsiteX1" fmla="*/ 717519 w 3526972"/>
              <a:gd name="connsiteY1" fmla="*/ 410011 h 1876135"/>
              <a:gd name="connsiteX2" fmla="*/ 1247535 w 3526972"/>
              <a:gd name="connsiteY2" fmla="*/ 1085655 h 1876135"/>
              <a:gd name="connsiteX3" fmla="*/ 1538168 w 3526972"/>
              <a:gd name="connsiteY3" fmla="*/ 1433789 h 1876135"/>
              <a:gd name="connsiteX4" fmla="*/ 1914897 w 3526972"/>
              <a:gd name="connsiteY4" fmla="*/ 1639474 h 1876135"/>
              <a:gd name="connsiteX5" fmla="*/ 2487882 w 3526972"/>
              <a:gd name="connsiteY5" fmla="*/ 1786795 h 1876135"/>
              <a:gd name="connsiteX6" fmla="*/ 3111336 w 3526972"/>
              <a:gd name="connsiteY6" fmla="*/ 1829480 h 1876135"/>
              <a:gd name="connsiteX7" fmla="*/ 3526972 w 3526972"/>
              <a:gd name="connsiteY7" fmla="*/ 1852550 h 1876135"/>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14897 w 3526972"/>
              <a:gd name="connsiteY4" fmla="*/ 1639474 h 1852550"/>
              <a:gd name="connsiteX5" fmla="*/ 2487882 w 3526972"/>
              <a:gd name="connsiteY5" fmla="*/ 1786795 h 1852550"/>
              <a:gd name="connsiteX6" fmla="*/ 3111336 w 3526972"/>
              <a:gd name="connsiteY6" fmla="*/ 1829480 h 1852550"/>
              <a:gd name="connsiteX7" fmla="*/ 3526972 w 3526972"/>
              <a:gd name="connsiteY7" fmla="*/ 1852550 h 1852550"/>
              <a:gd name="connsiteX0" fmla="*/ 0 w 3522082"/>
              <a:gd name="connsiteY0" fmla="*/ 0 h 1831506"/>
              <a:gd name="connsiteX1" fmla="*/ 717519 w 3522082"/>
              <a:gd name="connsiteY1" fmla="*/ 410011 h 1831506"/>
              <a:gd name="connsiteX2" fmla="*/ 1247535 w 3522082"/>
              <a:gd name="connsiteY2" fmla="*/ 1085655 h 1831506"/>
              <a:gd name="connsiteX3" fmla="*/ 1538168 w 3522082"/>
              <a:gd name="connsiteY3" fmla="*/ 1433789 h 1831506"/>
              <a:gd name="connsiteX4" fmla="*/ 1914897 w 3522082"/>
              <a:gd name="connsiteY4" fmla="*/ 1639474 h 1831506"/>
              <a:gd name="connsiteX5" fmla="*/ 2487882 w 3522082"/>
              <a:gd name="connsiteY5" fmla="*/ 1786795 h 1831506"/>
              <a:gd name="connsiteX6" fmla="*/ 3111336 w 3522082"/>
              <a:gd name="connsiteY6" fmla="*/ 1829480 h 1831506"/>
              <a:gd name="connsiteX7" fmla="*/ 3522082 w 3522082"/>
              <a:gd name="connsiteY7" fmla="*/ 1830588 h 1831506"/>
              <a:gd name="connsiteX0" fmla="*/ 0 w 3522082"/>
              <a:gd name="connsiteY0" fmla="*/ 0 h 1831506"/>
              <a:gd name="connsiteX1" fmla="*/ 717519 w 3522082"/>
              <a:gd name="connsiteY1" fmla="*/ 410011 h 1831506"/>
              <a:gd name="connsiteX2" fmla="*/ 1247535 w 3522082"/>
              <a:gd name="connsiteY2" fmla="*/ 1085655 h 1831506"/>
              <a:gd name="connsiteX3" fmla="*/ 1538168 w 3522082"/>
              <a:gd name="connsiteY3" fmla="*/ 1433789 h 1831506"/>
              <a:gd name="connsiteX4" fmla="*/ 1914897 w 3522082"/>
              <a:gd name="connsiteY4" fmla="*/ 1639474 h 1831506"/>
              <a:gd name="connsiteX5" fmla="*/ 2487882 w 3522082"/>
              <a:gd name="connsiteY5" fmla="*/ 1786795 h 1831506"/>
              <a:gd name="connsiteX6" fmla="*/ 3111336 w 3522082"/>
              <a:gd name="connsiteY6" fmla="*/ 1829480 h 1831506"/>
              <a:gd name="connsiteX7" fmla="*/ 3522082 w 3522082"/>
              <a:gd name="connsiteY7" fmla="*/ 1830588 h 1831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2082" h="1831506">
                <a:moveTo>
                  <a:pt x="0" y="0"/>
                </a:moveTo>
                <a:cubicBezTo>
                  <a:pt x="442252" y="28959"/>
                  <a:pt x="509597" y="229069"/>
                  <a:pt x="717519" y="410011"/>
                </a:cubicBezTo>
                <a:cubicBezTo>
                  <a:pt x="925442" y="590954"/>
                  <a:pt x="1110760" y="915025"/>
                  <a:pt x="1247535" y="1085655"/>
                </a:cubicBezTo>
                <a:cubicBezTo>
                  <a:pt x="1384310" y="1256285"/>
                  <a:pt x="1426941" y="1341486"/>
                  <a:pt x="1538168" y="1433789"/>
                </a:cubicBezTo>
                <a:cubicBezTo>
                  <a:pt x="1649395" y="1526092"/>
                  <a:pt x="1756611" y="1580640"/>
                  <a:pt x="1914897" y="1639474"/>
                </a:cubicBezTo>
                <a:cubicBezTo>
                  <a:pt x="2073183" y="1698308"/>
                  <a:pt x="2288476" y="1755127"/>
                  <a:pt x="2487882" y="1786795"/>
                </a:cubicBezTo>
                <a:cubicBezTo>
                  <a:pt x="2687288" y="1818463"/>
                  <a:pt x="2785755" y="1838077"/>
                  <a:pt x="3111336" y="1829480"/>
                </a:cubicBezTo>
                <a:cubicBezTo>
                  <a:pt x="3273631" y="1820883"/>
                  <a:pt x="3274272" y="1823538"/>
                  <a:pt x="3522082" y="1830588"/>
                </a:cubicBezTo>
              </a:path>
            </a:pathLst>
          </a:cu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Straight Arrow Connector 1">
            <a:extLst>
              <a:ext uri="{FF2B5EF4-FFF2-40B4-BE49-F238E27FC236}">
                <a16:creationId xmlns:a16="http://schemas.microsoft.com/office/drawing/2014/main" id="{4F5C3EC2-22CB-CB7B-6C8F-10D5B1B75E36}"/>
              </a:ext>
            </a:extLst>
          </p:cNvPr>
          <p:cNvCxnSpPr>
            <a:cxnSpLocks/>
          </p:cNvCxnSpPr>
          <p:nvPr/>
        </p:nvCxnSpPr>
        <p:spPr>
          <a:xfrm>
            <a:off x="3945591" y="2864502"/>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F86C452A-63C1-1FF6-1971-433346CA5577}"/>
              </a:ext>
            </a:extLst>
          </p:cNvPr>
          <p:cNvCxnSpPr>
            <a:cxnSpLocks/>
          </p:cNvCxnSpPr>
          <p:nvPr/>
        </p:nvCxnSpPr>
        <p:spPr>
          <a:xfrm flipV="1">
            <a:off x="4023796" y="472893"/>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F8234564-3204-D677-8DBF-54AFD211582A}"/>
              </a:ext>
            </a:extLst>
          </p:cNvPr>
          <p:cNvSpPr txBox="1"/>
          <p:nvPr/>
        </p:nvSpPr>
        <p:spPr>
          <a:xfrm>
            <a:off x="5141295" y="2908965"/>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5" name="TextBox 4">
            <a:extLst>
              <a:ext uri="{FF2B5EF4-FFF2-40B4-BE49-F238E27FC236}">
                <a16:creationId xmlns:a16="http://schemas.microsoft.com/office/drawing/2014/main" id="{31E71371-8162-AF1D-88B8-F1E2F368A193}"/>
              </a:ext>
            </a:extLst>
          </p:cNvPr>
          <p:cNvSpPr txBox="1"/>
          <p:nvPr/>
        </p:nvSpPr>
        <p:spPr>
          <a:xfrm rot="16200000">
            <a:off x="3003146" y="1422455"/>
            <a:ext cx="1630190" cy="338554"/>
          </a:xfrm>
          <a:prstGeom prst="rect">
            <a:avLst/>
          </a:prstGeom>
          <a:noFill/>
        </p:spPr>
        <p:txBody>
          <a:bodyPr wrap="none" rtlCol="0">
            <a:spAutoFit/>
          </a:bodyPr>
          <a:lstStyle/>
          <a:p>
            <a:r>
              <a:rPr lang="en-GB" sz="1600" dirty="0">
                <a:latin typeface="Palatino" pitchFamily="2" charset="77"/>
                <a:ea typeface="Palatino" pitchFamily="2" charset="77"/>
              </a:rPr>
              <a:t>Autocorrelation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4618839-0F9C-A433-33B3-FEEDFFC21704}"/>
                  </a:ext>
                </a:extLst>
              </p:cNvPr>
              <p:cNvSpPr txBox="1"/>
              <p:nvPr/>
            </p:nvSpPr>
            <p:spPr>
              <a:xfrm>
                <a:off x="6828466" y="3316224"/>
                <a:ext cx="6096000" cy="1127360"/>
              </a:xfrm>
              <a:prstGeom prst="rect">
                <a:avLst/>
              </a:prstGeom>
              <a:noFill/>
            </p:spPr>
            <p:txBody>
              <a:bodyPr wrap="square">
                <a:spAutoFit/>
              </a:bodyPr>
              <a:lstStyle/>
              <a:p>
                <a:pPr algn="just">
                  <a:lnSpc>
                    <a:spcPct val="115000"/>
                  </a:lnSpc>
                  <a:spcBef>
                    <a:spcPts val="500"/>
                  </a:spcBef>
                  <a:buNone/>
                </a:pPr>
                <a14:m>
                  <m:oMathPara xmlns:m="http://schemas.openxmlformats.org/officeDocument/2006/math">
                    <m:oMath>
                      <m:sSub>
                        <m:sSubPr>
                          <m:ctrlPr>
                            <a:rPr lang="en-US" sz="1800" i="1">
                              <a:effectLst/>
                              <a:latin typeface="Cambria Math" panose="02040503050406030204" pitchFamily="18" charset="0"/>
                              <a:ea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rPr>
                            <m:t>𝑌</m:t>
                          </m:r>
                        </m:e>
                        <m:sub>
                          <m:r>
                            <a:rPr lang="en-US" sz="1800" i="1">
                              <a:effectLst/>
                              <a:latin typeface="Cambria Math" panose="02040503050406030204" pitchFamily="18" charset="0"/>
                              <a:ea typeface="Times New Roman" panose="02020603050405020304" pitchFamily="18" charset="0"/>
                            </a:rPr>
                            <m:t>𝑖</m:t>
                          </m:r>
                        </m:sub>
                      </m:sSub>
                      <m:r>
                        <a:rPr lang="en-US" sz="1800" i="1">
                          <a:effectLst/>
                          <a:latin typeface="Cambria Math" panose="02040503050406030204" pitchFamily="18" charset="0"/>
                          <a:ea typeface="Times New Roman" panose="02020603050405020304" pitchFamily="18" charset="0"/>
                        </a:rPr>
                        <m:t> ~ </m:t>
                      </m:r>
                      <m:r>
                        <a:rPr lang="en-US" sz="1800" i="1">
                          <a:effectLst/>
                          <a:latin typeface="Cambria Math" panose="02040503050406030204" pitchFamily="18" charset="0"/>
                          <a:ea typeface="Times New Roman" panose="02020603050405020304" pitchFamily="18" charset="0"/>
                        </a:rPr>
                        <m:t>𝑀𝑉𝑁</m:t>
                      </m:r>
                      <m:r>
                        <a:rPr lang="en-US" sz="1800" i="1">
                          <a:effectLst/>
                          <a:latin typeface="Cambria Math" panose="02040503050406030204" pitchFamily="18" charset="0"/>
                          <a:ea typeface="Times New Roman" panose="02020603050405020304" pitchFamily="18" charset="0"/>
                        </a:rPr>
                        <m:t>(</m:t>
                      </m:r>
                      <m:sSub>
                        <m:sSubPr>
                          <m:ctrlPr>
                            <a:rPr lang="el-GR" sz="1800" i="1">
                              <a:effectLst/>
                              <a:latin typeface="Cambria Math" panose="02040503050406030204" pitchFamily="18" charset="0"/>
                              <a:ea typeface="Times New Roman" panose="02020603050405020304" pitchFamily="18" charset="0"/>
                            </a:rPr>
                          </m:ctrlPr>
                        </m:sSubPr>
                        <m:e>
                          <m:r>
                            <a:rPr lang="el-GR" sz="1800" i="1">
                              <a:effectLst/>
                              <a:latin typeface="Cambria Math" panose="02040503050406030204" pitchFamily="18" charset="0"/>
                              <a:ea typeface="Times New Roman" panose="02020603050405020304" pitchFamily="18" charset="0"/>
                            </a:rPr>
                            <m:t>𝜇</m:t>
                          </m:r>
                        </m:e>
                        <m:sub>
                          <m:r>
                            <a:rPr lang="el-GR" sz="1800" i="1">
                              <a:effectLst/>
                              <a:latin typeface="Cambria Math" panose="02040503050406030204" pitchFamily="18" charset="0"/>
                              <a:ea typeface="Times New Roman" panose="02020603050405020304" pitchFamily="18" charset="0"/>
                            </a:rPr>
                            <m:t>𝑖</m:t>
                          </m:r>
                        </m:sub>
                      </m:sSub>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𝑘</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oMath>
                  </m:oMathPara>
                </a14:m>
                <a:endParaRPr lang="en-US" sz="1800" dirty="0">
                  <a:effectLst/>
                  <a:latin typeface="Times New Roman" panose="02020603050405020304" pitchFamily="18" charset="0"/>
                  <a:ea typeface="Times New Roman" panose="02020603050405020304" pitchFamily="18" charset="0"/>
                </a:endParaRPr>
              </a:p>
              <a:p>
                <a:pPr algn="just">
                  <a:lnSpc>
                    <a:spcPct val="115000"/>
                  </a:lnSpc>
                  <a:spcAft>
                    <a:spcPts val="500"/>
                  </a:spcAft>
                </a:pPr>
                <a14:m>
                  <m:oMathPara xmlns:m="http://schemas.openxmlformats.org/officeDocument/2006/math">
                    <m:oMath>
                      <m:r>
                        <a:rPr lang="en-US" sz="1800" i="1">
                          <a:effectLst/>
                          <a:latin typeface="Cambria Math" panose="02040503050406030204" pitchFamily="18" charset="0"/>
                          <a:ea typeface="Times New Roman" panose="02020603050405020304" pitchFamily="18" charset="0"/>
                        </a:rPr>
                        <m:t>𝑘</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rPr>
                            <m:t>𝛼</m:t>
                          </m:r>
                        </m:e>
                        <m:sup>
                          <m:r>
                            <a:rPr lang="en-US" sz="1800" i="1">
                              <a:effectLst/>
                              <a:latin typeface="Cambria Math" panose="02040503050406030204" pitchFamily="18" charset="0"/>
                              <a:ea typeface="Times New Roman" panose="02020603050405020304" pitchFamily="18" charset="0"/>
                            </a:rPr>
                            <m:t>2</m:t>
                          </m:r>
                        </m:sup>
                      </m:sSup>
                      <m:r>
                        <a:rPr lang="en-US" sz="1800" i="1">
                          <a:effectLst/>
                          <a:latin typeface="Cambria Math" panose="02040503050406030204" pitchFamily="18" charset="0"/>
                          <a:ea typeface="Times New Roman" panose="02020603050405020304" pitchFamily="18" charset="0"/>
                        </a:rPr>
                        <m:t>∗</m:t>
                      </m:r>
                      <m:r>
                        <m:rPr>
                          <m:sty m:val="p"/>
                        </m:rPr>
                        <a:rPr lang="en-US" sz="1800">
                          <a:effectLst/>
                          <a:latin typeface="Cambria Math" panose="02040503050406030204" pitchFamily="18" charset="0"/>
                          <a:ea typeface="Times New Roman" panose="02020603050405020304" pitchFamily="18" charset="0"/>
                        </a:rPr>
                        <m:t>exp</m:t>
                      </m:r>
                      <m:r>
                        <a:rPr lang="en-US" sz="1800">
                          <a:effectLst/>
                          <a:latin typeface="Cambria Math" panose="02040503050406030204" pitchFamily="18" charset="0"/>
                          <a:ea typeface="Times New Roman" panose="02020603050405020304" pitchFamily="18" charset="0"/>
                        </a:rPr>
                        <m:t>⁡</m:t>
                      </m:r>
                      <m:d>
                        <m:dPr>
                          <m:ctrlPr>
                            <a:rPr lang="en-US" sz="1800" i="1">
                              <a:effectLst/>
                              <a:latin typeface="Cambria Math" panose="02040503050406030204" pitchFamily="18" charset="0"/>
                              <a:ea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rPr>
                                <m:t>1</m:t>
                              </m:r>
                            </m:num>
                            <m:den>
                              <m:r>
                                <a:rPr lang="en-US" sz="1800" i="1">
                                  <a:effectLst/>
                                  <a:latin typeface="Cambria Math" panose="02040503050406030204" pitchFamily="18" charset="0"/>
                                  <a:ea typeface="Times New Roman" panose="02020603050405020304" pitchFamily="18" charset="0"/>
                                </a:rPr>
                                <m:t>2</m:t>
                              </m:r>
                              <m:sSup>
                                <m:sSupPr>
                                  <m:ctrlPr>
                                    <a:rPr lang="el-GR" sz="1800" i="1">
                                      <a:effectLst/>
                                      <a:latin typeface="Cambria Math" panose="02040503050406030204" pitchFamily="18" charset="0"/>
                                      <a:ea typeface="Times New Roman" panose="02020603050405020304" pitchFamily="18" charset="0"/>
                                    </a:rPr>
                                  </m:ctrlPr>
                                </m:sSupPr>
                                <m:e>
                                  <m:r>
                                    <a:rPr lang="el-GR" sz="1800" i="1">
                                      <a:effectLst/>
                                      <a:latin typeface="Cambria Math" panose="02040503050406030204" pitchFamily="18" charset="0"/>
                                      <a:ea typeface="Times New Roman" panose="02020603050405020304" pitchFamily="18" charset="0"/>
                                    </a:rPr>
                                    <m:t>𝜌</m:t>
                                  </m:r>
                                </m:e>
                                <m:sup>
                                  <m:r>
                                    <a:rPr lang="el-GR" sz="1800" i="1">
                                      <a:effectLst/>
                                      <a:latin typeface="Cambria Math" panose="02040503050406030204" pitchFamily="18" charset="0"/>
                                      <a:ea typeface="Times New Roman" panose="02020603050405020304" pitchFamily="18" charset="0"/>
                                    </a:rPr>
                                    <m:t>2</m:t>
                                  </m:r>
                                </m:sup>
                              </m:sSup>
                            </m:den>
                          </m:f>
                          <m:r>
                            <a:rPr lang="en-US" sz="1800" i="1">
                              <a:effectLst/>
                              <a:latin typeface="Cambria Math" panose="02040503050406030204" pitchFamily="18" charset="0"/>
                              <a:ea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rPr>
                              </m:ctrlPr>
                            </m:sSupPr>
                            <m:e>
                              <m:d>
                                <m:dPr>
                                  <m:begChr m:val="‖"/>
                                  <m:endChr m:val="‖"/>
                                  <m:ctrlPr>
                                    <a:rPr lang="en-US" sz="1800" i="1">
                                      <a:effectLst/>
                                      <a:latin typeface="Cambria Math" panose="02040503050406030204" pitchFamily="18" charset="0"/>
                                      <a:ea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e>
                              </m:d>
                            </m:e>
                            <m:sup>
                              <m:r>
                                <a:rPr lang="en-US" sz="1800" i="1">
                                  <a:effectLst/>
                                  <a:latin typeface="Cambria Math" panose="02040503050406030204" pitchFamily="18" charset="0"/>
                                  <a:ea typeface="Times New Roman" panose="02020603050405020304" pitchFamily="18" charset="0"/>
                                </a:rPr>
                                <m:t>2</m:t>
                              </m:r>
                            </m:sup>
                          </m:sSup>
                        </m:e>
                      </m:d>
                      <m:r>
                        <a:rPr lang="en-US" sz="1800" i="1">
                          <a:effectLst/>
                          <a:latin typeface="Cambria Math" panose="02040503050406030204" pitchFamily="18" charset="0"/>
                          <a:ea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rPr>
                            <m:t>𝜎</m:t>
                          </m:r>
                        </m:e>
                        <m:sup>
                          <m:r>
                            <a:rPr lang="en-US" sz="1800" i="1">
                              <a:effectLst/>
                              <a:latin typeface="Cambria Math" panose="02040503050406030204" pitchFamily="18" charset="0"/>
                              <a:ea typeface="Times New Roman" panose="02020603050405020304" pitchFamily="18" charset="0"/>
                            </a:rPr>
                            <m:t>2</m:t>
                          </m:r>
                        </m:sup>
                      </m:sSup>
                    </m:oMath>
                  </m:oMathPara>
                </a14:m>
                <a:endParaRPr lang="en-US" sz="1800" dirty="0">
                  <a:effectLst/>
                  <a:latin typeface="Times New Roman" panose="02020603050405020304" pitchFamily="18" charset="0"/>
                  <a:ea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D4618839-0F9C-A433-33B3-FEEDFFC21704}"/>
                  </a:ext>
                </a:extLst>
              </p:cNvPr>
              <p:cNvSpPr txBox="1">
                <a:spLocks noRot="1" noChangeAspect="1" noMove="1" noResize="1" noEditPoints="1" noAdjustHandles="1" noChangeArrowheads="1" noChangeShapeType="1" noTextEdit="1"/>
              </p:cNvSpPr>
              <p:nvPr/>
            </p:nvSpPr>
            <p:spPr>
              <a:xfrm>
                <a:off x="6828466" y="3316224"/>
                <a:ext cx="6096000" cy="1127360"/>
              </a:xfrm>
              <a:prstGeom prst="rect">
                <a:avLst/>
              </a:prstGeom>
              <a:blipFill>
                <a:blip r:embed="rId5"/>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4AEF0BCB-2913-FDE1-40DC-AB69B3D3F6CB}"/>
              </a:ext>
            </a:extLst>
          </p:cNvPr>
          <p:cNvSpPr txBox="1"/>
          <p:nvPr/>
        </p:nvSpPr>
        <p:spPr>
          <a:xfrm>
            <a:off x="8249123" y="2858113"/>
            <a:ext cx="3344185" cy="461665"/>
          </a:xfrm>
          <a:prstGeom prst="rect">
            <a:avLst/>
          </a:prstGeom>
          <a:noFill/>
        </p:spPr>
        <p:txBody>
          <a:bodyPr wrap="none" rtlCol="0">
            <a:spAutoFit/>
          </a:bodyPr>
          <a:lstStyle/>
          <a:p>
            <a:r>
              <a:rPr lang="en-US" sz="2400" b="1" dirty="0">
                <a:latin typeface="Palatino" pitchFamily="2" charset="77"/>
                <a:ea typeface="Palatino" pitchFamily="2" charset="77"/>
              </a:rPr>
              <a:t>Gaussian Process (GP)</a:t>
            </a:r>
          </a:p>
        </p:txBody>
      </p:sp>
      <p:sp>
        <p:nvSpPr>
          <p:cNvPr id="6" name="TextBox 5">
            <a:extLst>
              <a:ext uri="{FF2B5EF4-FFF2-40B4-BE49-F238E27FC236}">
                <a16:creationId xmlns:a16="http://schemas.microsoft.com/office/drawing/2014/main" id="{2DB79DC7-FC04-9CBB-A25D-7D385E97BF75}"/>
              </a:ext>
            </a:extLst>
          </p:cNvPr>
          <p:cNvSpPr txBox="1"/>
          <p:nvPr/>
        </p:nvSpPr>
        <p:spPr>
          <a:xfrm rot="19380429">
            <a:off x="6210161" y="2021284"/>
            <a:ext cx="324128" cy="369332"/>
          </a:xfrm>
          <a:prstGeom prst="rect">
            <a:avLst/>
          </a:prstGeom>
          <a:noFill/>
        </p:spPr>
        <p:txBody>
          <a:bodyPr wrap="none" rtlCol="0">
            <a:spAutoFit/>
          </a:bodyPr>
          <a:lstStyle/>
          <a:p>
            <a:r>
              <a:rPr lang="en-US" dirty="0" err="1">
                <a:ln>
                  <a:solidFill>
                    <a:schemeClr val="tx1"/>
                  </a:solidFill>
                </a:ln>
                <a:latin typeface="Palatino" pitchFamily="2" charset="77"/>
                <a:ea typeface="Palatino" pitchFamily="2" charset="77"/>
              </a:rPr>
              <a:t>σ</a:t>
            </a:r>
            <a:endParaRPr lang="en-US" dirty="0">
              <a:ln>
                <a:solidFill>
                  <a:schemeClr val="tx1"/>
                </a:solidFill>
              </a:ln>
              <a:latin typeface="Palatino" pitchFamily="2" charset="77"/>
              <a:ea typeface="Palatino" pitchFamily="2" charset="77"/>
            </a:endParaRPr>
          </a:p>
        </p:txBody>
      </p:sp>
      <p:sp>
        <p:nvSpPr>
          <p:cNvPr id="9" name="TextBox 8">
            <a:extLst>
              <a:ext uri="{FF2B5EF4-FFF2-40B4-BE49-F238E27FC236}">
                <a16:creationId xmlns:a16="http://schemas.microsoft.com/office/drawing/2014/main" id="{F6D847AF-1E58-3194-CC71-952AE8032E44}"/>
              </a:ext>
            </a:extLst>
          </p:cNvPr>
          <p:cNvSpPr txBox="1"/>
          <p:nvPr/>
        </p:nvSpPr>
        <p:spPr>
          <a:xfrm>
            <a:off x="5748377" y="1159163"/>
            <a:ext cx="314510" cy="369332"/>
          </a:xfrm>
          <a:prstGeom prst="rect">
            <a:avLst/>
          </a:prstGeom>
          <a:noFill/>
        </p:spPr>
        <p:txBody>
          <a:bodyPr wrap="none" rtlCol="0">
            <a:spAutoFit/>
          </a:bodyPr>
          <a:lstStyle/>
          <a:p>
            <a:r>
              <a:rPr lang="el-GR" dirty="0">
                <a:latin typeface="Palatino" pitchFamily="2" charset="77"/>
                <a:ea typeface="Palatino" pitchFamily="2" charset="77"/>
              </a:rPr>
              <a:t>ρ</a:t>
            </a:r>
            <a:endParaRPr lang="en-US" dirty="0">
              <a:latin typeface="Palatino" pitchFamily="2" charset="77"/>
              <a:ea typeface="Palatino" pitchFamily="2" charset="77"/>
            </a:endParaRPr>
          </a:p>
        </p:txBody>
      </p:sp>
      <p:sp>
        <p:nvSpPr>
          <p:cNvPr id="10" name="TextBox 9">
            <a:extLst>
              <a:ext uri="{FF2B5EF4-FFF2-40B4-BE49-F238E27FC236}">
                <a16:creationId xmlns:a16="http://schemas.microsoft.com/office/drawing/2014/main" id="{BC819CE5-7690-40D2-189A-E06FD2FB856B}"/>
              </a:ext>
            </a:extLst>
          </p:cNvPr>
          <p:cNvSpPr txBox="1"/>
          <p:nvPr/>
        </p:nvSpPr>
        <p:spPr>
          <a:xfrm>
            <a:off x="4196280" y="501420"/>
            <a:ext cx="332142" cy="369332"/>
          </a:xfrm>
          <a:prstGeom prst="rect">
            <a:avLst/>
          </a:prstGeom>
          <a:noFill/>
        </p:spPr>
        <p:txBody>
          <a:bodyPr wrap="none" rtlCol="0">
            <a:spAutoFit/>
          </a:bodyPr>
          <a:lstStyle/>
          <a:p>
            <a:r>
              <a:rPr lang="el-GR" dirty="0">
                <a:latin typeface="Palatino" pitchFamily="2" charset="77"/>
                <a:ea typeface="Palatino" pitchFamily="2" charset="77"/>
              </a:rPr>
              <a:t>α</a:t>
            </a:r>
            <a:endParaRPr lang="en-US" dirty="0">
              <a:latin typeface="Palatino" pitchFamily="2" charset="77"/>
              <a:ea typeface="Palatino" pitchFamily="2" charset="77"/>
            </a:endParaRPr>
          </a:p>
        </p:txBody>
      </p:sp>
      <p:cxnSp>
        <p:nvCxnSpPr>
          <p:cNvPr id="12" name="Straight Arrow Connector 11">
            <a:extLst>
              <a:ext uri="{FF2B5EF4-FFF2-40B4-BE49-F238E27FC236}">
                <a16:creationId xmlns:a16="http://schemas.microsoft.com/office/drawing/2014/main" id="{32E2D42A-D469-551F-72ED-70BB81B71157}"/>
              </a:ext>
            </a:extLst>
          </p:cNvPr>
          <p:cNvCxnSpPr/>
          <p:nvPr/>
        </p:nvCxnSpPr>
        <p:spPr>
          <a:xfrm>
            <a:off x="4246351" y="529451"/>
            <a:ext cx="0" cy="385763"/>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4A35668-30E7-55D8-6C35-F5C69E26E8BE}"/>
              </a:ext>
            </a:extLst>
          </p:cNvPr>
          <p:cNvCxnSpPr>
            <a:cxnSpLocks/>
          </p:cNvCxnSpPr>
          <p:nvPr/>
        </p:nvCxnSpPr>
        <p:spPr>
          <a:xfrm flipH="1">
            <a:off x="5379244" y="1496239"/>
            <a:ext cx="10287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1F89CD6-24BA-BC83-8F60-B5270B55107C}"/>
              </a:ext>
            </a:extLst>
          </p:cNvPr>
          <p:cNvCxnSpPr>
            <a:cxnSpLocks/>
          </p:cNvCxnSpPr>
          <p:nvPr/>
        </p:nvCxnSpPr>
        <p:spPr>
          <a:xfrm flipH="1">
            <a:off x="6236493" y="2166903"/>
            <a:ext cx="448469" cy="282879"/>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D5882D0C-00C4-8D67-63BB-9C7DED9B09EE}"/>
              </a:ext>
            </a:extLst>
          </p:cNvPr>
          <p:cNvSpPr txBox="1"/>
          <p:nvPr/>
        </p:nvSpPr>
        <p:spPr>
          <a:xfrm>
            <a:off x="3381733" y="1407066"/>
            <a:ext cx="333746" cy="369332"/>
          </a:xfrm>
          <a:prstGeom prst="rect">
            <a:avLst/>
          </a:prstGeom>
          <a:noFill/>
        </p:spPr>
        <p:txBody>
          <a:bodyPr wrap="none" rtlCol="0">
            <a:spAutoFit/>
          </a:bodyPr>
          <a:lstStyle/>
          <a:p>
            <a:r>
              <a:rPr lang="el-GR" dirty="0">
                <a:latin typeface="Palatino" pitchFamily="2" charset="77"/>
                <a:ea typeface="Palatino" pitchFamily="2" charset="77"/>
              </a:rPr>
              <a:t>μ</a:t>
            </a:r>
            <a:endParaRPr lang="en-US" dirty="0">
              <a:latin typeface="Palatino" pitchFamily="2" charset="77"/>
              <a:ea typeface="Palatino" pitchFamily="2" charset="77"/>
            </a:endParaRPr>
          </a:p>
        </p:txBody>
      </p:sp>
      <p:sp>
        <p:nvSpPr>
          <p:cNvPr id="16" name="TextBox 15">
            <a:extLst>
              <a:ext uri="{FF2B5EF4-FFF2-40B4-BE49-F238E27FC236}">
                <a16:creationId xmlns:a16="http://schemas.microsoft.com/office/drawing/2014/main" id="{443203FD-DD38-05A1-67A6-6601C462B144}"/>
              </a:ext>
            </a:extLst>
          </p:cNvPr>
          <p:cNvSpPr txBox="1"/>
          <p:nvPr/>
        </p:nvSpPr>
        <p:spPr>
          <a:xfrm>
            <a:off x="3393423" y="5026567"/>
            <a:ext cx="333746" cy="369332"/>
          </a:xfrm>
          <a:prstGeom prst="rect">
            <a:avLst/>
          </a:prstGeom>
          <a:noFill/>
        </p:spPr>
        <p:txBody>
          <a:bodyPr wrap="none" rtlCol="0">
            <a:spAutoFit/>
          </a:bodyPr>
          <a:lstStyle/>
          <a:p>
            <a:r>
              <a:rPr lang="el-GR" dirty="0">
                <a:latin typeface="Palatino" pitchFamily="2" charset="77"/>
                <a:ea typeface="Palatino" pitchFamily="2" charset="77"/>
              </a:rPr>
              <a:t>μ</a:t>
            </a:r>
            <a:endParaRPr lang="en-US" dirty="0">
              <a:latin typeface="Palatino" pitchFamily="2" charset="77"/>
              <a:ea typeface="Palatino" pitchFamily="2" charset="77"/>
            </a:endParaRPr>
          </a:p>
        </p:txBody>
      </p:sp>
      <p:sp>
        <p:nvSpPr>
          <p:cNvPr id="18" name="Oval 17">
            <a:extLst>
              <a:ext uri="{FF2B5EF4-FFF2-40B4-BE49-F238E27FC236}">
                <a16:creationId xmlns:a16="http://schemas.microsoft.com/office/drawing/2014/main" id="{78BBC5D7-BDFA-CD8B-6D37-E5E5BDD79B82}"/>
              </a:ext>
            </a:extLst>
          </p:cNvPr>
          <p:cNvSpPr/>
          <p:nvPr/>
        </p:nvSpPr>
        <p:spPr>
          <a:xfrm>
            <a:off x="1702353" y="4667350"/>
            <a:ext cx="150312" cy="150312"/>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84F17FD4-4D8E-C6A3-A6A7-654B098384B1}"/>
              </a:ext>
            </a:extLst>
          </p:cNvPr>
          <p:cNvCxnSpPr>
            <a:cxnSpLocks/>
            <a:stCxn id="18" idx="6"/>
          </p:cNvCxnSpPr>
          <p:nvPr/>
        </p:nvCxnSpPr>
        <p:spPr>
          <a:xfrm>
            <a:off x="1852665" y="4742506"/>
            <a:ext cx="2555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3C36633-C33E-B2E5-5CF4-6FCD22B9037B}"/>
              </a:ext>
            </a:extLst>
          </p:cNvPr>
          <p:cNvCxnSpPr>
            <a:cxnSpLocks/>
            <a:stCxn id="18" idx="7"/>
          </p:cNvCxnSpPr>
          <p:nvPr/>
        </p:nvCxnSpPr>
        <p:spPr>
          <a:xfrm flipV="1">
            <a:off x="1830652" y="4500329"/>
            <a:ext cx="184292" cy="18903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F13508B-4BE5-6970-EAE0-558B2662A727}"/>
              </a:ext>
            </a:extLst>
          </p:cNvPr>
          <p:cNvCxnSpPr>
            <a:cxnSpLocks/>
            <a:stCxn id="18" idx="0"/>
          </p:cNvCxnSpPr>
          <p:nvPr/>
        </p:nvCxnSpPr>
        <p:spPr>
          <a:xfrm flipV="1">
            <a:off x="1777509" y="4443584"/>
            <a:ext cx="7347" cy="2237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ADE8093-F895-EA5B-EB98-4241C6B0BE45}"/>
              </a:ext>
            </a:extLst>
          </p:cNvPr>
          <p:cNvCxnSpPr>
            <a:cxnSpLocks/>
            <a:stCxn id="18" idx="1"/>
          </p:cNvCxnSpPr>
          <p:nvPr/>
        </p:nvCxnSpPr>
        <p:spPr>
          <a:xfrm flipH="1" flipV="1">
            <a:off x="1553227" y="4492018"/>
            <a:ext cx="171139" cy="1973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E8AEC25-E2C0-8F9C-C9AE-2D2FAD60D848}"/>
              </a:ext>
            </a:extLst>
          </p:cNvPr>
          <p:cNvCxnSpPr>
            <a:cxnSpLocks/>
            <a:stCxn id="18" idx="2"/>
          </p:cNvCxnSpPr>
          <p:nvPr/>
        </p:nvCxnSpPr>
        <p:spPr>
          <a:xfrm flipH="1">
            <a:off x="1478071" y="4742506"/>
            <a:ext cx="22428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9239689-E21D-AD20-B1D9-08BE07F31A5A}"/>
              </a:ext>
            </a:extLst>
          </p:cNvPr>
          <p:cNvCxnSpPr>
            <a:cxnSpLocks/>
            <a:stCxn id="18" idx="5"/>
          </p:cNvCxnSpPr>
          <p:nvPr/>
        </p:nvCxnSpPr>
        <p:spPr>
          <a:xfrm>
            <a:off x="1830652" y="4795649"/>
            <a:ext cx="184292" cy="1664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6ED7599-18FD-8F88-CECF-41AB898F32B3}"/>
              </a:ext>
            </a:extLst>
          </p:cNvPr>
          <p:cNvCxnSpPr>
            <a:cxnSpLocks/>
            <a:stCxn id="18" idx="4"/>
          </p:cNvCxnSpPr>
          <p:nvPr/>
        </p:nvCxnSpPr>
        <p:spPr>
          <a:xfrm>
            <a:off x="1777509" y="4817662"/>
            <a:ext cx="0" cy="2237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1E1601B-EC08-45D9-470A-A9660783ED45}"/>
              </a:ext>
            </a:extLst>
          </p:cNvPr>
          <p:cNvCxnSpPr>
            <a:cxnSpLocks/>
            <a:stCxn id="18" idx="3"/>
          </p:cNvCxnSpPr>
          <p:nvPr/>
        </p:nvCxnSpPr>
        <p:spPr>
          <a:xfrm flipH="1">
            <a:off x="1553227" y="4795649"/>
            <a:ext cx="171139" cy="1587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C6A58B2F-FF37-9798-6308-3EA6B93C0E15}"/>
              </a:ext>
            </a:extLst>
          </p:cNvPr>
          <p:cNvSpPr/>
          <p:nvPr/>
        </p:nvSpPr>
        <p:spPr>
          <a:xfrm>
            <a:off x="1387285" y="1332764"/>
            <a:ext cx="150312" cy="150312"/>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EBAA3B81-BAA9-2808-354F-9BEED4794383}"/>
              </a:ext>
            </a:extLst>
          </p:cNvPr>
          <p:cNvCxnSpPr>
            <a:cxnSpLocks/>
            <a:stCxn id="42" idx="6"/>
          </p:cNvCxnSpPr>
          <p:nvPr/>
        </p:nvCxnSpPr>
        <p:spPr>
          <a:xfrm>
            <a:off x="1537597" y="1407920"/>
            <a:ext cx="25554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F4EF84A-53F5-6A3D-3A33-14A2FC5BFDEF}"/>
              </a:ext>
            </a:extLst>
          </p:cNvPr>
          <p:cNvCxnSpPr>
            <a:cxnSpLocks/>
            <a:stCxn id="42" idx="7"/>
          </p:cNvCxnSpPr>
          <p:nvPr/>
        </p:nvCxnSpPr>
        <p:spPr>
          <a:xfrm flipV="1">
            <a:off x="1515584" y="1184155"/>
            <a:ext cx="195046" cy="17062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E88E40B-EEC2-9EEA-5839-4C35FD0E7008}"/>
              </a:ext>
            </a:extLst>
          </p:cNvPr>
          <p:cNvCxnSpPr>
            <a:cxnSpLocks/>
            <a:stCxn id="42" idx="0"/>
          </p:cNvCxnSpPr>
          <p:nvPr/>
        </p:nvCxnSpPr>
        <p:spPr>
          <a:xfrm flipV="1">
            <a:off x="1462441" y="1108998"/>
            <a:ext cx="7347" cy="2237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DD869D5-0264-0D0F-C138-E50675086CDB}"/>
              </a:ext>
            </a:extLst>
          </p:cNvPr>
          <p:cNvCxnSpPr>
            <a:cxnSpLocks/>
            <a:stCxn id="42" idx="1"/>
          </p:cNvCxnSpPr>
          <p:nvPr/>
        </p:nvCxnSpPr>
        <p:spPr>
          <a:xfrm flipH="1" flipV="1">
            <a:off x="1238159" y="1157432"/>
            <a:ext cx="171139" cy="1973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F1F2E4D-E5E3-2435-AF13-361584933649}"/>
              </a:ext>
            </a:extLst>
          </p:cNvPr>
          <p:cNvCxnSpPr>
            <a:cxnSpLocks/>
            <a:stCxn id="42" idx="2"/>
          </p:cNvCxnSpPr>
          <p:nvPr/>
        </p:nvCxnSpPr>
        <p:spPr>
          <a:xfrm flipH="1">
            <a:off x="1163003" y="1407920"/>
            <a:ext cx="22428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4661D68-0DD2-764C-EB71-AB0CD2C811DD}"/>
              </a:ext>
            </a:extLst>
          </p:cNvPr>
          <p:cNvCxnSpPr>
            <a:cxnSpLocks/>
            <a:stCxn id="42" idx="5"/>
          </p:cNvCxnSpPr>
          <p:nvPr/>
        </p:nvCxnSpPr>
        <p:spPr>
          <a:xfrm>
            <a:off x="1515584" y="1461063"/>
            <a:ext cx="184292" cy="1664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B3108C9-CBE0-5DC4-9994-7ACB8022BE52}"/>
              </a:ext>
            </a:extLst>
          </p:cNvPr>
          <p:cNvCxnSpPr>
            <a:cxnSpLocks/>
            <a:stCxn id="42" idx="4"/>
          </p:cNvCxnSpPr>
          <p:nvPr/>
        </p:nvCxnSpPr>
        <p:spPr>
          <a:xfrm>
            <a:off x="1462441" y="1483076"/>
            <a:ext cx="0" cy="2237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E6BF14D8-AF51-9AA8-F5CF-C802B8CCA8E6}"/>
              </a:ext>
            </a:extLst>
          </p:cNvPr>
          <p:cNvCxnSpPr>
            <a:cxnSpLocks/>
            <a:stCxn id="42" idx="3"/>
          </p:cNvCxnSpPr>
          <p:nvPr/>
        </p:nvCxnSpPr>
        <p:spPr>
          <a:xfrm flipH="1">
            <a:off x="1238159" y="1461063"/>
            <a:ext cx="171139" cy="1587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31798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51D35-4B37-B210-F68B-7170C29208A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23C77C6-2B60-2CB9-92D1-1EC5FC052B1F}"/>
              </a:ext>
            </a:extLst>
          </p:cNvPr>
          <p:cNvPicPr>
            <a:picLocks noChangeAspect="1"/>
          </p:cNvPicPr>
          <p:nvPr/>
        </p:nvPicPr>
        <p:blipFill>
          <a:blip r:embed="rId3" cstate="print">
            <a:extLst>
              <a:ext uri="{28A0092B-C50C-407E-A947-70E740481C1C}">
                <a14:useLocalDpi xmlns:a14="http://schemas.microsoft.com/office/drawing/2010/main" val="0"/>
              </a:ext>
            </a:extLst>
          </a:blip>
          <a:srcRect r="22293" b="61653"/>
          <a:stretch>
            <a:fillRect/>
          </a:stretch>
        </p:blipFill>
        <p:spPr>
          <a:xfrm>
            <a:off x="831274" y="537338"/>
            <a:ext cx="8182097" cy="2217738"/>
          </a:xfrm>
          <a:prstGeom prst="rect">
            <a:avLst/>
          </a:prstGeom>
        </p:spPr>
      </p:pic>
      <p:pic>
        <p:nvPicPr>
          <p:cNvPr id="3" name="Picture 2">
            <a:extLst>
              <a:ext uri="{FF2B5EF4-FFF2-40B4-BE49-F238E27FC236}">
                <a16:creationId xmlns:a16="http://schemas.microsoft.com/office/drawing/2014/main" id="{E6DA3A96-136C-C57C-E282-83160E9E18A6}"/>
              </a:ext>
            </a:extLst>
          </p:cNvPr>
          <p:cNvPicPr>
            <a:picLocks noChangeAspect="1"/>
          </p:cNvPicPr>
          <p:nvPr/>
        </p:nvPicPr>
        <p:blipFill>
          <a:blip r:embed="rId3" cstate="print">
            <a:extLst>
              <a:ext uri="{28A0092B-C50C-407E-A947-70E740481C1C}">
                <a14:useLocalDpi xmlns:a14="http://schemas.microsoft.com/office/drawing/2010/main" val="0"/>
              </a:ext>
            </a:extLst>
          </a:blip>
          <a:srcRect t="93994"/>
          <a:stretch>
            <a:fillRect/>
          </a:stretch>
        </p:blipFill>
        <p:spPr>
          <a:xfrm>
            <a:off x="831274" y="2778826"/>
            <a:ext cx="10529451" cy="347374"/>
          </a:xfrm>
          <a:prstGeom prst="rect">
            <a:avLst/>
          </a:prstGeom>
        </p:spPr>
      </p:pic>
    </p:spTree>
    <p:extLst>
      <p:ext uri="{BB962C8B-B14F-4D97-AF65-F5344CB8AC3E}">
        <p14:creationId xmlns:p14="http://schemas.microsoft.com/office/powerpoint/2010/main" val="357630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9305-5023-54F5-BBB2-7C3FF63D74A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802A790-F0FB-B828-0A27-984534A45E98}"/>
              </a:ext>
            </a:extLst>
          </p:cNvPr>
          <p:cNvPicPr>
            <a:picLocks noChangeAspect="1"/>
          </p:cNvPicPr>
          <p:nvPr/>
        </p:nvPicPr>
        <p:blipFill>
          <a:blip r:embed="rId3" cstate="print">
            <a:extLst>
              <a:ext uri="{28A0092B-C50C-407E-A947-70E740481C1C}">
                <a14:useLocalDpi xmlns:a14="http://schemas.microsoft.com/office/drawing/2010/main" val="0"/>
              </a:ext>
            </a:extLst>
          </a:blip>
          <a:srcRect r="22406" b="34548"/>
          <a:stretch>
            <a:fillRect/>
          </a:stretch>
        </p:blipFill>
        <p:spPr>
          <a:xfrm>
            <a:off x="831275" y="537337"/>
            <a:ext cx="8170222" cy="3785281"/>
          </a:xfrm>
          <a:prstGeom prst="rect">
            <a:avLst/>
          </a:prstGeom>
        </p:spPr>
      </p:pic>
      <p:pic>
        <p:nvPicPr>
          <p:cNvPr id="3" name="Picture 2">
            <a:extLst>
              <a:ext uri="{FF2B5EF4-FFF2-40B4-BE49-F238E27FC236}">
                <a16:creationId xmlns:a16="http://schemas.microsoft.com/office/drawing/2014/main" id="{DC93B927-808B-ABB4-C0A3-9F63156F627D}"/>
              </a:ext>
            </a:extLst>
          </p:cNvPr>
          <p:cNvPicPr>
            <a:picLocks noChangeAspect="1"/>
          </p:cNvPicPr>
          <p:nvPr/>
        </p:nvPicPr>
        <p:blipFill>
          <a:blip r:embed="rId3" cstate="print">
            <a:extLst>
              <a:ext uri="{28A0092B-C50C-407E-A947-70E740481C1C}">
                <a14:useLocalDpi xmlns:a14="http://schemas.microsoft.com/office/drawing/2010/main" val="0"/>
              </a:ext>
            </a:extLst>
          </a:blip>
          <a:srcRect t="93994"/>
          <a:stretch>
            <a:fillRect/>
          </a:stretch>
        </p:blipFill>
        <p:spPr>
          <a:xfrm>
            <a:off x="831274" y="4334493"/>
            <a:ext cx="10529451" cy="347374"/>
          </a:xfrm>
          <a:prstGeom prst="rect">
            <a:avLst/>
          </a:prstGeom>
        </p:spPr>
      </p:pic>
      <p:pic>
        <p:nvPicPr>
          <p:cNvPr id="4" name="Picture 3">
            <a:extLst>
              <a:ext uri="{FF2B5EF4-FFF2-40B4-BE49-F238E27FC236}">
                <a16:creationId xmlns:a16="http://schemas.microsoft.com/office/drawing/2014/main" id="{B5782395-7FD2-24F1-D34B-01556CAAC61E}"/>
              </a:ext>
            </a:extLst>
          </p:cNvPr>
          <p:cNvPicPr>
            <a:picLocks noChangeAspect="1"/>
          </p:cNvPicPr>
          <p:nvPr/>
        </p:nvPicPr>
        <p:blipFill>
          <a:blip r:embed="rId3" cstate="print">
            <a:extLst>
              <a:ext uri="{28A0092B-C50C-407E-A947-70E740481C1C}">
                <a14:useLocalDpi xmlns:a14="http://schemas.microsoft.com/office/drawing/2010/main" val="0"/>
              </a:ext>
            </a:extLst>
          </a:blip>
          <a:srcRect l="77932" t="29928" b="23460"/>
          <a:stretch>
            <a:fillRect/>
          </a:stretch>
        </p:blipFill>
        <p:spPr>
          <a:xfrm>
            <a:off x="9037122" y="1638793"/>
            <a:ext cx="2323603" cy="2695700"/>
          </a:xfrm>
          <a:prstGeom prst="rect">
            <a:avLst/>
          </a:prstGeom>
        </p:spPr>
      </p:pic>
    </p:spTree>
    <p:extLst>
      <p:ext uri="{BB962C8B-B14F-4D97-AF65-F5344CB8AC3E}">
        <p14:creationId xmlns:p14="http://schemas.microsoft.com/office/powerpoint/2010/main" val="32397468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69BE24-949B-4EFD-F198-72C7AF24E255}"/>
              </a:ext>
            </a:extLst>
          </p:cNvPr>
          <p:cNvPicPr>
            <a:picLocks noChangeAspect="1"/>
          </p:cNvPicPr>
          <p:nvPr/>
        </p:nvPicPr>
        <p:blipFill>
          <a:blip r:embed="rId3" cstate="print">
            <a:extLst>
              <a:ext uri="{28A0092B-C50C-407E-A947-70E740481C1C}">
                <a14:useLocalDpi xmlns:a14="http://schemas.microsoft.com/office/drawing/2010/main" val="0"/>
              </a:ext>
            </a:extLst>
          </a:blip>
          <a:srcRect r="22293" b="6828"/>
          <a:stretch>
            <a:fillRect/>
          </a:stretch>
        </p:blipFill>
        <p:spPr>
          <a:xfrm>
            <a:off x="831274" y="537338"/>
            <a:ext cx="8182097" cy="5388450"/>
          </a:xfrm>
          <a:prstGeom prst="rect">
            <a:avLst/>
          </a:prstGeom>
        </p:spPr>
      </p:pic>
      <p:pic>
        <p:nvPicPr>
          <p:cNvPr id="4" name="Picture 3">
            <a:extLst>
              <a:ext uri="{FF2B5EF4-FFF2-40B4-BE49-F238E27FC236}">
                <a16:creationId xmlns:a16="http://schemas.microsoft.com/office/drawing/2014/main" id="{555EEFC4-DCCC-4A92-E73A-C8034B053AAE}"/>
              </a:ext>
            </a:extLst>
          </p:cNvPr>
          <p:cNvPicPr>
            <a:picLocks noChangeAspect="1"/>
          </p:cNvPicPr>
          <p:nvPr/>
        </p:nvPicPr>
        <p:blipFill>
          <a:blip r:embed="rId3" cstate="print">
            <a:extLst>
              <a:ext uri="{28A0092B-C50C-407E-A947-70E740481C1C}">
                <a14:useLocalDpi xmlns:a14="http://schemas.microsoft.com/office/drawing/2010/main" val="0"/>
              </a:ext>
            </a:extLst>
          </a:blip>
          <a:srcRect t="93994"/>
          <a:stretch>
            <a:fillRect/>
          </a:stretch>
        </p:blipFill>
        <p:spPr>
          <a:xfrm>
            <a:off x="831274" y="5997038"/>
            <a:ext cx="10529451" cy="347374"/>
          </a:xfrm>
          <a:prstGeom prst="rect">
            <a:avLst/>
          </a:prstGeom>
        </p:spPr>
      </p:pic>
      <p:pic>
        <p:nvPicPr>
          <p:cNvPr id="6" name="Picture 5">
            <a:extLst>
              <a:ext uri="{FF2B5EF4-FFF2-40B4-BE49-F238E27FC236}">
                <a16:creationId xmlns:a16="http://schemas.microsoft.com/office/drawing/2014/main" id="{F567F698-9AE9-68C4-768F-7CD8B612EA7E}"/>
              </a:ext>
            </a:extLst>
          </p:cNvPr>
          <p:cNvPicPr>
            <a:picLocks noChangeAspect="1"/>
          </p:cNvPicPr>
          <p:nvPr/>
        </p:nvPicPr>
        <p:blipFill>
          <a:blip r:embed="rId3" cstate="print">
            <a:extLst>
              <a:ext uri="{28A0092B-C50C-407E-A947-70E740481C1C}">
                <a14:useLocalDpi xmlns:a14="http://schemas.microsoft.com/office/drawing/2010/main" val="0"/>
              </a:ext>
            </a:extLst>
          </a:blip>
          <a:srcRect l="77932" t="29928" b="23460"/>
          <a:stretch>
            <a:fillRect/>
          </a:stretch>
        </p:blipFill>
        <p:spPr>
          <a:xfrm>
            <a:off x="9037122" y="1638793"/>
            <a:ext cx="2323603" cy="2695700"/>
          </a:xfrm>
          <a:prstGeom prst="rect">
            <a:avLst/>
          </a:prstGeom>
        </p:spPr>
      </p:pic>
    </p:spTree>
    <p:extLst>
      <p:ext uri="{BB962C8B-B14F-4D97-AF65-F5344CB8AC3E}">
        <p14:creationId xmlns:p14="http://schemas.microsoft.com/office/powerpoint/2010/main" val="36012633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DD2C6-445E-ACA8-0B7C-BB176F7C07B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4FAA25-DFB9-934C-3381-C025EFE45AAA}"/>
              </a:ext>
            </a:extLst>
          </p:cNvPr>
          <p:cNvPicPr>
            <a:picLocks noChangeAspect="1"/>
          </p:cNvPicPr>
          <p:nvPr/>
        </p:nvPicPr>
        <p:blipFill>
          <a:blip r:embed="rId3"/>
          <a:srcRect r="12898" b="38996"/>
          <a:stretch>
            <a:fillRect/>
          </a:stretch>
        </p:blipFill>
        <p:spPr>
          <a:xfrm>
            <a:off x="184732" y="1299570"/>
            <a:ext cx="5559872" cy="5062236"/>
          </a:xfrm>
          <a:prstGeom prst="rect">
            <a:avLst/>
          </a:prstGeom>
        </p:spPr>
      </p:pic>
      <p:sp>
        <p:nvSpPr>
          <p:cNvPr id="4" name="TextBox 3">
            <a:extLst>
              <a:ext uri="{FF2B5EF4-FFF2-40B4-BE49-F238E27FC236}">
                <a16:creationId xmlns:a16="http://schemas.microsoft.com/office/drawing/2014/main" id="{7D2BEAD8-757E-6549-EA28-2D5BD1F26B72}"/>
              </a:ext>
            </a:extLst>
          </p:cNvPr>
          <p:cNvSpPr txBox="1"/>
          <p:nvPr/>
        </p:nvSpPr>
        <p:spPr>
          <a:xfrm>
            <a:off x="1101958" y="623842"/>
            <a:ext cx="2569934" cy="523220"/>
          </a:xfrm>
          <a:prstGeom prst="rect">
            <a:avLst/>
          </a:prstGeom>
          <a:noFill/>
        </p:spPr>
        <p:txBody>
          <a:bodyPr wrap="none" rtlCol="0">
            <a:spAutoFit/>
          </a:bodyPr>
          <a:lstStyle/>
          <a:p>
            <a:r>
              <a:rPr lang="en-US" sz="2800" b="1" dirty="0">
                <a:latin typeface="Palatino" pitchFamily="2" charset="77"/>
                <a:ea typeface="Palatino" pitchFamily="2" charset="77"/>
              </a:rPr>
              <a:t>Empirical data</a:t>
            </a:r>
          </a:p>
        </p:txBody>
      </p:sp>
      <p:pic>
        <p:nvPicPr>
          <p:cNvPr id="6" name="Picture 5">
            <a:extLst>
              <a:ext uri="{FF2B5EF4-FFF2-40B4-BE49-F238E27FC236}">
                <a16:creationId xmlns:a16="http://schemas.microsoft.com/office/drawing/2014/main" id="{5F841789-C4A1-3BDF-311F-B581109150B0}"/>
              </a:ext>
            </a:extLst>
          </p:cNvPr>
          <p:cNvPicPr>
            <a:picLocks noChangeAspect="1"/>
          </p:cNvPicPr>
          <p:nvPr/>
        </p:nvPicPr>
        <p:blipFill>
          <a:blip r:embed="rId4"/>
          <a:srcRect b="39241"/>
          <a:stretch>
            <a:fillRect/>
          </a:stretch>
        </p:blipFill>
        <p:spPr>
          <a:xfrm>
            <a:off x="5826185" y="1300494"/>
            <a:ext cx="6383216" cy="5041931"/>
          </a:xfrm>
          <a:prstGeom prst="rect">
            <a:avLst/>
          </a:prstGeom>
        </p:spPr>
      </p:pic>
      <p:sp>
        <p:nvSpPr>
          <p:cNvPr id="7" name="Rectangle 6">
            <a:extLst>
              <a:ext uri="{FF2B5EF4-FFF2-40B4-BE49-F238E27FC236}">
                <a16:creationId xmlns:a16="http://schemas.microsoft.com/office/drawing/2014/main" id="{3683B07B-6F6D-3659-273C-CC9A1EC3A3B1}"/>
              </a:ext>
            </a:extLst>
          </p:cNvPr>
          <p:cNvSpPr/>
          <p:nvPr/>
        </p:nvSpPr>
        <p:spPr>
          <a:xfrm>
            <a:off x="5669280" y="1232034"/>
            <a:ext cx="75324" cy="3368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8098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07CDD-D162-1AAB-5A3D-142C29D43CA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B9DE310-AB6A-1C44-2828-6314A8832B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44988" y="321001"/>
            <a:ext cx="8702025" cy="6215998"/>
          </a:xfrm>
          <a:prstGeom prst="rect">
            <a:avLst/>
          </a:prstGeom>
        </p:spPr>
      </p:pic>
    </p:spTree>
    <p:extLst>
      <p:ext uri="{BB962C8B-B14F-4D97-AF65-F5344CB8AC3E}">
        <p14:creationId xmlns:p14="http://schemas.microsoft.com/office/powerpoint/2010/main" val="3445262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0ECEE-AEF2-C009-11F3-90638B00E57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99F3A73-779C-54AB-E9F6-8110E3FAC8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44988" y="321001"/>
            <a:ext cx="8702025" cy="6215998"/>
          </a:xfrm>
          <a:prstGeom prst="rect">
            <a:avLst/>
          </a:prstGeom>
        </p:spPr>
      </p:pic>
      <p:sp>
        <p:nvSpPr>
          <p:cNvPr id="4" name="Rectangle 3">
            <a:extLst>
              <a:ext uri="{FF2B5EF4-FFF2-40B4-BE49-F238E27FC236}">
                <a16:creationId xmlns:a16="http://schemas.microsoft.com/office/drawing/2014/main" id="{FFEB17B0-AF38-8EBC-E88D-740542D825EE}"/>
              </a:ext>
            </a:extLst>
          </p:cNvPr>
          <p:cNvSpPr/>
          <p:nvPr/>
        </p:nvSpPr>
        <p:spPr>
          <a:xfrm>
            <a:off x="0" y="0"/>
            <a:ext cx="12192000" cy="685800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8CFA6F93-E33C-4840-829D-F3499A3AFD88}"/>
              </a:ext>
            </a:extLst>
          </p:cNvPr>
          <p:cNvSpPr txBox="1">
            <a:spLocks/>
          </p:cNvSpPr>
          <p:nvPr/>
        </p:nvSpPr>
        <p:spPr>
          <a:xfrm>
            <a:off x="700391" y="1808865"/>
            <a:ext cx="10585783" cy="200437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500" b="1" dirty="0">
                <a:latin typeface="Arial" panose="020B0604020202020204" pitchFamily="34" charset="0"/>
                <a:cs typeface="Arial" panose="020B0604020202020204" pitchFamily="34" charset="0"/>
              </a:rPr>
              <a:t>Cool we learned something new! </a:t>
            </a:r>
          </a:p>
          <a:p>
            <a:r>
              <a:rPr lang="en-GB" sz="3500" b="1" dirty="0">
                <a:latin typeface="Arial" panose="020B0604020202020204" pitchFamily="34" charset="0"/>
                <a:cs typeface="Arial" panose="020B0604020202020204" pitchFamily="34" charset="0"/>
              </a:rPr>
              <a:t>But what about the number of samples needed?</a:t>
            </a:r>
            <a:endParaRPr lang="en-GB" sz="3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2109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D702F-919C-B36C-86D8-4F05337BF358}"/>
            </a:ext>
          </a:extLst>
        </p:cNvPr>
        <p:cNvGrpSpPr/>
        <p:nvPr/>
      </p:nvGrpSpPr>
      <p:grpSpPr>
        <a:xfrm>
          <a:off x="0" y="0"/>
          <a:ext cx="0" cy="0"/>
          <a:chOff x="0" y="0"/>
          <a:chExt cx="0" cy="0"/>
        </a:xfrm>
      </p:grpSpPr>
      <p:pic>
        <p:nvPicPr>
          <p:cNvPr id="6146" name="Picture 2" descr="Simulation - Free computer icons">
            <a:extLst>
              <a:ext uri="{FF2B5EF4-FFF2-40B4-BE49-F238E27FC236}">
                <a16:creationId xmlns:a16="http://schemas.microsoft.com/office/drawing/2014/main" id="{B452D6F3-F0D7-1254-7EA4-DDFFA3307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4167" y="1337167"/>
            <a:ext cx="4183666" cy="418366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B1DD27D-28DA-2094-BB29-B6FA1AACF994}"/>
              </a:ext>
            </a:extLst>
          </p:cNvPr>
          <p:cNvSpPr txBox="1"/>
          <p:nvPr/>
        </p:nvSpPr>
        <p:spPr>
          <a:xfrm>
            <a:off x="4178893" y="623842"/>
            <a:ext cx="3720890" cy="523220"/>
          </a:xfrm>
          <a:prstGeom prst="rect">
            <a:avLst/>
          </a:prstGeom>
          <a:noFill/>
        </p:spPr>
        <p:txBody>
          <a:bodyPr wrap="none" rtlCol="0">
            <a:spAutoFit/>
          </a:bodyPr>
          <a:lstStyle/>
          <a:p>
            <a:r>
              <a:rPr lang="en-US" sz="2800" b="1" dirty="0">
                <a:latin typeface="Palatino" pitchFamily="2" charset="77"/>
                <a:ea typeface="Palatino" pitchFamily="2" charset="77"/>
              </a:rPr>
              <a:t>Simulation mode ON</a:t>
            </a:r>
          </a:p>
        </p:txBody>
      </p:sp>
    </p:spTree>
    <p:extLst>
      <p:ext uri="{BB962C8B-B14F-4D97-AF65-F5344CB8AC3E}">
        <p14:creationId xmlns:p14="http://schemas.microsoft.com/office/powerpoint/2010/main" val="2986520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581F0-958C-1C86-9B99-0352770AE91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42B3917-B0EF-C3C3-BEE3-4FBDEB09F0E4}"/>
              </a:ext>
            </a:extLst>
          </p:cNvPr>
          <p:cNvPicPr>
            <a:picLocks noChangeAspect="1"/>
          </p:cNvPicPr>
          <p:nvPr/>
        </p:nvPicPr>
        <p:blipFill>
          <a:blip r:embed="rId3" cstate="print">
            <a:extLst>
              <a:ext uri="{28A0092B-C50C-407E-A947-70E740481C1C}">
                <a14:useLocalDpi xmlns:a14="http://schemas.microsoft.com/office/drawing/2010/main" val="0"/>
              </a:ext>
            </a:extLst>
          </a:blip>
          <a:srcRect r="43799"/>
          <a:stretch>
            <a:fillRect/>
          </a:stretch>
        </p:blipFill>
        <p:spPr>
          <a:xfrm>
            <a:off x="304802" y="392951"/>
            <a:ext cx="6509357" cy="6072096"/>
          </a:xfrm>
          <a:prstGeom prst="rect">
            <a:avLst/>
          </a:prstGeom>
        </p:spPr>
      </p:pic>
      <p:pic>
        <p:nvPicPr>
          <p:cNvPr id="2" name="Picture 1">
            <a:extLst>
              <a:ext uri="{FF2B5EF4-FFF2-40B4-BE49-F238E27FC236}">
                <a16:creationId xmlns:a16="http://schemas.microsoft.com/office/drawing/2014/main" id="{52247718-CE59-D258-D830-F3F7054F586B}"/>
              </a:ext>
            </a:extLst>
          </p:cNvPr>
          <p:cNvPicPr>
            <a:picLocks noChangeAspect="1"/>
          </p:cNvPicPr>
          <p:nvPr/>
        </p:nvPicPr>
        <p:blipFill>
          <a:blip r:embed="rId4"/>
          <a:srcRect t="4622" r="69196" b="72973"/>
          <a:stretch>
            <a:fillRect/>
          </a:stretch>
        </p:blipFill>
        <p:spPr>
          <a:xfrm>
            <a:off x="7417923" y="1489543"/>
            <a:ext cx="4501618" cy="4256599"/>
          </a:xfrm>
          <a:prstGeom prst="rect">
            <a:avLst/>
          </a:prstGeom>
        </p:spPr>
      </p:pic>
      <p:sp>
        <p:nvSpPr>
          <p:cNvPr id="4" name="Rectangle 3">
            <a:extLst>
              <a:ext uri="{FF2B5EF4-FFF2-40B4-BE49-F238E27FC236}">
                <a16:creationId xmlns:a16="http://schemas.microsoft.com/office/drawing/2014/main" id="{A98DB444-6D96-E0D8-A626-6CE8C3584048}"/>
              </a:ext>
            </a:extLst>
          </p:cNvPr>
          <p:cNvSpPr/>
          <p:nvPr/>
        </p:nvSpPr>
        <p:spPr>
          <a:xfrm>
            <a:off x="5724293" y="4029306"/>
            <a:ext cx="968055" cy="2282283"/>
          </a:xfrm>
          <a:prstGeom prst="rect">
            <a:avLst/>
          </a:prstGeom>
          <a:solidFill>
            <a:srgbClr val="DCE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21FA5CA-489F-DB86-30CE-7397389DC124}"/>
              </a:ext>
            </a:extLst>
          </p:cNvPr>
          <p:cNvSpPr/>
          <p:nvPr/>
        </p:nvSpPr>
        <p:spPr>
          <a:xfrm>
            <a:off x="5301171" y="4029307"/>
            <a:ext cx="968055" cy="334538"/>
          </a:xfrm>
          <a:prstGeom prst="rect">
            <a:avLst/>
          </a:prstGeom>
          <a:solidFill>
            <a:srgbClr val="DCE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1996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DF506-6844-DB8D-1F7C-9BCBAD62AB3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AB699EF-42E7-7BDD-DBDA-3B7E5DBF4A8A}"/>
              </a:ext>
            </a:extLst>
          </p:cNvPr>
          <p:cNvPicPr>
            <a:picLocks noChangeAspect="1"/>
          </p:cNvPicPr>
          <p:nvPr/>
        </p:nvPicPr>
        <p:blipFill>
          <a:blip r:embed="rId3" cstate="print">
            <a:extLst>
              <a:ext uri="{28A0092B-C50C-407E-A947-70E740481C1C}">
                <a14:useLocalDpi xmlns:a14="http://schemas.microsoft.com/office/drawing/2010/main" val="0"/>
              </a:ext>
            </a:extLst>
          </a:blip>
          <a:srcRect r="43799"/>
          <a:stretch>
            <a:fillRect/>
          </a:stretch>
        </p:blipFill>
        <p:spPr>
          <a:xfrm>
            <a:off x="304802" y="392951"/>
            <a:ext cx="6509357" cy="6072096"/>
          </a:xfrm>
          <a:prstGeom prst="rect">
            <a:avLst/>
          </a:prstGeom>
        </p:spPr>
      </p:pic>
      <p:sp>
        <p:nvSpPr>
          <p:cNvPr id="4" name="Rectangle 3">
            <a:extLst>
              <a:ext uri="{FF2B5EF4-FFF2-40B4-BE49-F238E27FC236}">
                <a16:creationId xmlns:a16="http://schemas.microsoft.com/office/drawing/2014/main" id="{8666EBB9-B458-2186-C85C-DC735D025894}"/>
              </a:ext>
            </a:extLst>
          </p:cNvPr>
          <p:cNvSpPr/>
          <p:nvPr/>
        </p:nvSpPr>
        <p:spPr>
          <a:xfrm>
            <a:off x="5724293" y="4029306"/>
            <a:ext cx="968055" cy="2282283"/>
          </a:xfrm>
          <a:prstGeom prst="rect">
            <a:avLst/>
          </a:prstGeom>
          <a:solidFill>
            <a:srgbClr val="DCE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3607A6A-0782-0B84-AED5-449FA28E3591}"/>
              </a:ext>
            </a:extLst>
          </p:cNvPr>
          <p:cNvSpPr/>
          <p:nvPr/>
        </p:nvSpPr>
        <p:spPr>
          <a:xfrm>
            <a:off x="5301171" y="4029307"/>
            <a:ext cx="968055" cy="334538"/>
          </a:xfrm>
          <a:prstGeom prst="rect">
            <a:avLst/>
          </a:prstGeom>
          <a:solidFill>
            <a:srgbClr val="DCE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F7323A9-0E3F-A751-A1B5-7D4828B93652}"/>
              </a:ext>
            </a:extLst>
          </p:cNvPr>
          <p:cNvPicPr>
            <a:picLocks noChangeAspect="1"/>
          </p:cNvPicPr>
          <p:nvPr/>
        </p:nvPicPr>
        <p:blipFill>
          <a:blip r:embed="rId4" cstate="print">
            <a:extLst>
              <a:ext uri="{28A0092B-C50C-407E-A947-70E740481C1C}">
                <a14:useLocalDpi xmlns:a14="http://schemas.microsoft.com/office/drawing/2010/main" val="0"/>
              </a:ext>
            </a:extLst>
          </a:blip>
          <a:srcRect l="1" r="58427" b="60869"/>
          <a:stretch>
            <a:fillRect/>
          </a:stretch>
        </p:blipFill>
        <p:spPr>
          <a:xfrm>
            <a:off x="6977432" y="288779"/>
            <a:ext cx="4377334" cy="2263069"/>
          </a:xfrm>
          <a:prstGeom prst="rect">
            <a:avLst/>
          </a:prstGeom>
        </p:spPr>
      </p:pic>
      <p:pic>
        <p:nvPicPr>
          <p:cNvPr id="7" name="Picture 6">
            <a:extLst>
              <a:ext uri="{FF2B5EF4-FFF2-40B4-BE49-F238E27FC236}">
                <a16:creationId xmlns:a16="http://schemas.microsoft.com/office/drawing/2014/main" id="{D97A9538-E09A-9AD2-6FD8-C04B8C6BD69D}"/>
              </a:ext>
            </a:extLst>
          </p:cNvPr>
          <p:cNvPicPr>
            <a:picLocks noChangeAspect="1"/>
          </p:cNvPicPr>
          <p:nvPr/>
        </p:nvPicPr>
        <p:blipFill>
          <a:blip r:embed="rId4" cstate="print">
            <a:extLst>
              <a:ext uri="{28A0092B-C50C-407E-A947-70E740481C1C}">
                <a14:useLocalDpi xmlns:a14="http://schemas.microsoft.com/office/drawing/2010/main" val="0"/>
              </a:ext>
            </a:extLst>
          </a:blip>
          <a:srcRect t="67432" r="58428" b="6150"/>
          <a:stretch>
            <a:fillRect/>
          </a:stretch>
        </p:blipFill>
        <p:spPr>
          <a:xfrm>
            <a:off x="6976570" y="2835987"/>
            <a:ext cx="4377334" cy="1527858"/>
          </a:xfrm>
          <a:prstGeom prst="rect">
            <a:avLst/>
          </a:prstGeom>
        </p:spPr>
      </p:pic>
      <p:pic>
        <p:nvPicPr>
          <p:cNvPr id="8" name="Picture 7">
            <a:extLst>
              <a:ext uri="{FF2B5EF4-FFF2-40B4-BE49-F238E27FC236}">
                <a16:creationId xmlns:a16="http://schemas.microsoft.com/office/drawing/2014/main" id="{B1199B72-F0EA-6F52-3E0D-B1E68323225A}"/>
              </a:ext>
            </a:extLst>
          </p:cNvPr>
          <p:cNvPicPr>
            <a:picLocks noChangeAspect="1"/>
          </p:cNvPicPr>
          <p:nvPr/>
        </p:nvPicPr>
        <p:blipFill>
          <a:blip r:embed="rId4" cstate="print">
            <a:extLst>
              <a:ext uri="{28A0092B-C50C-407E-A947-70E740481C1C}">
                <a14:useLocalDpi xmlns:a14="http://schemas.microsoft.com/office/drawing/2010/main" val="0"/>
              </a:ext>
            </a:extLst>
          </a:blip>
          <a:srcRect l="477" t="38629" r="57951" b="33050"/>
          <a:stretch>
            <a:fillRect/>
          </a:stretch>
        </p:blipFill>
        <p:spPr>
          <a:xfrm>
            <a:off x="7046020" y="4460350"/>
            <a:ext cx="4377334" cy="1637885"/>
          </a:xfrm>
          <a:prstGeom prst="rect">
            <a:avLst/>
          </a:prstGeom>
        </p:spPr>
      </p:pic>
      <p:cxnSp>
        <p:nvCxnSpPr>
          <p:cNvPr id="10" name="Straight Arrow Connector 9">
            <a:extLst>
              <a:ext uri="{FF2B5EF4-FFF2-40B4-BE49-F238E27FC236}">
                <a16:creationId xmlns:a16="http://schemas.microsoft.com/office/drawing/2014/main" id="{986CE1DF-56E2-89B8-97F8-C4AF536514A9}"/>
              </a:ext>
            </a:extLst>
          </p:cNvPr>
          <p:cNvCxnSpPr/>
          <p:nvPr/>
        </p:nvCxnSpPr>
        <p:spPr>
          <a:xfrm flipV="1">
            <a:off x="4907666" y="1921397"/>
            <a:ext cx="2581154" cy="150471"/>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C0537D1-21D0-C419-8114-537770B2A7F9}"/>
              </a:ext>
            </a:extLst>
          </p:cNvPr>
          <p:cNvCxnSpPr>
            <a:cxnSpLocks/>
          </p:cNvCxnSpPr>
          <p:nvPr/>
        </p:nvCxnSpPr>
        <p:spPr>
          <a:xfrm flipV="1">
            <a:off x="5046562" y="2939970"/>
            <a:ext cx="2442258" cy="150471"/>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E0FC373-FD31-69CD-C60F-4AFD36A3DF7C}"/>
              </a:ext>
            </a:extLst>
          </p:cNvPr>
          <p:cNvCxnSpPr>
            <a:cxnSpLocks/>
          </p:cNvCxnSpPr>
          <p:nvPr/>
        </p:nvCxnSpPr>
        <p:spPr>
          <a:xfrm>
            <a:off x="5405377" y="4460350"/>
            <a:ext cx="2222339"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4311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4AA5F-406C-86C1-6602-8101631FC2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17DED5-0E37-E1D0-3E5F-91850E448D3A}"/>
              </a:ext>
            </a:extLst>
          </p:cNvPr>
          <p:cNvPicPr>
            <a:picLocks noChangeAspect="1"/>
          </p:cNvPicPr>
          <p:nvPr/>
        </p:nvPicPr>
        <p:blipFill>
          <a:blip r:embed="rId3" cstate="print">
            <a:extLst>
              <a:ext uri="{28A0092B-C50C-407E-A947-70E740481C1C}">
                <a14:useLocalDpi xmlns:a14="http://schemas.microsoft.com/office/drawing/2010/main" val="0"/>
              </a:ext>
            </a:extLst>
          </a:blip>
          <a:srcRect r="38971"/>
          <a:stretch>
            <a:fillRect/>
          </a:stretch>
        </p:blipFill>
        <p:spPr>
          <a:xfrm>
            <a:off x="831276" y="270165"/>
            <a:ext cx="6426052" cy="6317671"/>
          </a:xfrm>
          <a:prstGeom prst="rect">
            <a:avLst/>
          </a:prstGeom>
        </p:spPr>
      </p:pic>
      <p:pic>
        <p:nvPicPr>
          <p:cNvPr id="2" name="Picture 1">
            <a:extLst>
              <a:ext uri="{FF2B5EF4-FFF2-40B4-BE49-F238E27FC236}">
                <a16:creationId xmlns:a16="http://schemas.microsoft.com/office/drawing/2014/main" id="{2854DB3D-3353-AC55-F15F-DA53A63CA8FE}"/>
              </a:ext>
            </a:extLst>
          </p:cNvPr>
          <p:cNvPicPr>
            <a:picLocks noChangeAspect="1"/>
          </p:cNvPicPr>
          <p:nvPr/>
        </p:nvPicPr>
        <p:blipFill>
          <a:blip r:embed="rId3" cstate="print">
            <a:extLst>
              <a:ext uri="{28A0092B-C50C-407E-A947-70E740481C1C}">
                <a14:useLocalDpi xmlns:a14="http://schemas.microsoft.com/office/drawing/2010/main" val="0"/>
              </a:ext>
            </a:extLst>
          </a:blip>
          <a:srcRect l="92678" t="29952" b="29952"/>
          <a:stretch>
            <a:fillRect/>
          </a:stretch>
        </p:blipFill>
        <p:spPr>
          <a:xfrm>
            <a:off x="7354078" y="2162432"/>
            <a:ext cx="770985" cy="2533136"/>
          </a:xfrm>
          <a:prstGeom prst="rect">
            <a:avLst/>
          </a:prstGeom>
        </p:spPr>
      </p:pic>
    </p:spTree>
    <p:extLst>
      <p:ext uri="{BB962C8B-B14F-4D97-AF65-F5344CB8AC3E}">
        <p14:creationId xmlns:p14="http://schemas.microsoft.com/office/powerpoint/2010/main" val="2952468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6FA59-5850-B8AD-2C9A-1F3A8055AD4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556E94-B527-D512-BF98-A5E13F7C45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275" y="270165"/>
            <a:ext cx="10529451" cy="6317671"/>
          </a:xfrm>
          <a:prstGeom prst="rect">
            <a:avLst/>
          </a:prstGeom>
        </p:spPr>
      </p:pic>
    </p:spTree>
    <p:extLst>
      <p:ext uri="{BB962C8B-B14F-4D97-AF65-F5344CB8AC3E}">
        <p14:creationId xmlns:p14="http://schemas.microsoft.com/office/powerpoint/2010/main" val="2384649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8BFA5-2648-A92B-8A97-34EB280C5CB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9B9890-D4B3-B043-50BE-255496F1FF46}"/>
              </a:ext>
            </a:extLst>
          </p:cNvPr>
          <p:cNvPicPr>
            <a:picLocks noChangeAspect="1"/>
          </p:cNvPicPr>
          <p:nvPr/>
        </p:nvPicPr>
        <p:blipFill>
          <a:blip r:embed="rId3" cstate="print">
            <a:extLst>
              <a:ext uri="{28A0092B-C50C-407E-A947-70E740481C1C}">
                <a14:useLocalDpi xmlns:a14="http://schemas.microsoft.com/office/drawing/2010/main" val="0"/>
              </a:ext>
            </a:extLst>
          </a:blip>
          <a:srcRect l="60855"/>
          <a:stretch>
            <a:fillRect/>
          </a:stretch>
        </p:blipFill>
        <p:spPr>
          <a:xfrm>
            <a:off x="7239000" y="270165"/>
            <a:ext cx="4121726" cy="6317671"/>
          </a:xfrm>
          <a:prstGeom prst="rect">
            <a:avLst/>
          </a:prstGeom>
        </p:spPr>
      </p:pic>
      <p:pic>
        <p:nvPicPr>
          <p:cNvPr id="23" name="Picture 22">
            <a:extLst>
              <a:ext uri="{FF2B5EF4-FFF2-40B4-BE49-F238E27FC236}">
                <a16:creationId xmlns:a16="http://schemas.microsoft.com/office/drawing/2014/main" id="{CA3B8AD8-F510-B033-4D83-6BEA049239F6}"/>
              </a:ext>
            </a:extLst>
          </p:cNvPr>
          <p:cNvPicPr>
            <a:picLocks noChangeAspect="1"/>
          </p:cNvPicPr>
          <p:nvPr/>
        </p:nvPicPr>
        <p:blipFill>
          <a:blip r:embed="rId4"/>
          <a:srcRect l="8373" r="8456"/>
          <a:stretch>
            <a:fillRect/>
          </a:stretch>
        </p:blipFill>
        <p:spPr>
          <a:xfrm>
            <a:off x="0" y="0"/>
            <a:ext cx="3648964" cy="3247519"/>
          </a:xfrm>
          <a:prstGeom prst="rect">
            <a:avLst/>
          </a:prstGeom>
        </p:spPr>
      </p:pic>
      <p:pic>
        <p:nvPicPr>
          <p:cNvPr id="24" name="Picture 23">
            <a:extLst>
              <a:ext uri="{FF2B5EF4-FFF2-40B4-BE49-F238E27FC236}">
                <a16:creationId xmlns:a16="http://schemas.microsoft.com/office/drawing/2014/main" id="{371C6875-45C1-103D-F239-77B84493C40D}"/>
              </a:ext>
            </a:extLst>
          </p:cNvPr>
          <p:cNvPicPr>
            <a:picLocks noChangeAspect="1"/>
          </p:cNvPicPr>
          <p:nvPr/>
        </p:nvPicPr>
        <p:blipFill>
          <a:blip r:embed="rId5"/>
          <a:srcRect l="8373" r="8456"/>
          <a:stretch>
            <a:fillRect/>
          </a:stretch>
        </p:blipFill>
        <p:spPr>
          <a:xfrm>
            <a:off x="0" y="3610481"/>
            <a:ext cx="3648964" cy="3247519"/>
          </a:xfrm>
          <a:prstGeom prst="rect">
            <a:avLst/>
          </a:prstGeom>
        </p:spPr>
      </p:pic>
      <p:sp>
        <p:nvSpPr>
          <p:cNvPr id="52" name="Freeform 51">
            <a:extLst>
              <a:ext uri="{FF2B5EF4-FFF2-40B4-BE49-F238E27FC236}">
                <a16:creationId xmlns:a16="http://schemas.microsoft.com/office/drawing/2014/main" id="{8788A983-51FE-E4E8-D82E-5F05F76CDA83}"/>
              </a:ext>
            </a:extLst>
          </p:cNvPr>
          <p:cNvSpPr/>
          <p:nvPr/>
        </p:nvSpPr>
        <p:spPr>
          <a:xfrm>
            <a:off x="3018773" y="662515"/>
            <a:ext cx="5373665" cy="452301"/>
          </a:xfrm>
          <a:custGeom>
            <a:avLst/>
            <a:gdLst>
              <a:gd name="csX0" fmla="*/ 5436295 w 5436295"/>
              <a:gd name="csY0" fmla="*/ 339567 h 452301"/>
              <a:gd name="csX1" fmla="*/ 2805830 w 5436295"/>
              <a:gd name="csY1" fmla="*/ 1364 h 452301"/>
              <a:gd name="csX2" fmla="*/ 0 w 5436295"/>
              <a:gd name="csY2" fmla="*/ 452301 h 452301"/>
            </a:gdLst>
            <a:ahLst/>
            <a:cxnLst>
              <a:cxn ang="0">
                <a:pos x="csX0" y="csY0"/>
              </a:cxn>
              <a:cxn ang="0">
                <a:pos x="csX1" y="csY1"/>
              </a:cxn>
              <a:cxn ang="0">
                <a:pos x="csX2" y="csY2"/>
              </a:cxn>
            </a:cxnLst>
            <a:rect l="l" t="t" r="r" b="b"/>
            <a:pathLst>
              <a:path w="5436295" h="452301">
                <a:moveTo>
                  <a:pt x="5436295" y="339567"/>
                </a:moveTo>
                <a:cubicBezTo>
                  <a:pt x="4574087" y="161071"/>
                  <a:pt x="3711879" y="-17425"/>
                  <a:pt x="2805830" y="1364"/>
                </a:cubicBezTo>
                <a:cubicBezTo>
                  <a:pt x="1899781" y="20153"/>
                  <a:pt x="212942" y="316602"/>
                  <a:pt x="0" y="452301"/>
                </a:cubicBezTo>
              </a:path>
            </a:pathLst>
          </a:custGeom>
          <a:noFill/>
          <a:ln w="28575">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0C12E920-8D25-0DB5-64F1-DA335821C225}"/>
              </a:ext>
            </a:extLst>
          </p:cNvPr>
          <p:cNvSpPr/>
          <p:nvPr/>
        </p:nvSpPr>
        <p:spPr>
          <a:xfrm>
            <a:off x="3031299" y="1039660"/>
            <a:ext cx="5900279" cy="4772417"/>
          </a:xfrm>
          <a:custGeom>
            <a:avLst/>
            <a:gdLst>
              <a:gd name="csX0" fmla="*/ 5862180 w 5900279"/>
              <a:gd name="csY0" fmla="*/ 0 h 4772417"/>
              <a:gd name="csX1" fmla="*/ 5561556 w 5900279"/>
              <a:gd name="csY1" fmla="*/ 2693096 h 4772417"/>
              <a:gd name="csX2" fmla="*/ 3394553 w 5900279"/>
              <a:gd name="csY2" fmla="*/ 4308954 h 4772417"/>
              <a:gd name="csX3" fmla="*/ 0 w 5900279"/>
              <a:gd name="csY3" fmla="*/ 4772417 h 4772417"/>
            </a:gdLst>
            <a:ahLst/>
            <a:cxnLst>
              <a:cxn ang="0">
                <a:pos x="csX0" y="csY0"/>
              </a:cxn>
              <a:cxn ang="0">
                <a:pos x="csX1" y="csY1"/>
              </a:cxn>
              <a:cxn ang="0">
                <a:pos x="csX2" y="csY2"/>
              </a:cxn>
              <a:cxn ang="0">
                <a:pos x="csX3" y="csY3"/>
              </a:cxn>
            </a:cxnLst>
            <a:rect l="l" t="t" r="r" b="b"/>
            <a:pathLst>
              <a:path w="5900279" h="4772417">
                <a:moveTo>
                  <a:pt x="5862180" y="0"/>
                </a:moveTo>
                <a:cubicBezTo>
                  <a:pt x="5917503" y="987468"/>
                  <a:pt x="5972827" y="1974937"/>
                  <a:pt x="5561556" y="2693096"/>
                </a:cubicBezTo>
                <a:cubicBezTo>
                  <a:pt x="5150285" y="3411255"/>
                  <a:pt x="4321479" y="3962401"/>
                  <a:pt x="3394553" y="4308954"/>
                </a:cubicBezTo>
                <a:cubicBezTo>
                  <a:pt x="2467627" y="4655508"/>
                  <a:pt x="1233813" y="4713962"/>
                  <a:pt x="0" y="4772417"/>
                </a:cubicBezTo>
              </a:path>
            </a:pathLst>
          </a:custGeom>
          <a:noFill/>
          <a:ln w="28575">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E264C0B4-8F9A-E591-29F0-915DB283F9C9}"/>
              </a:ext>
            </a:extLst>
          </p:cNvPr>
          <p:cNvSpPr/>
          <p:nvPr/>
        </p:nvSpPr>
        <p:spPr>
          <a:xfrm>
            <a:off x="8359025" y="6120506"/>
            <a:ext cx="169248" cy="261243"/>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93546C0B-DCA4-58D9-79BD-DB5D33E121DD}"/>
              </a:ext>
            </a:extLst>
          </p:cNvPr>
          <p:cNvSpPr/>
          <p:nvPr/>
        </p:nvSpPr>
        <p:spPr>
          <a:xfrm>
            <a:off x="8873739" y="6126256"/>
            <a:ext cx="169248" cy="261243"/>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253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4" grpId="0" animBg="1"/>
      <p:bldP spid="55" grpId="0" animBg="1"/>
      <p:bldP spid="56"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C489D-0289-6B76-97FB-5F36EC74FDA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7D0FB0B-2D4C-E3D6-18AC-40EB3782781B}"/>
              </a:ext>
            </a:extLst>
          </p:cNvPr>
          <p:cNvPicPr>
            <a:picLocks noChangeAspect="1"/>
          </p:cNvPicPr>
          <p:nvPr/>
        </p:nvPicPr>
        <p:blipFill>
          <a:blip r:embed="rId3" cstate="print">
            <a:extLst>
              <a:ext uri="{28A0092B-C50C-407E-A947-70E740481C1C}">
                <a14:useLocalDpi xmlns:a14="http://schemas.microsoft.com/office/drawing/2010/main" val="0"/>
              </a:ext>
            </a:extLst>
          </a:blip>
          <a:srcRect r="43799"/>
          <a:stretch>
            <a:fillRect/>
          </a:stretch>
        </p:blipFill>
        <p:spPr>
          <a:xfrm>
            <a:off x="304802" y="392951"/>
            <a:ext cx="6509357" cy="6072096"/>
          </a:xfrm>
          <a:prstGeom prst="rect">
            <a:avLst/>
          </a:prstGeom>
        </p:spPr>
      </p:pic>
      <p:sp>
        <p:nvSpPr>
          <p:cNvPr id="2" name="Rectangle 1">
            <a:extLst>
              <a:ext uri="{FF2B5EF4-FFF2-40B4-BE49-F238E27FC236}">
                <a16:creationId xmlns:a16="http://schemas.microsoft.com/office/drawing/2014/main" id="{5A061A88-D431-05C1-2708-C46272359BA7}"/>
              </a:ext>
            </a:extLst>
          </p:cNvPr>
          <p:cNvSpPr/>
          <p:nvPr/>
        </p:nvSpPr>
        <p:spPr>
          <a:xfrm>
            <a:off x="5724293" y="4029306"/>
            <a:ext cx="968055" cy="2282283"/>
          </a:xfrm>
          <a:prstGeom prst="rect">
            <a:avLst/>
          </a:prstGeom>
          <a:solidFill>
            <a:srgbClr val="DCE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60FE2F4-BD38-7F7B-C3F1-58910F12C8B8}"/>
              </a:ext>
            </a:extLst>
          </p:cNvPr>
          <p:cNvSpPr/>
          <p:nvPr/>
        </p:nvSpPr>
        <p:spPr>
          <a:xfrm>
            <a:off x="5301171" y="4029307"/>
            <a:ext cx="968055" cy="334538"/>
          </a:xfrm>
          <a:prstGeom prst="rect">
            <a:avLst/>
          </a:prstGeom>
          <a:solidFill>
            <a:srgbClr val="DCE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ECF52B4-0907-20DD-5DF1-F425CBD7E17A}"/>
              </a:ext>
            </a:extLst>
          </p:cNvPr>
          <p:cNvSpPr/>
          <p:nvPr/>
        </p:nvSpPr>
        <p:spPr>
          <a:xfrm>
            <a:off x="0" y="0"/>
            <a:ext cx="12192000" cy="685800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46A2F009-4AF2-88F5-55E4-9E241B9F186B}"/>
              </a:ext>
            </a:extLst>
          </p:cNvPr>
          <p:cNvSpPr txBox="1">
            <a:spLocks/>
          </p:cNvSpPr>
          <p:nvPr/>
        </p:nvSpPr>
        <p:spPr>
          <a:xfrm>
            <a:off x="1563932" y="1808866"/>
            <a:ext cx="9722242" cy="134931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500" b="1" dirty="0">
                <a:latin typeface="Arial" panose="020B0604020202020204" pitchFamily="34" charset="0"/>
                <a:cs typeface="Arial" panose="020B0604020202020204" pitchFamily="34" charset="0"/>
              </a:rPr>
              <a:t>Simulations cool! </a:t>
            </a:r>
          </a:p>
          <a:p>
            <a:r>
              <a:rPr lang="en-GB" sz="3500" b="1" dirty="0">
                <a:latin typeface="Arial" panose="020B0604020202020204" pitchFamily="34" charset="0"/>
                <a:cs typeface="Arial" panose="020B0604020202020204" pitchFamily="34" charset="0"/>
              </a:rPr>
              <a:t>But what about the empirical data?</a:t>
            </a:r>
            <a:endParaRPr lang="en-GB" sz="3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8863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DCBAD-A7F7-0ED3-193E-1DB03898F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69AC530-6EC6-82BC-7D0A-6F5D28B03A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2" y="392951"/>
            <a:ext cx="11582396" cy="6072096"/>
          </a:xfrm>
          <a:prstGeom prst="rect">
            <a:avLst/>
          </a:prstGeom>
        </p:spPr>
      </p:pic>
      <p:sp>
        <p:nvSpPr>
          <p:cNvPr id="6" name="Rectangle 5">
            <a:extLst>
              <a:ext uri="{FF2B5EF4-FFF2-40B4-BE49-F238E27FC236}">
                <a16:creationId xmlns:a16="http://schemas.microsoft.com/office/drawing/2014/main" id="{A0E5A503-88B5-1E02-7820-210285ECA36C}"/>
              </a:ext>
            </a:extLst>
          </p:cNvPr>
          <p:cNvSpPr/>
          <p:nvPr/>
        </p:nvSpPr>
        <p:spPr>
          <a:xfrm>
            <a:off x="5724293" y="4029306"/>
            <a:ext cx="968055" cy="2282283"/>
          </a:xfrm>
          <a:prstGeom prst="rect">
            <a:avLst/>
          </a:prstGeom>
          <a:solidFill>
            <a:srgbClr val="DCE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7ABE3FB-DF4B-804F-EB42-E75B1C8CAED1}"/>
              </a:ext>
            </a:extLst>
          </p:cNvPr>
          <p:cNvSpPr/>
          <p:nvPr/>
        </p:nvSpPr>
        <p:spPr>
          <a:xfrm>
            <a:off x="5301171" y="4029307"/>
            <a:ext cx="968055" cy="334538"/>
          </a:xfrm>
          <a:prstGeom prst="rect">
            <a:avLst/>
          </a:prstGeom>
          <a:solidFill>
            <a:srgbClr val="DCE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7965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F8E39-358A-8B0F-24BB-C2857E8C314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57DB63-62DA-84BC-7FB3-C2A43EEF00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2" y="392951"/>
            <a:ext cx="11582396" cy="6072096"/>
          </a:xfrm>
          <a:prstGeom prst="rect">
            <a:avLst/>
          </a:prstGeom>
        </p:spPr>
      </p:pic>
      <p:sp>
        <p:nvSpPr>
          <p:cNvPr id="2" name="Rectangle 1">
            <a:extLst>
              <a:ext uri="{FF2B5EF4-FFF2-40B4-BE49-F238E27FC236}">
                <a16:creationId xmlns:a16="http://schemas.microsoft.com/office/drawing/2014/main" id="{17E64048-EDD8-3291-602C-AA0A663382E1}"/>
              </a:ext>
            </a:extLst>
          </p:cNvPr>
          <p:cNvSpPr/>
          <p:nvPr/>
        </p:nvSpPr>
        <p:spPr>
          <a:xfrm>
            <a:off x="304802" y="304800"/>
            <a:ext cx="3872087" cy="6355644"/>
          </a:xfrm>
          <a:prstGeom prst="rect">
            <a:avLst/>
          </a:prstGeom>
          <a:solidFill>
            <a:srgbClr val="FFFFFF">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D4B0686-A0A7-8AD6-F9A5-781BC27A5CE0}"/>
              </a:ext>
            </a:extLst>
          </p:cNvPr>
          <p:cNvSpPr/>
          <p:nvPr/>
        </p:nvSpPr>
        <p:spPr>
          <a:xfrm>
            <a:off x="4176889" y="316089"/>
            <a:ext cx="2731912" cy="3386667"/>
          </a:xfrm>
          <a:prstGeom prst="rect">
            <a:avLst/>
          </a:prstGeom>
          <a:solidFill>
            <a:srgbClr val="FFFFFF">
              <a:alpha val="831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eft-Right Arrow 3">
            <a:extLst>
              <a:ext uri="{FF2B5EF4-FFF2-40B4-BE49-F238E27FC236}">
                <a16:creationId xmlns:a16="http://schemas.microsoft.com/office/drawing/2014/main" id="{6FF85AB3-8181-9DAC-F346-ED7678482366}"/>
              </a:ext>
            </a:extLst>
          </p:cNvPr>
          <p:cNvSpPr/>
          <p:nvPr/>
        </p:nvSpPr>
        <p:spPr>
          <a:xfrm>
            <a:off x="6583021" y="5350933"/>
            <a:ext cx="651559" cy="25964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5064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DEDA2-D64D-02BD-22CC-63A8F3B3A1E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C82614B-F297-7E81-6E8C-73CD1A03585E}"/>
              </a:ext>
            </a:extLst>
          </p:cNvPr>
          <p:cNvPicPr>
            <a:picLocks noChangeAspect="1"/>
          </p:cNvPicPr>
          <p:nvPr/>
        </p:nvPicPr>
        <p:blipFill>
          <a:blip r:embed="rId3"/>
          <a:srcRect l="2220"/>
          <a:stretch>
            <a:fillRect/>
          </a:stretch>
        </p:blipFill>
        <p:spPr>
          <a:xfrm>
            <a:off x="248356" y="1482490"/>
            <a:ext cx="5709878" cy="3893013"/>
          </a:xfrm>
          <a:prstGeom prst="rect">
            <a:avLst/>
          </a:prstGeom>
        </p:spPr>
      </p:pic>
      <p:pic>
        <p:nvPicPr>
          <p:cNvPr id="6" name="Picture 5">
            <a:extLst>
              <a:ext uri="{FF2B5EF4-FFF2-40B4-BE49-F238E27FC236}">
                <a16:creationId xmlns:a16="http://schemas.microsoft.com/office/drawing/2014/main" id="{B0075B7B-0EBF-DD59-B438-6A8A48CDFAA0}"/>
              </a:ext>
            </a:extLst>
          </p:cNvPr>
          <p:cNvPicPr>
            <a:picLocks noChangeAspect="1"/>
          </p:cNvPicPr>
          <p:nvPr/>
        </p:nvPicPr>
        <p:blipFill>
          <a:blip r:embed="rId4"/>
          <a:stretch>
            <a:fillRect/>
          </a:stretch>
        </p:blipFill>
        <p:spPr>
          <a:xfrm>
            <a:off x="6233767" y="1305536"/>
            <a:ext cx="5839519" cy="424692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6012DF5-CAC6-FE42-5443-F4FDD45868D9}"/>
                  </a:ext>
                </a:extLst>
              </p:cNvPr>
              <p:cNvSpPr txBox="1"/>
              <p:nvPr/>
            </p:nvSpPr>
            <p:spPr>
              <a:xfrm>
                <a:off x="-137766" y="722605"/>
                <a:ext cx="6096000" cy="369332"/>
              </a:xfrm>
              <a:prstGeom prst="rect">
                <a:avLst/>
              </a:prstGeom>
              <a:noFill/>
            </p:spPr>
            <p:txBody>
              <a:bodyPr wrap="square">
                <a:spAutoFit/>
              </a:bodyPr>
              <a:lstStyle/>
              <a:p>
                <a:pPr/>
                <a14:m>
                  <m:oMathPara xmlns:m="http://schemas.openxmlformats.org/officeDocument/2006/math">
                    <m:oMath>
                      <m:eqArr>
                        <m:eqArrPr>
                          <m:ctrlPr>
                            <a:rPr lang="en-US" i="1" smtClean="0">
                              <a:latin typeface="Cambria Math" panose="02040503050406030204" pitchFamily="18" charset="0"/>
                            </a:rPr>
                          </m:ctrlPr>
                        </m:eqArrPr>
                        <m:e>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𝜀</m:t>
                              </m:r>
                            </m:e>
                          </m:d>
                          <m:r>
                            <a:rPr lang="en-US" i="0">
                              <a:latin typeface="Cambria Math" panose="02040503050406030204" pitchFamily="18" charset="0"/>
                            </a:rPr>
                            <m:t>=</m:t>
                          </m:r>
                          <m:r>
                            <a:rPr lang="en-US" i="1">
                              <a:latin typeface="Cambria Math" panose="02040503050406030204" pitchFamily="18" charset="0"/>
                            </a:rPr>
                            <m:t>𝜔</m:t>
                          </m:r>
                          <m:r>
                            <a:rPr lang="en-US" i="0">
                              <a:latin typeface="Cambria Math" panose="02040503050406030204" pitchFamily="18" charset="0"/>
                            </a:rPr>
                            <m:t>+</m:t>
                          </m:r>
                          <m:r>
                            <a:rPr lang="en-US" i="1">
                              <a:latin typeface="Cambria Math" panose="02040503050406030204" pitchFamily="18" charset="0"/>
                            </a:rPr>
                            <m:t>𝛽</m:t>
                          </m:r>
                          <m:r>
                            <a:rPr lang="en-US" i="0">
                              <a:latin typeface="Cambria Math" panose="02040503050406030204" pitchFamily="18" charset="0"/>
                            </a:rPr>
                            <m:t> </m:t>
                          </m:r>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𝐸</m:t>
                              </m:r>
                            </m:e>
                          </m:d>
                          <m:r>
                            <a:rPr lang="en-US" i="0">
                              <a:latin typeface="Cambria Math" panose="02040503050406030204" pitchFamily="18" charset="0"/>
                            </a:rPr>
                            <m:t>+</m:t>
                          </m:r>
                          <m:r>
                            <a:rPr lang="en-US" i="1">
                              <a:latin typeface="Cambria Math" panose="02040503050406030204" pitchFamily="18" charset="0"/>
                            </a:rPr>
                            <m:t>𝜃</m:t>
                          </m:r>
                          <m:r>
                            <a:rPr lang="en-US" i="0">
                              <a:latin typeface="Cambria Math" panose="02040503050406030204" pitchFamily="18" charset="0"/>
                            </a:rPr>
                            <m:t> </m:t>
                          </m:r>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𝜌</m:t>
                              </m:r>
                            </m:e>
                          </m:d>
                          <m:r>
                            <a:rPr lang="en-US" i="0">
                              <a:latin typeface="Cambria Math" panose="02040503050406030204" pitchFamily="18" charset="0"/>
                            </a:rPr>
                            <m:t>+</m:t>
                          </m:r>
                          <m:r>
                            <a:rPr lang="en-US" i="1">
                              <a:latin typeface="Cambria Math" panose="02040503050406030204" pitchFamily="18" charset="0"/>
                            </a:rPr>
                            <m:t>𝛾</m:t>
                          </m:r>
                          <m:r>
                            <a:rPr lang="en-US" i="0">
                              <a:latin typeface="Cambria Math" panose="02040503050406030204" pitchFamily="18" charset="0"/>
                            </a:rPr>
                            <m:t> </m:t>
                          </m:r>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𝐸</m:t>
                              </m:r>
                            </m:e>
                          </m:d>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𝜌</m:t>
                              </m:r>
                            </m:e>
                          </m:d>
                          <m:r>
                            <a:rPr lang="en-US" i="0">
                              <a:latin typeface="Cambria Math" panose="02040503050406030204" pitchFamily="18" charset="0"/>
                            </a:rPr>
                            <m:t>#</m:t>
                          </m:r>
                        </m:e>
                      </m:eqArr>
                    </m:oMath>
                  </m:oMathPara>
                </a14:m>
                <a:endParaRPr lang="en-US" dirty="0"/>
              </a:p>
            </p:txBody>
          </p:sp>
        </mc:Choice>
        <mc:Fallback xmlns="">
          <p:sp>
            <p:nvSpPr>
              <p:cNvPr id="8" name="TextBox 7">
                <a:extLst>
                  <a:ext uri="{FF2B5EF4-FFF2-40B4-BE49-F238E27FC236}">
                    <a16:creationId xmlns:a16="http://schemas.microsoft.com/office/drawing/2014/main" id="{E6012DF5-CAC6-FE42-5443-F4FDD45868D9}"/>
                  </a:ext>
                </a:extLst>
              </p:cNvPr>
              <p:cNvSpPr txBox="1">
                <a:spLocks noRot="1" noChangeAspect="1" noMove="1" noResize="1" noEditPoints="1" noAdjustHandles="1" noChangeArrowheads="1" noChangeShapeType="1" noTextEdit="1"/>
              </p:cNvSpPr>
              <p:nvPr/>
            </p:nvSpPr>
            <p:spPr>
              <a:xfrm>
                <a:off x="-137766" y="722605"/>
                <a:ext cx="6096000" cy="369332"/>
              </a:xfrm>
              <a:prstGeom prst="rect">
                <a:avLst/>
              </a:prstGeom>
              <a:blipFill>
                <a:blip r:embed="rId5"/>
                <a:stretch>
                  <a:fillRect b="-17241"/>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BB2001D0-476B-F6AA-3E00-231B3DF4684E}"/>
              </a:ext>
            </a:extLst>
          </p:cNvPr>
          <p:cNvSpPr txBox="1"/>
          <p:nvPr/>
        </p:nvSpPr>
        <p:spPr>
          <a:xfrm rot="16200000">
            <a:off x="-577716" y="3218346"/>
            <a:ext cx="1447832" cy="276999"/>
          </a:xfrm>
          <a:prstGeom prst="rect">
            <a:avLst/>
          </a:prstGeom>
          <a:noFill/>
        </p:spPr>
        <p:txBody>
          <a:bodyPr wrap="none" rtlCol="0">
            <a:spAutoFit/>
          </a:bodyPr>
          <a:lstStyle/>
          <a:p>
            <a:r>
              <a:rPr lang="en-US" sz="1200" dirty="0">
                <a:latin typeface="Arial" panose="020B0604020202020204" pitchFamily="34" charset="0"/>
                <a:cs typeface="Arial" panose="020B0604020202020204" pitchFamily="34" charset="0"/>
              </a:rPr>
              <a:t>Prediction error (</a:t>
            </a:r>
            <a:r>
              <a:rPr lang="el-GR" sz="1200" dirty="0">
                <a:latin typeface="Arial" panose="020B0604020202020204" pitchFamily="34" charset="0"/>
                <a:cs typeface="Arial" panose="020B0604020202020204" pitchFamily="34" charset="0"/>
              </a:rPr>
              <a:t>ε</a:t>
            </a:r>
            <a:r>
              <a:rPr lang="en-US" sz="1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9993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0199-9F0B-40A2-2E0E-F7FDDD68712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D9682D7-4B80-7C74-B426-38D3648BDCF9}"/>
              </a:ext>
            </a:extLst>
          </p:cNvPr>
          <p:cNvPicPr>
            <a:picLocks noChangeAspect="1"/>
          </p:cNvPicPr>
          <p:nvPr/>
        </p:nvPicPr>
        <p:blipFill>
          <a:blip r:embed="rId3"/>
          <a:srcRect l="2220"/>
          <a:stretch>
            <a:fillRect/>
          </a:stretch>
        </p:blipFill>
        <p:spPr>
          <a:xfrm>
            <a:off x="248356" y="1482490"/>
            <a:ext cx="5709878" cy="3893013"/>
          </a:xfrm>
          <a:prstGeom prst="rect">
            <a:avLst/>
          </a:prstGeom>
        </p:spPr>
      </p:pic>
      <p:pic>
        <p:nvPicPr>
          <p:cNvPr id="6" name="Picture 5">
            <a:extLst>
              <a:ext uri="{FF2B5EF4-FFF2-40B4-BE49-F238E27FC236}">
                <a16:creationId xmlns:a16="http://schemas.microsoft.com/office/drawing/2014/main" id="{CB647384-0504-862F-C970-DE41F9AE8E6A}"/>
              </a:ext>
            </a:extLst>
          </p:cNvPr>
          <p:cNvPicPr>
            <a:picLocks noChangeAspect="1"/>
          </p:cNvPicPr>
          <p:nvPr/>
        </p:nvPicPr>
        <p:blipFill>
          <a:blip r:embed="rId4"/>
          <a:stretch>
            <a:fillRect/>
          </a:stretch>
        </p:blipFill>
        <p:spPr>
          <a:xfrm>
            <a:off x="6233767" y="1305536"/>
            <a:ext cx="5839519" cy="424692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AFCF5C4-E7AC-6A3F-9472-D81FDCE0ECA9}"/>
                  </a:ext>
                </a:extLst>
              </p:cNvPr>
              <p:cNvSpPr txBox="1"/>
              <p:nvPr/>
            </p:nvSpPr>
            <p:spPr>
              <a:xfrm>
                <a:off x="-137766" y="722605"/>
                <a:ext cx="6096000" cy="369332"/>
              </a:xfrm>
              <a:prstGeom prst="rect">
                <a:avLst/>
              </a:prstGeom>
              <a:noFill/>
            </p:spPr>
            <p:txBody>
              <a:bodyPr wrap="square">
                <a:spAutoFit/>
              </a:bodyPr>
              <a:lstStyle/>
              <a:p>
                <a:pPr/>
                <a14:m>
                  <m:oMathPara xmlns:m="http://schemas.openxmlformats.org/officeDocument/2006/math">
                    <m:oMath>
                      <m:eqArr>
                        <m:eqArrPr>
                          <m:ctrlPr>
                            <a:rPr lang="en-US" i="1" smtClean="0">
                              <a:latin typeface="Cambria Math" panose="02040503050406030204" pitchFamily="18" charset="0"/>
                            </a:rPr>
                          </m:ctrlPr>
                        </m:eqArrPr>
                        <m:e>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𝜀</m:t>
                              </m:r>
                            </m:e>
                          </m:d>
                          <m:r>
                            <a:rPr lang="en-US" i="0">
                              <a:latin typeface="Cambria Math" panose="02040503050406030204" pitchFamily="18" charset="0"/>
                            </a:rPr>
                            <m:t>=</m:t>
                          </m:r>
                          <m:r>
                            <a:rPr lang="en-US" i="1">
                              <a:latin typeface="Cambria Math" panose="02040503050406030204" pitchFamily="18" charset="0"/>
                            </a:rPr>
                            <m:t>𝜔</m:t>
                          </m:r>
                          <m:r>
                            <a:rPr lang="en-US" i="0">
                              <a:latin typeface="Cambria Math" panose="02040503050406030204" pitchFamily="18" charset="0"/>
                            </a:rPr>
                            <m:t>+</m:t>
                          </m:r>
                          <m:r>
                            <a:rPr lang="en-US" i="1">
                              <a:latin typeface="Cambria Math" panose="02040503050406030204" pitchFamily="18" charset="0"/>
                            </a:rPr>
                            <m:t>𝛽</m:t>
                          </m:r>
                          <m:r>
                            <a:rPr lang="en-US" i="0">
                              <a:latin typeface="Cambria Math" panose="02040503050406030204" pitchFamily="18" charset="0"/>
                            </a:rPr>
                            <m:t> </m:t>
                          </m:r>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𝐸</m:t>
                              </m:r>
                            </m:e>
                          </m:d>
                          <m:r>
                            <a:rPr lang="en-US" i="0">
                              <a:latin typeface="Cambria Math" panose="02040503050406030204" pitchFamily="18" charset="0"/>
                            </a:rPr>
                            <m:t>+</m:t>
                          </m:r>
                          <m:r>
                            <a:rPr lang="en-US" i="1">
                              <a:latin typeface="Cambria Math" panose="02040503050406030204" pitchFamily="18" charset="0"/>
                            </a:rPr>
                            <m:t>𝜃</m:t>
                          </m:r>
                          <m:r>
                            <a:rPr lang="en-US" i="0">
                              <a:latin typeface="Cambria Math" panose="02040503050406030204" pitchFamily="18" charset="0"/>
                            </a:rPr>
                            <m:t> </m:t>
                          </m:r>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𝜌</m:t>
                              </m:r>
                            </m:e>
                          </m:d>
                          <m:r>
                            <a:rPr lang="en-US" i="0">
                              <a:latin typeface="Cambria Math" panose="02040503050406030204" pitchFamily="18" charset="0"/>
                            </a:rPr>
                            <m:t>+</m:t>
                          </m:r>
                          <m:r>
                            <a:rPr lang="en-US" i="1">
                              <a:latin typeface="Cambria Math" panose="02040503050406030204" pitchFamily="18" charset="0"/>
                            </a:rPr>
                            <m:t>𝛾</m:t>
                          </m:r>
                          <m:r>
                            <a:rPr lang="en-US" i="0">
                              <a:latin typeface="Cambria Math" panose="02040503050406030204" pitchFamily="18" charset="0"/>
                            </a:rPr>
                            <m:t> </m:t>
                          </m:r>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𝐸</m:t>
                              </m:r>
                            </m:e>
                          </m:d>
                          <m:r>
                            <a:rPr lang="en-US" i="1">
                              <a:latin typeface="Cambria Math" panose="02040503050406030204" pitchFamily="18" charset="0"/>
                            </a:rPr>
                            <m:t>𝑙𝑜𝑔</m:t>
                          </m:r>
                          <m:d>
                            <m:dPr>
                              <m:ctrlPr>
                                <a:rPr lang="en-US" i="1">
                                  <a:latin typeface="Cambria Math" panose="02040503050406030204" pitchFamily="18" charset="0"/>
                                </a:rPr>
                              </m:ctrlPr>
                            </m:dPr>
                            <m:e>
                              <m:r>
                                <a:rPr lang="en-US" i="1">
                                  <a:latin typeface="Cambria Math" panose="02040503050406030204" pitchFamily="18" charset="0"/>
                                </a:rPr>
                                <m:t>𝜌</m:t>
                              </m:r>
                            </m:e>
                          </m:d>
                          <m:r>
                            <a:rPr lang="en-US" i="0">
                              <a:latin typeface="Cambria Math" panose="02040503050406030204" pitchFamily="18" charset="0"/>
                            </a:rPr>
                            <m:t>#</m:t>
                          </m:r>
                        </m:e>
                      </m:eqArr>
                    </m:oMath>
                  </m:oMathPara>
                </a14:m>
                <a:endParaRPr lang="en-US" dirty="0"/>
              </a:p>
            </p:txBody>
          </p:sp>
        </mc:Choice>
        <mc:Fallback xmlns="">
          <p:sp>
            <p:nvSpPr>
              <p:cNvPr id="8" name="TextBox 7">
                <a:extLst>
                  <a:ext uri="{FF2B5EF4-FFF2-40B4-BE49-F238E27FC236}">
                    <a16:creationId xmlns:a16="http://schemas.microsoft.com/office/drawing/2014/main" id="{3AFCF5C4-E7AC-6A3F-9472-D81FDCE0ECA9}"/>
                  </a:ext>
                </a:extLst>
              </p:cNvPr>
              <p:cNvSpPr txBox="1">
                <a:spLocks noRot="1" noChangeAspect="1" noMove="1" noResize="1" noEditPoints="1" noAdjustHandles="1" noChangeArrowheads="1" noChangeShapeType="1" noTextEdit="1"/>
              </p:cNvSpPr>
              <p:nvPr/>
            </p:nvSpPr>
            <p:spPr>
              <a:xfrm>
                <a:off x="-137766" y="722605"/>
                <a:ext cx="6096000" cy="369332"/>
              </a:xfrm>
              <a:prstGeom prst="rect">
                <a:avLst/>
              </a:prstGeom>
              <a:blipFill>
                <a:blip r:embed="rId5"/>
                <a:stretch>
                  <a:fillRect b="-17241"/>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A5844706-C27E-1E8F-730E-83C45B031E58}"/>
              </a:ext>
            </a:extLst>
          </p:cNvPr>
          <p:cNvSpPr txBox="1"/>
          <p:nvPr/>
        </p:nvSpPr>
        <p:spPr>
          <a:xfrm rot="16200000">
            <a:off x="-577716" y="3218346"/>
            <a:ext cx="1447832" cy="276999"/>
          </a:xfrm>
          <a:prstGeom prst="rect">
            <a:avLst/>
          </a:prstGeom>
          <a:noFill/>
        </p:spPr>
        <p:txBody>
          <a:bodyPr wrap="none" rtlCol="0">
            <a:spAutoFit/>
          </a:bodyPr>
          <a:lstStyle/>
          <a:p>
            <a:r>
              <a:rPr lang="en-US" sz="1200" dirty="0">
                <a:latin typeface="Arial" panose="020B0604020202020204" pitchFamily="34" charset="0"/>
                <a:cs typeface="Arial" panose="020B0604020202020204" pitchFamily="34" charset="0"/>
              </a:rPr>
              <a:t>Prediction error (</a:t>
            </a:r>
            <a:r>
              <a:rPr lang="el-GR" sz="1200" dirty="0">
                <a:latin typeface="Arial" panose="020B0604020202020204" pitchFamily="34" charset="0"/>
                <a:cs typeface="Arial" panose="020B0604020202020204" pitchFamily="34" charset="0"/>
              </a:rPr>
              <a:t>ε</a:t>
            </a:r>
            <a:r>
              <a:rPr lang="en-US" sz="1200" dirty="0">
                <a:latin typeface="Arial" panose="020B0604020202020204" pitchFamily="34" charset="0"/>
                <a:cs typeface="Arial" panose="020B0604020202020204" pitchFamily="34" charset="0"/>
              </a:rPr>
              <a:t>)</a:t>
            </a:r>
          </a:p>
        </p:txBody>
      </p:sp>
      <p:sp>
        <p:nvSpPr>
          <p:cNvPr id="3" name="Rectangle 2">
            <a:extLst>
              <a:ext uri="{FF2B5EF4-FFF2-40B4-BE49-F238E27FC236}">
                <a16:creationId xmlns:a16="http://schemas.microsoft.com/office/drawing/2014/main" id="{6FED4087-2668-C426-D86F-49303DB222D5}"/>
              </a:ext>
            </a:extLst>
          </p:cNvPr>
          <p:cNvSpPr/>
          <p:nvPr/>
        </p:nvSpPr>
        <p:spPr>
          <a:xfrm>
            <a:off x="0" y="0"/>
            <a:ext cx="12192000" cy="685800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8B01F749-6441-AD09-A716-4C769FF2A22B}"/>
              </a:ext>
            </a:extLst>
          </p:cNvPr>
          <p:cNvSpPr txBox="1">
            <a:spLocks/>
          </p:cNvSpPr>
          <p:nvPr/>
        </p:nvSpPr>
        <p:spPr>
          <a:xfrm>
            <a:off x="1563932" y="1808866"/>
            <a:ext cx="9722242" cy="134931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500" b="1" dirty="0">
                <a:latin typeface="Arial" panose="020B0604020202020204" pitchFamily="34" charset="0"/>
                <a:cs typeface="Arial" panose="020B0604020202020204" pitchFamily="34" charset="0"/>
              </a:rPr>
              <a:t>Great! That’s good news! </a:t>
            </a:r>
          </a:p>
          <a:p>
            <a:r>
              <a:rPr lang="en-GB" sz="3500" b="1" dirty="0">
                <a:latin typeface="Arial" panose="020B0604020202020204" pitchFamily="34" charset="0"/>
                <a:cs typeface="Arial" panose="020B0604020202020204" pitchFamily="34" charset="0"/>
              </a:rPr>
              <a:t>But what about the parameters?</a:t>
            </a:r>
            <a:endParaRPr lang="en-GB" sz="3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6057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3911A-6026-E589-C53C-30FB7DD1587B}"/>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DD7143FF-B098-DECD-6D3A-AE68B6B50267}"/>
              </a:ext>
            </a:extLst>
          </p:cNvPr>
          <p:cNvPicPr>
            <a:picLocks noChangeAspect="1"/>
          </p:cNvPicPr>
          <p:nvPr/>
        </p:nvPicPr>
        <p:blipFill>
          <a:blip r:embed="rId3"/>
          <a:srcRect l="8373" r="8456"/>
          <a:stretch>
            <a:fillRect/>
          </a:stretch>
        </p:blipFill>
        <p:spPr>
          <a:xfrm>
            <a:off x="0" y="0"/>
            <a:ext cx="3648964" cy="3247519"/>
          </a:xfrm>
          <a:prstGeom prst="rect">
            <a:avLst/>
          </a:prstGeom>
        </p:spPr>
      </p:pic>
      <p:pic>
        <p:nvPicPr>
          <p:cNvPr id="15" name="Picture 14">
            <a:extLst>
              <a:ext uri="{FF2B5EF4-FFF2-40B4-BE49-F238E27FC236}">
                <a16:creationId xmlns:a16="http://schemas.microsoft.com/office/drawing/2014/main" id="{562C28CE-844A-8D32-132D-BEBE9DD1C699}"/>
              </a:ext>
            </a:extLst>
          </p:cNvPr>
          <p:cNvPicPr>
            <a:picLocks noChangeAspect="1"/>
          </p:cNvPicPr>
          <p:nvPr/>
        </p:nvPicPr>
        <p:blipFill>
          <a:blip r:embed="rId4"/>
          <a:srcRect l="8373" r="8456"/>
          <a:stretch>
            <a:fillRect/>
          </a:stretch>
        </p:blipFill>
        <p:spPr>
          <a:xfrm>
            <a:off x="0" y="3610481"/>
            <a:ext cx="3648964" cy="3247519"/>
          </a:xfrm>
          <a:prstGeom prst="rect">
            <a:avLst/>
          </a:prstGeom>
        </p:spPr>
      </p:pic>
      <p:cxnSp>
        <p:nvCxnSpPr>
          <p:cNvPr id="59" name="Straight Arrow Connector 58">
            <a:extLst>
              <a:ext uri="{FF2B5EF4-FFF2-40B4-BE49-F238E27FC236}">
                <a16:creationId xmlns:a16="http://schemas.microsoft.com/office/drawing/2014/main" id="{77CBD6D6-889A-5271-7602-606267D89AD0}"/>
              </a:ext>
            </a:extLst>
          </p:cNvPr>
          <p:cNvCxnSpPr>
            <a:cxnSpLocks/>
          </p:cNvCxnSpPr>
          <p:nvPr/>
        </p:nvCxnSpPr>
        <p:spPr>
          <a:xfrm>
            <a:off x="3945591" y="6322624"/>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2CA29158-C243-C532-8D7D-B568A537BB51}"/>
              </a:ext>
            </a:extLst>
          </p:cNvPr>
          <p:cNvCxnSpPr>
            <a:cxnSpLocks/>
          </p:cNvCxnSpPr>
          <p:nvPr/>
        </p:nvCxnSpPr>
        <p:spPr>
          <a:xfrm flipV="1">
            <a:off x="4023796" y="3931015"/>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25E9BFB-E8EB-94A2-FF56-DB350EF693B1}"/>
              </a:ext>
            </a:extLst>
          </p:cNvPr>
          <p:cNvSpPr txBox="1"/>
          <p:nvPr/>
        </p:nvSpPr>
        <p:spPr>
          <a:xfrm>
            <a:off x="5141295" y="6367087"/>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68" name="TextBox 67">
            <a:extLst>
              <a:ext uri="{FF2B5EF4-FFF2-40B4-BE49-F238E27FC236}">
                <a16:creationId xmlns:a16="http://schemas.microsoft.com/office/drawing/2014/main" id="{18D51BCF-700B-7BB0-9453-3E32F714C6FA}"/>
              </a:ext>
            </a:extLst>
          </p:cNvPr>
          <p:cNvSpPr txBox="1"/>
          <p:nvPr/>
        </p:nvSpPr>
        <p:spPr>
          <a:xfrm rot="16200000">
            <a:off x="3003146" y="4880577"/>
            <a:ext cx="1630190" cy="338554"/>
          </a:xfrm>
          <a:prstGeom prst="rect">
            <a:avLst/>
          </a:prstGeom>
          <a:noFill/>
        </p:spPr>
        <p:txBody>
          <a:bodyPr wrap="none" rtlCol="0">
            <a:spAutoFit/>
          </a:bodyPr>
          <a:lstStyle/>
          <a:p>
            <a:r>
              <a:rPr lang="en-GB" sz="1600" dirty="0">
                <a:latin typeface="Palatino" pitchFamily="2" charset="77"/>
                <a:ea typeface="Palatino" pitchFamily="2" charset="77"/>
              </a:rPr>
              <a:t>Autocorrelation</a:t>
            </a:r>
          </a:p>
        </p:txBody>
      </p:sp>
      <p:sp>
        <p:nvSpPr>
          <p:cNvPr id="70" name="Freeform 69">
            <a:extLst>
              <a:ext uri="{FF2B5EF4-FFF2-40B4-BE49-F238E27FC236}">
                <a16:creationId xmlns:a16="http://schemas.microsoft.com/office/drawing/2014/main" id="{A9F91950-4F3A-17E8-1425-DEA3D25D028B}"/>
              </a:ext>
            </a:extLst>
          </p:cNvPr>
          <p:cNvSpPr/>
          <p:nvPr/>
        </p:nvSpPr>
        <p:spPr>
          <a:xfrm>
            <a:off x="4060536" y="730548"/>
            <a:ext cx="3621973" cy="2066306"/>
          </a:xfrm>
          <a:custGeom>
            <a:avLst/>
            <a:gdLst>
              <a:gd name="connsiteX0" fmla="*/ 0 w 3491345"/>
              <a:gd name="connsiteY0" fmla="*/ 0 h 938150"/>
              <a:gd name="connsiteX1" fmla="*/ 1615044 w 3491345"/>
              <a:gd name="connsiteY1" fmla="*/ 296883 h 938150"/>
              <a:gd name="connsiteX2" fmla="*/ 3491345 w 3491345"/>
              <a:gd name="connsiteY2" fmla="*/ 938150 h 938150"/>
              <a:gd name="connsiteX0" fmla="*/ 0 w 3621973"/>
              <a:gd name="connsiteY0" fmla="*/ 0 h 2066306"/>
              <a:gd name="connsiteX1" fmla="*/ 1615044 w 3621973"/>
              <a:gd name="connsiteY1" fmla="*/ 296883 h 2066306"/>
              <a:gd name="connsiteX2" fmla="*/ 3621973 w 3621973"/>
              <a:gd name="connsiteY2" fmla="*/ 2066306 h 2066306"/>
              <a:gd name="connsiteX0" fmla="*/ 0 w 3621973"/>
              <a:gd name="connsiteY0" fmla="*/ 0 h 2066306"/>
              <a:gd name="connsiteX1" fmla="*/ 1900052 w 3621973"/>
              <a:gd name="connsiteY1" fmla="*/ 605642 h 2066306"/>
              <a:gd name="connsiteX2" fmla="*/ 3621973 w 3621973"/>
              <a:gd name="connsiteY2" fmla="*/ 2066306 h 2066306"/>
              <a:gd name="connsiteX0" fmla="*/ 0 w 3621973"/>
              <a:gd name="connsiteY0" fmla="*/ 0 h 2066306"/>
              <a:gd name="connsiteX1" fmla="*/ 1900052 w 3621973"/>
              <a:gd name="connsiteY1" fmla="*/ 605642 h 2066306"/>
              <a:gd name="connsiteX2" fmla="*/ 3621973 w 3621973"/>
              <a:gd name="connsiteY2" fmla="*/ 2066306 h 2066306"/>
              <a:gd name="connsiteX0" fmla="*/ 0 w 3621973"/>
              <a:gd name="connsiteY0" fmla="*/ 0 h 2066306"/>
              <a:gd name="connsiteX1" fmla="*/ 1900052 w 3621973"/>
              <a:gd name="connsiteY1" fmla="*/ 605642 h 2066306"/>
              <a:gd name="connsiteX2" fmla="*/ 3621973 w 3621973"/>
              <a:gd name="connsiteY2" fmla="*/ 2066306 h 2066306"/>
              <a:gd name="connsiteX0" fmla="*/ 0 w 3621973"/>
              <a:gd name="connsiteY0" fmla="*/ 0 h 2066306"/>
              <a:gd name="connsiteX1" fmla="*/ 1757548 w 3621973"/>
              <a:gd name="connsiteY1" fmla="*/ 653143 h 2066306"/>
              <a:gd name="connsiteX2" fmla="*/ 3621973 w 3621973"/>
              <a:gd name="connsiteY2" fmla="*/ 2066306 h 2066306"/>
              <a:gd name="connsiteX0" fmla="*/ 0 w 3621973"/>
              <a:gd name="connsiteY0" fmla="*/ 0 h 2066306"/>
              <a:gd name="connsiteX1" fmla="*/ 1757548 w 3621973"/>
              <a:gd name="connsiteY1" fmla="*/ 653143 h 2066306"/>
              <a:gd name="connsiteX2" fmla="*/ 2482768 w 3621973"/>
              <a:gd name="connsiteY2" fmla="*/ 1537639 h 2066306"/>
              <a:gd name="connsiteX3" fmla="*/ 3621973 w 3621973"/>
              <a:gd name="connsiteY3" fmla="*/ 2066306 h 2066306"/>
              <a:gd name="connsiteX0" fmla="*/ 0 w 3621973"/>
              <a:gd name="connsiteY0" fmla="*/ 0 h 2066306"/>
              <a:gd name="connsiteX1" fmla="*/ 1472541 w 3621973"/>
              <a:gd name="connsiteY1" fmla="*/ 415636 h 2066306"/>
              <a:gd name="connsiteX2" fmla="*/ 2482768 w 3621973"/>
              <a:gd name="connsiteY2" fmla="*/ 1537639 h 2066306"/>
              <a:gd name="connsiteX3" fmla="*/ 3621973 w 3621973"/>
              <a:gd name="connsiteY3" fmla="*/ 2066306 h 2066306"/>
              <a:gd name="connsiteX0" fmla="*/ 0 w 3621973"/>
              <a:gd name="connsiteY0" fmla="*/ 0 h 2066306"/>
              <a:gd name="connsiteX1" fmla="*/ 1472541 w 3621973"/>
              <a:gd name="connsiteY1" fmla="*/ 415636 h 2066306"/>
              <a:gd name="connsiteX2" fmla="*/ 2482768 w 3621973"/>
              <a:gd name="connsiteY2" fmla="*/ 1537639 h 2066306"/>
              <a:gd name="connsiteX3" fmla="*/ 3621973 w 3621973"/>
              <a:gd name="connsiteY3" fmla="*/ 2066306 h 2066306"/>
              <a:gd name="connsiteX0" fmla="*/ 0 w 3621973"/>
              <a:gd name="connsiteY0" fmla="*/ 0 h 2066306"/>
              <a:gd name="connsiteX1" fmla="*/ 1472541 w 3621973"/>
              <a:gd name="connsiteY1" fmla="*/ 415636 h 2066306"/>
              <a:gd name="connsiteX2" fmla="*/ 2482768 w 3621973"/>
              <a:gd name="connsiteY2" fmla="*/ 1537639 h 2066306"/>
              <a:gd name="connsiteX3" fmla="*/ 3621973 w 3621973"/>
              <a:gd name="connsiteY3" fmla="*/ 2066306 h 2066306"/>
              <a:gd name="connsiteX0" fmla="*/ 0 w 3621973"/>
              <a:gd name="connsiteY0" fmla="*/ 0 h 2066306"/>
              <a:gd name="connsiteX1" fmla="*/ 1555668 w 3621973"/>
              <a:gd name="connsiteY1" fmla="*/ 237507 h 2066306"/>
              <a:gd name="connsiteX2" fmla="*/ 2482768 w 3621973"/>
              <a:gd name="connsiteY2" fmla="*/ 1537639 h 2066306"/>
              <a:gd name="connsiteX3" fmla="*/ 3621973 w 3621973"/>
              <a:gd name="connsiteY3" fmla="*/ 2066306 h 2066306"/>
              <a:gd name="connsiteX0" fmla="*/ 0 w 3621973"/>
              <a:gd name="connsiteY0" fmla="*/ 0 h 2066306"/>
              <a:gd name="connsiteX1" fmla="*/ 1555668 w 3621973"/>
              <a:gd name="connsiteY1" fmla="*/ 237507 h 2066306"/>
              <a:gd name="connsiteX2" fmla="*/ 2340264 w 3621973"/>
              <a:gd name="connsiteY2" fmla="*/ 1442637 h 2066306"/>
              <a:gd name="connsiteX3" fmla="*/ 3621973 w 3621973"/>
              <a:gd name="connsiteY3" fmla="*/ 2066306 h 2066306"/>
              <a:gd name="connsiteX0" fmla="*/ 0 w 3621973"/>
              <a:gd name="connsiteY0" fmla="*/ 0 h 2066306"/>
              <a:gd name="connsiteX1" fmla="*/ 1531917 w 3621973"/>
              <a:gd name="connsiteY1" fmla="*/ 475014 h 2066306"/>
              <a:gd name="connsiteX2" fmla="*/ 2340264 w 3621973"/>
              <a:gd name="connsiteY2" fmla="*/ 1442637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Lst>
            <a:ahLst/>
            <a:cxnLst>
              <a:cxn ang="0">
                <a:pos x="connsiteX0" y="connsiteY0"/>
              </a:cxn>
              <a:cxn ang="0">
                <a:pos x="connsiteX1" y="connsiteY1"/>
              </a:cxn>
              <a:cxn ang="0">
                <a:pos x="connsiteX2" y="connsiteY2"/>
              </a:cxn>
              <a:cxn ang="0">
                <a:pos x="connsiteX3" y="connsiteY3"/>
              </a:cxn>
            </a:cxnLst>
            <a:rect l="l" t="t" r="r" b="b"/>
            <a:pathLst>
              <a:path w="3621973" h="2066306">
                <a:moveTo>
                  <a:pt x="0" y="0"/>
                </a:moveTo>
                <a:cubicBezTo>
                  <a:pt x="516576" y="70262"/>
                  <a:pt x="748146" y="33649"/>
                  <a:pt x="1531917" y="475014"/>
                </a:cubicBezTo>
                <a:cubicBezTo>
                  <a:pt x="2088216" y="954939"/>
                  <a:pt x="1875148" y="1100232"/>
                  <a:pt x="2482768" y="1668268"/>
                </a:cubicBezTo>
                <a:cubicBezTo>
                  <a:pt x="3149765" y="2165053"/>
                  <a:pt x="3479607" y="1952465"/>
                  <a:pt x="3621973" y="2066306"/>
                </a:cubicBezTo>
              </a:path>
            </a:pathLst>
          </a:custGeom>
          <a:no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Freeform 74">
            <a:extLst>
              <a:ext uri="{FF2B5EF4-FFF2-40B4-BE49-F238E27FC236}">
                <a16:creationId xmlns:a16="http://schemas.microsoft.com/office/drawing/2014/main" id="{C2E51188-9839-8FE7-7141-BA25514A5A42}"/>
              </a:ext>
            </a:extLst>
          </p:cNvPr>
          <p:cNvSpPr/>
          <p:nvPr/>
        </p:nvSpPr>
        <p:spPr>
          <a:xfrm>
            <a:off x="4084287" y="4215741"/>
            <a:ext cx="3522082" cy="2038989"/>
          </a:xfrm>
          <a:custGeom>
            <a:avLst/>
            <a:gdLst>
              <a:gd name="connsiteX0" fmla="*/ 0 w 3538847"/>
              <a:gd name="connsiteY0" fmla="*/ 0 h 1911927"/>
              <a:gd name="connsiteX1" fmla="*/ 819398 w 3538847"/>
              <a:gd name="connsiteY1" fmla="*/ 296883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38847"/>
              <a:gd name="connsiteY0" fmla="*/ 0 h 1911927"/>
              <a:gd name="connsiteX1" fmla="*/ 736270 w 3538847"/>
              <a:gd name="connsiteY1" fmla="*/ 380010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936109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1024111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1630347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14897 w 3526972"/>
              <a:gd name="connsiteY4" fmla="*/ 1639474 h 1852550"/>
              <a:gd name="connsiteX5" fmla="*/ 2487882 w 3526972"/>
              <a:gd name="connsiteY5" fmla="*/ 1630347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14897 w 3526972"/>
              <a:gd name="connsiteY4" fmla="*/ 1639474 h 1852550"/>
              <a:gd name="connsiteX5" fmla="*/ 2487882 w 3526972"/>
              <a:gd name="connsiteY5" fmla="*/ 1786795 h 1852550"/>
              <a:gd name="connsiteX6" fmla="*/ 3111336 w 3526972"/>
              <a:gd name="connsiteY6" fmla="*/ 1721921 h 1852550"/>
              <a:gd name="connsiteX7" fmla="*/ 3526972 w 3526972"/>
              <a:gd name="connsiteY7" fmla="*/ 1852550 h 1852550"/>
              <a:gd name="connsiteX0" fmla="*/ 0 w 3526972"/>
              <a:gd name="connsiteY0" fmla="*/ 0 h 1876135"/>
              <a:gd name="connsiteX1" fmla="*/ 717519 w 3526972"/>
              <a:gd name="connsiteY1" fmla="*/ 410011 h 1876135"/>
              <a:gd name="connsiteX2" fmla="*/ 1247535 w 3526972"/>
              <a:gd name="connsiteY2" fmla="*/ 1085655 h 1876135"/>
              <a:gd name="connsiteX3" fmla="*/ 1538168 w 3526972"/>
              <a:gd name="connsiteY3" fmla="*/ 1433789 h 1876135"/>
              <a:gd name="connsiteX4" fmla="*/ 1914897 w 3526972"/>
              <a:gd name="connsiteY4" fmla="*/ 1639474 h 1876135"/>
              <a:gd name="connsiteX5" fmla="*/ 2487882 w 3526972"/>
              <a:gd name="connsiteY5" fmla="*/ 1786795 h 1876135"/>
              <a:gd name="connsiteX6" fmla="*/ 3111336 w 3526972"/>
              <a:gd name="connsiteY6" fmla="*/ 1829480 h 1876135"/>
              <a:gd name="connsiteX7" fmla="*/ 3526972 w 3526972"/>
              <a:gd name="connsiteY7" fmla="*/ 1852550 h 1876135"/>
              <a:gd name="connsiteX0" fmla="*/ 0 w 3526972"/>
              <a:gd name="connsiteY0" fmla="*/ 0 h 1876135"/>
              <a:gd name="connsiteX1" fmla="*/ 717519 w 3526972"/>
              <a:gd name="connsiteY1" fmla="*/ 410011 h 1876135"/>
              <a:gd name="connsiteX2" fmla="*/ 1247535 w 3526972"/>
              <a:gd name="connsiteY2" fmla="*/ 1085655 h 1876135"/>
              <a:gd name="connsiteX3" fmla="*/ 1538168 w 3526972"/>
              <a:gd name="connsiteY3" fmla="*/ 1433789 h 1876135"/>
              <a:gd name="connsiteX4" fmla="*/ 1914897 w 3526972"/>
              <a:gd name="connsiteY4" fmla="*/ 1639474 h 1876135"/>
              <a:gd name="connsiteX5" fmla="*/ 2487882 w 3526972"/>
              <a:gd name="connsiteY5" fmla="*/ 1786795 h 1876135"/>
              <a:gd name="connsiteX6" fmla="*/ 3111336 w 3526972"/>
              <a:gd name="connsiteY6" fmla="*/ 1829480 h 1876135"/>
              <a:gd name="connsiteX7" fmla="*/ 3526972 w 3526972"/>
              <a:gd name="connsiteY7" fmla="*/ 1852550 h 1876135"/>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14897 w 3526972"/>
              <a:gd name="connsiteY4" fmla="*/ 1639474 h 1852550"/>
              <a:gd name="connsiteX5" fmla="*/ 2487882 w 3526972"/>
              <a:gd name="connsiteY5" fmla="*/ 1786795 h 1852550"/>
              <a:gd name="connsiteX6" fmla="*/ 3111336 w 3526972"/>
              <a:gd name="connsiteY6" fmla="*/ 1829480 h 1852550"/>
              <a:gd name="connsiteX7" fmla="*/ 3526972 w 3526972"/>
              <a:gd name="connsiteY7" fmla="*/ 1852550 h 1852550"/>
              <a:gd name="connsiteX0" fmla="*/ 0 w 3522082"/>
              <a:gd name="connsiteY0" fmla="*/ 0 h 1831506"/>
              <a:gd name="connsiteX1" fmla="*/ 717519 w 3522082"/>
              <a:gd name="connsiteY1" fmla="*/ 410011 h 1831506"/>
              <a:gd name="connsiteX2" fmla="*/ 1247535 w 3522082"/>
              <a:gd name="connsiteY2" fmla="*/ 1085655 h 1831506"/>
              <a:gd name="connsiteX3" fmla="*/ 1538168 w 3522082"/>
              <a:gd name="connsiteY3" fmla="*/ 1433789 h 1831506"/>
              <a:gd name="connsiteX4" fmla="*/ 1914897 w 3522082"/>
              <a:gd name="connsiteY4" fmla="*/ 1639474 h 1831506"/>
              <a:gd name="connsiteX5" fmla="*/ 2487882 w 3522082"/>
              <a:gd name="connsiteY5" fmla="*/ 1786795 h 1831506"/>
              <a:gd name="connsiteX6" fmla="*/ 3111336 w 3522082"/>
              <a:gd name="connsiteY6" fmla="*/ 1829480 h 1831506"/>
              <a:gd name="connsiteX7" fmla="*/ 3522082 w 3522082"/>
              <a:gd name="connsiteY7" fmla="*/ 1830588 h 1831506"/>
              <a:gd name="connsiteX0" fmla="*/ 0 w 3522082"/>
              <a:gd name="connsiteY0" fmla="*/ 0 h 1831506"/>
              <a:gd name="connsiteX1" fmla="*/ 717519 w 3522082"/>
              <a:gd name="connsiteY1" fmla="*/ 410011 h 1831506"/>
              <a:gd name="connsiteX2" fmla="*/ 1247535 w 3522082"/>
              <a:gd name="connsiteY2" fmla="*/ 1085655 h 1831506"/>
              <a:gd name="connsiteX3" fmla="*/ 1538168 w 3522082"/>
              <a:gd name="connsiteY3" fmla="*/ 1433789 h 1831506"/>
              <a:gd name="connsiteX4" fmla="*/ 1914897 w 3522082"/>
              <a:gd name="connsiteY4" fmla="*/ 1639474 h 1831506"/>
              <a:gd name="connsiteX5" fmla="*/ 2487882 w 3522082"/>
              <a:gd name="connsiteY5" fmla="*/ 1786795 h 1831506"/>
              <a:gd name="connsiteX6" fmla="*/ 3111336 w 3522082"/>
              <a:gd name="connsiteY6" fmla="*/ 1829480 h 1831506"/>
              <a:gd name="connsiteX7" fmla="*/ 3522082 w 3522082"/>
              <a:gd name="connsiteY7" fmla="*/ 1830588 h 1831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2082" h="1831506">
                <a:moveTo>
                  <a:pt x="0" y="0"/>
                </a:moveTo>
                <a:cubicBezTo>
                  <a:pt x="442252" y="28959"/>
                  <a:pt x="509597" y="229069"/>
                  <a:pt x="717519" y="410011"/>
                </a:cubicBezTo>
                <a:cubicBezTo>
                  <a:pt x="925442" y="590954"/>
                  <a:pt x="1110760" y="915025"/>
                  <a:pt x="1247535" y="1085655"/>
                </a:cubicBezTo>
                <a:cubicBezTo>
                  <a:pt x="1384310" y="1256285"/>
                  <a:pt x="1426941" y="1341486"/>
                  <a:pt x="1538168" y="1433789"/>
                </a:cubicBezTo>
                <a:cubicBezTo>
                  <a:pt x="1649395" y="1526092"/>
                  <a:pt x="1756611" y="1580640"/>
                  <a:pt x="1914897" y="1639474"/>
                </a:cubicBezTo>
                <a:cubicBezTo>
                  <a:pt x="2073183" y="1698308"/>
                  <a:pt x="2288476" y="1755127"/>
                  <a:pt x="2487882" y="1786795"/>
                </a:cubicBezTo>
                <a:cubicBezTo>
                  <a:pt x="2687288" y="1818463"/>
                  <a:pt x="2785755" y="1838077"/>
                  <a:pt x="3111336" y="1829480"/>
                </a:cubicBezTo>
                <a:cubicBezTo>
                  <a:pt x="3273631" y="1820883"/>
                  <a:pt x="3274272" y="1823538"/>
                  <a:pt x="3522082" y="1830588"/>
                </a:cubicBezTo>
              </a:path>
            </a:pathLst>
          </a:cu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Straight Arrow Connector 1">
            <a:extLst>
              <a:ext uri="{FF2B5EF4-FFF2-40B4-BE49-F238E27FC236}">
                <a16:creationId xmlns:a16="http://schemas.microsoft.com/office/drawing/2014/main" id="{2D6B0B6F-9F2E-AA9D-328C-2E487886E77D}"/>
              </a:ext>
            </a:extLst>
          </p:cNvPr>
          <p:cNvCxnSpPr>
            <a:cxnSpLocks/>
          </p:cNvCxnSpPr>
          <p:nvPr/>
        </p:nvCxnSpPr>
        <p:spPr>
          <a:xfrm>
            <a:off x="3945591" y="2864502"/>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C5CA957D-BE89-737A-13A1-4B351D8988BB}"/>
              </a:ext>
            </a:extLst>
          </p:cNvPr>
          <p:cNvCxnSpPr>
            <a:cxnSpLocks/>
          </p:cNvCxnSpPr>
          <p:nvPr/>
        </p:nvCxnSpPr>
        <p:spPr>
          <a:xfrm flipV="1">
            <a:off x="4023796" y="472893"/>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ACA3D29B-BAA8-5288-EEAE-71C68F98844F}"/>
              </a:ext>
            </a:extLst>
          </p:cNvPr>
          <p:cNvSpPr txBox="1"/>
          <p:nvPr/>
        </p:nvSpPr>
        <p:spPr>
          <a:xfrm>
            <a:off x="5141295" y="2908965"/>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5" name="TextBox 4">
            <a:extLst>
              <a:ext uri="{FF2B5EF4-FFF2-40B4-BE49-F238E27FC236}">
                <a16:creationId xmlns:a16="http://schemas.microsoft.com/office/drawing/2014/main" id="{4FEC7461-E722-F7B7-33DD-C9FA94A75875}"/>
              </a:ext>
            </a:extLst>
          </p:cNvPr>
          <p:cNvSpPr txBox="1"/>
          <p:nvPr/>
        </p:nvSpPr>
        <p:spPr>
          <a:xfrm rot="16200000">
            <a:off x="3003146" y="1422455"/>
            <a:ext cx="1630190" cy="338554"/>
          </a:xfrm>
          <a:prstGeom prst="rect">
            <a:avLst/>
          </a:prstGeom>
          <a:noFill/>
        </p:spPr>
        <p:txBody>
          <a:bodyPr wrap="none" rtlCol="0">
            <a:spAutoFit/>
          </a:bodyPr>
          <a:lstStyle/>
          <a:p>
            <a:r>
              <a:rPr lang="en-GB" sz="1600" dirty="0">
                <a:latin typeface="Palatino" pitchFamily="2" charset="77"/>
                <a:ea typeface="Palatino" pitchFamily="2" charset="77"/>
              </a:rPr>
              <a:t>Autocorrelation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A51F51-16C5-6D90-B317-D2A8102E5EBB}"/>
                  </a:ext>
                </a:extLst>
              </p:cNvPr>
              <p:cNvSpPr txBox="1"/>
              <p:nvPr/>
            </p:nvSpPr>
            <p:spPr>
              <a:xfrm>
                <a:off x="6828466" y="3316224"/>
                <a:ext cx="6096000" cy="1127360"/>
              </a:xfrm>
              <a:prstGeom prst="rect">
                <a:avLst/>
              </a:prstGeom>
              <a:noFill/>
            </p:spPr>
            <p:txBody>
              <a:bodyPr wrap="square">
                <a:spAutoFit/>
              </a:bodyPr>
              <a:lstStyle/>
              <a:p>
                <a:pPr algn="just">
                  <a:lnSpc>
                    <a:spcPct val="115000"/>
                  </a:lnSpc>
                  <a:spcBef>
                    <a:spcPts val="500"/>
                  </a:spcBef>
                  <a:buNone/>
                </a:pPr>
                <a14:m>
                  <m:oMathPara xmlns:m="http://schemas.openxmlformats.org/officeDocument/2006/math">
                    <m:oMath>
                      <m:sSub>
                        <m:sSubPr>
                          <m:ctrlPr>
                            <a:rPr lang="en-US" sz="1800" i="1">
                              <a:effectLst/>
                              <a:latin typeface="Cambria Math" panose="02040503050406030204" pitchFamily="18" charset="0"/>
                              <a:ea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rPr>
                            <m:t>𝑌</m:t>
                          </m:r>
                        </m:e>
                        <m:sub>
                          <m:r>
                            <a:rPr lang="en-US" sz="1800" i="1">
                              <a:effectLst/>
                              <a:latin typeface="Cambria Math" panose="02040503050406030204" pitchFamily="18" charset="0"/>
                              <a:ea typeface="Times New Roman" panose="02020603050405020304" pitchFamily="18" charset="0"/>
                            </a:rPr>
                            <m:t>𝑖</m:t>
                          </m:r>
                        </m:sub>
                      </m:sSub>
                      <m:r>
                        <a:rPr lang="en-US" sz="1800" i="1">
                          <a:effectLst/>
                          <a:latin typeface="Cambria Math" panose="02040503050406030204" pitchFamily="18" charset="0"/>
                          <a:ea typeface="Times New Roman" panose="02020603050405020304" pitchFamily="18" charset="0"/>
                        </a:rPr>
                        <m:t> ~ </m:t>
                      </m:r>
                      <m:r>
                        <a:rPr lang="en-US" sz="1800" i="1">
                          <a:effectLst/>
                          <a:latin typeface="Cambria Math" panose="02040503050406030204" pitchFamily="18" charset="0"/>
                          <a:ea typeface="Times New Roman" panose="02020603050405020304" pitchFamily="18" charset="0"/>
                        </a:rPr>
                        <m:t>𝑀𝑉𝑁</m:t>
                      </m:r>
                      <m:r>
                        <a:rPr lang="en-US" sz="1800" i="1">
                          <a:effectLst/>
                          <a:latin typeface="Cambria Math" panose="02040503050406030204" pitchFamily="18" charset="0"/>
                          <a:ea typeface="Times New Roman" panose="02020603050405020304" pitchFamily="18" charset="0"/>
                        </a:rPr>
                        <m:t>(</m:t>
                      </m:r>
                      <m:sSub>
                        <m:sSubPr>
                          <m:ctrlPr>
                            <a:rPr lang="el-GR" sz="1800" i="1">
                              <a:effectLst/>
                              <a:latin typeface="Cambria Math" panose="02040503050406030204" pitchFamily="18" charset="0"/>
                              <a:ea typeface="Times New Roman" panose="02020603050405020304" pitchFamily="18" charset="0"/>
                            </a:rPr>
                          </m:ctrlPr>
                        </m:sSubPr>
                        <m:e>
                          <m:r>
                            <a:rPr lang="el-GR" sz="1800" i="1">
                              <a:effectLst/>
                              <a:latin typeface="Cambria Math" panose="02040503050406030204" pitchFamily="18" charset="0"/>
                              <a:ea typeface="Times New Roman" panose="02020603050405020304" pitchFamily="18" charset="0"/>
                            </a:rPr>
                            <m:t>𝜇</m:t>
                          </m:r>
                        </m:e>
                        <m:sub>
                          <m:r>
                            <a:rPr lang="el-GR" sz="1800" i="1">
                              <a:effectLst/>
                              <a:latin typeface="Cambria Math" panose="02040503050406030204" pitchFamily="18" charset="0"/>
                              <a:ea typeface="Times New Roman" panose="02020603050405020304" pitchFamily="18" charset="0"/>
                            </a:rPr>
                            <m:t>𝑖</m:t>
                          </m:r>
                        </m:sub>
                      </m:sSub>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𝑘</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oMath>
                  </m:oMathPara>
                </a14:m>
                <a:endParaRPr lang="en-US" sz="1800" dirty="0">
                  <a:effectLst/>
                  <a:latin typeface="Times New Roman" panose="02020603050405020304" pitchFamily="18" charset="0"/>
                  <a:ea typeface="Times New Roman" panose="02020603050405020304" pitchFamily="18" charset="0"/>
                </a:endParaRPr>
              </a:p>
              <a:p>
                <a:pPr algn="just">
                  <a:lnSpc>
                    <a:spcPct val="115000"/>
                  </a:lnSpc>
                  <a:spcAft>
                    <a:spcPts val="500"/>
                  </a:spcAft>
                </a:pPr>
                <a14:m>
                  <m:oMathPara xmlns:m="http://schemas.openxmlformats.org/officeDocument/2006/math">
                    <m:oMath>
                      <m:r>
                        <a:rPr lang="en-US" sz="1800" i="1">
                          <a:effectLst/>
                          <a:latin typeface="Cambria Math" panose="02040503050406030204" pitchFamily="18" charset="0"/>
                          <a:ea typeface="Times New Roman" panose="02020603050405020304" pitchFamily="18" charset="0"/>
                        </a:rPr>
                        <m:t>𝑘</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rPr>
                            <m:t>𝛼</m:t>
                          </m:r>
                        </m:e>
                        <m:sup>
                          <m:r>
                            <a:rPr lang="en-US" sz="1800" i="1">
                              <a:effectLst/>
                              <a:latin typeface="Cambria Math" panose="02040503050406030204" pitchFamily="18" charset="0"/>
                              <a:ea typeface="Times New Roman" panose="02020603050405020304" pitchFamily="18" charset="0"/>
                            </a:rPr>
                            <m:t>2</m:t>
                          </m:r>
                        </m:sup>
                      </m:sSup>
                      <m:r>
                        <a:rPr lang="en-US" sz="1800" i="1">
                          <a:effectLst/>
                          <a:latin typeface="Cambria Math" panose="02040503050406030204" pitchFamily="18" charset="0"/>
                          <a:ea typeface="Times New Roman" panose="02020603050405020304" pitchFamily="18" charset="0"/>
                        </a:rPr>
                        <m:t>∗</m:t>
                      </m:r>
                      <m:r>
                        <m:rPr>
                          <m:sty m:val="p"/>
                        </m:rPr>
                        <a:rPr lang="en-US" sz="1800">
                          <a:effectLst/>
                          <a:latin typeface="Cambria Math" panose="02040503050406030204" pitchFamily="18" charset="0"/>
                          <a:ea typeface="Times New Roman" panose="02020603050405020304" pitchFamily="18" charset="0"/>
                        </a:rPr>
                        <m:t>exp</m:t>
                      </m:r>
                      <m:r>
                        <a:rPr lang="en-US" sz="1800">
                          <a:effectLst/>
                          <a:latin typeface="Cambria Math" panose="02040503050406030204" pitchFamily="18" charset="0"/>
                          <a:ea typeface="Times New Roman" panose="02020603050405020304" pitchFamily="18" charset="0"/>
                        </a:rPr>
                        <m:t>⁡</m:t>
                      </m:r>
                      <m:d>
                        <m:dPr>
                          <m:ctrlPr>
                            <a:rPr lang="en-US" sz="1800" i="1">
                              <a:effectLst/>
                              <a:latin typeface="Cambria Math" panose="02040503050406030204" pitchFamily="18" charset="0"/>
                              <a:ea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rPr>
                                <m:t>1</m:t>
                              </m:r>
                            </m:num>
                            <m:den>
                              <m:r>
                                <a:rPr lang="en-US" sz="1800" i="1">
                                  <a:effectLst/>
                                  <a:latin typeface="Cambria Math" panose="02040503050406030204" pitchFamily="18" charset="0"/>
                                  <a:ea typeface="Times New Roman" panose="02020603050405020304" pitchFamily="18" charset="0"/>
                                </a:rPr>
                                <m:t>2</m:t>
                              </m:r>
                              <m:sSup>
                                <m:sSupPr>
                                  <m:ctrlPr>
                                    <a:rPr lang="el-GR" sz="1800" i="1">
                                      <a:effectLst/>
                                      <a:latin typeface="Cambria Math" panose="02040503050406030204" pitchFamily="18" charset="0"/>
                                      <a:ea typeface="Times New Roman" panose="02020603050405020304" pitchFamily="18" charset="0"/>
                                    </a:rPr>
                                  </m:ctrlPr>
                                </m:sSupPr>
                                <m:e>
                                  <m:r>
                                    <a:rPr lang="el-GR" sz="1800" i="1">
                                      <a:effectLst/>
                                      <a:latin typeface="Cambria Math" panose="02040503050406030204" pitchFamily="18" charset="0"/>
                                      <a:ea typeface="Times New Roman" panose="02020603050405020304" pitchFamily="18" charset="0"/>
                                    </a:rPr>
                                    <m:t>𝜌</m:t>
                                  </m:r>
                                </m:e>
                                <m:sup>
                                  <m:r>
                                    <a:rPr lang="el-GR" sz="1800" i="1">
                                      <a:effectLst/>
                                      <a:latin typeface="Cambria Math" panose="02040503050406030204" pitchFamily="18" charset="0"/>
                                      <a:ea typeface="Times New Roman" panose="02020603050405020304" pitchFamily="18" charset="0"/>
                                    </a:rPr>
                                    <m:t>2</m:t>
                                  </m:r>
                                </m:sup>
                              </m:sSup>
                            </m:den>
                          </m:f>
                          <m:r>
                            <a:rPr lang="en-US" sz="1800" i="1">
                              <a:effectLst/>
                              <a:latin typeface="Cambria Math" panose="02040503050406030204" pitchFamily="18" charset="0"/>
                              <a:ea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rPr>
                              </m:ctrlPr>
                            </m:sSupPr>
                            <m:e>
                              <m:d>
                                <m:dPr>
                                  <m:begChr m:val="‖"/>
                                  <m:endChr m:val="‖"/>
                                  <m:ctrlPr>
                                    <a:rPr lang="en-US" sz="1800" i="1">
                                      <a:effectLst/>
                                      <a:latin typeface="Cambria Math" panose="02040503050406030204" pitchFamily="18" charset="0"/>
                                      <a:ea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rPr>
                                    <m:t>𝑥</m:t>
                                  </m:r>
                                  <m:r>
                                    <a:rPr lang="en-US" sz="1800" i="1">
                                      <a:effectLst/>
                                      <a:latin typeface="Cambria Math" panose="02040503050406030204" pitchFamily="18" charset="0"/>
                                      <a:ea typeface="Times New Roman" panose="02020603050405020304" pitchFamily="18" charset="0"/>
                                    </a:rPr>
                                    <m:t>′</m:t>
                                  </m:r>
                                </m:e>
                              </m:d>
                            </m:e>
                            <m:sup>
                              <m:r>
                                <a:rPr lang="en-US" sz="1800" i="1">
                                  <a:effectLst/>
                                  <a:latin typeface="Cambria Math" panose="02040503050406030204" pitchFamily="18" charset="0"/>
                                  <a:ea typeface="Times New Roman" panose="02020603050405020304" pitchFamily="18" charset="0"/>
                                </a:rPr>
                                <m:t>2</m:t>
                              </m:r>
                            </m:sup>
                          </m:sSup>
                        </m:e>
                      </m:d>
                      <m:r>
                        <a:rPr lang="en-US" sz="1800" i="1">
                          <a:effectLst/>
                          <a:latin typeface="Cambria Math" panose="02040503050406030204" pitchFamily="18" charset="0"/>
                          <a:ea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rPr>
                            <m:t>𝜎</m:t>
                          </m:r>
                        </m:e>
                        <m:sup>
                          <m:r>
                            <a:rPr lang="en-US" sz="1800" i="1">
                              <a:effectLst/>
                              <a:latin typeface="Cambria Math" panose="02040503050406030204" pitchFamily="18" charset="0"/>
                              <a:ea typeface="Times New Roman" panose="02020603050405020304" pitchFamily="18" charset="0"/>
                            </a:rPr>
                            <m:t>2</m:t>
                          </m:r>
                        </m:sup>
                      </m:sSup>
                    </m:oMath>
                  </m:oMathPara>
                </a14:m>
                <a:endParaRPr lang="en-US" sz="1800" dirty="0">
                  <a:effectLst/>
                  <a:latin typeface="Times New Roman" panose="02020603050405020304" pitchFamily="18" charset="0"/>
                  <a:ea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68A51F51-16C5-6D90-B317-D2A8102E5EBB}"/>
                  </a:ext>
                </a:extLst>
              </p:cNvPr>
              <p:cNvSpPr txBox="1">
                <a:spLocks noRot="1" noChangeAspect="1" noMove="1" noResize="1" noEditPoints="1" noAdjustHandles="1" noChangeArrowheads="1" noChangeShapeType="1" noTextEdit="1"/>
              </p:cNvSpPr>
              <p:nvPr/>
            </p:nvSpPr>
            <p:spPr>
              <a:xfrm>
                <a:off x="6828466" y="3316224"/>
                <a:ext cx="6096000" cy="1127360"/>
              </a:xfrm>
              <a:prstGeom prst="rect">
                <a:avLst/>
              </a:prstGeom>
              <a:blipFill>
                <a:blip r:embed="rId5"/>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E82F24C7-6AC1-7CE7-6476-F4562CB895E0}"/>
              </a:ext>
            </a:extLst>
          </p:cNvPr>
          <p:cNvSpPr txBox="1"/>
          <p:nvPr/>
        </p:nvSpPr>
        <p:spPr>
          <a:xfrm>
            <a:off x="8249123" y="2858113"/>
            <a:ext cx="3344185" cy="461665"/>
          </a:xfrm>
          <a:prstGeom prst="rect">
            <a:avLst/>
          </a:prstGeom>
          <a:noFill/>
        </p:spPr>
        <p:txBody>
          <a:bodyPr wrap="none" rtlCol="0">
            <a:spAutoFit/>
          </a:bodyPr>
          <a:lstStyle/>
          <a:p>
            <a:r>
              <a:rPr lang="en-US" sz="2400" b="1" dirty="0">
                <a:latin typeface="Palatino" pitchFamily="2" charset="77"/>
                <a:ea typeface="Palatino" pitchFamily="2" charset="77"/>
              </a:rPr>
              <a:t>Gaussian Process (GP)</a:t>
            </a:r>
          </a:p>
        </p:txBody>
      </p:sp>
      <p:sp>
        <p:nvSpPr>
          <p:cNvPr id="6" name="TextBox 5">
            <a:extLst>
              <a:ext uri="{FF2B5EF4-FFF2-40B4-BE49-F238E27FC236}">
                <a16:creationId xmlns:a16="http://schemas.microsoft.com/office/drawing/2014/main" id="{BF92EEB2-516F-562B-00EA-951E48054C3A}"/>
              </a:ext>
            </a:extLst>
          </p:cNvPr>
          <p:cNvSpPr txBox="1"/>
          <p:nvPr/>
        </p:nvSpPr>
        <p:spPr>
          <a:xfrm rot="19380429">
            <a:off x="6210161" y="2021284"/>
            <a:ext cx="324128" cy="369332"/>
          </a:xfrm>
          <a:prstGeom prst="rect">
            <a:avLst/>
          </a:prstGeom>
          <a:noFill/>
        </p:spPr>
        <p:txBody>
          <a:bodyPr wrap="none" rtlCol="0">
            <a:spAutoFit/>
          </a:bodyPr>
          <a:lstStyle/>
          <a:p>
            <a:r>
              <a:rPr lang="en-US" dirty="0" err="1">
                <a:ln>
                  <a:solidFill>
                    <a:schemeClr val="tx1"/>
                  </a:solidFill>
                </a:ln>
                <a:latin typeface="Palatino" pitchFamily="2" charset="77"/>
                <a:ea typeface="Palatino" pitchFamily="2" charset="77"/>
              </a:rPr>
              <a:t>σ</a:t>
            </a:r>
            <a:endParaRPr lang="en-US" dirty="0">
              <a:ln>
                <a:solidFill>
                  <a:schemeClr val="tx1"/>
                </a:solidFill>
              </a:ln>
              <a:latin typeface="Palatino" pitchFamily="2" charset="77"/>
              <a:ea typeface="Palatino" pitchFamily="2" charset="77"/>
            </a:endParaRPr>
          </a:p>
        </p:txBody>
      </p:sp>
      <p:sp>
        <p:nvSpPr>
          <p:cNvPr id="9" name="TextBox 8">
            <a:extLst>
              <a:ext uri="{FF2B5EF4-FFF2-40B4-BE49-F238E27FC236}">
                <a16:creationId xmlns:a16="http://schemas.microsoft.com/office/drawing/2014/main" id="{14C29FCC-7D24-8FB5-DDC3-D9A8531D49D0}"/>
              </a:ext>
            </a:extLst>
          </p:cNvPr>
          <p:cNvSpPr txBox="1"/>
          <p:nvPr/>
        </p:nvSpPr>
        <p:spPr>
          <a:xfrm>
            <a:off x="5748377" y="1159163"/>
            <a:ext cx="314510" cy="369332"/>
          </a:xfrm>
          <a:prstGeom prst="rect">
            <a:avLst/>
          </a:prstGeom>
          <a:noFill/>
        </p:spPr>
        <p:txBody>
          <a:bodyPr wrap="none" rtlCol="0">
            <a:spAutoFit/>
          </a:bodyPr>
          <a:lstStyle/>
          <a:p>
            <a:r>
              <a:rPr lang="el-GR" dirty="0">
                <a:latin typeface="Palatino" pitchFamily="2" charset="77"/>
                <a:ea typeface="Palatino" pitchFamily="2" charset="77"/>
              </a:rPr>
              <a:t>ρ</a:t>
            </a:r>
            <a:endParaRPr lang="en-US" dirty="0">
              <a:latin typeface="Palatino" pitchFamily="2" charset="77"/>
              <a:ea typeface="Palatino" pitchFamily="2" charset="77"/>
            </a:endParaRPr>
          </a:p>
        </p:txBody>
      </p:sp>
      <p:sp>
        <p:nvSpPr>
          <p:cNvPr id="10" name="TextBox 9">
            <a:extLst>
              <a:ext uri="{FF2B5EF4-FFF2-40B4-BE49-F238E27FC236}">
                <a16:creationId xmlns:a16="http://schemas.microsoft.com/office/drawing/2014/main" id="{DD7BA68C-462B-47FD-B2AE-136311451E4E}"/>
              </a:ext>
            </a:extLst>
          </p:cNvPr>
          <p:cNvSpPr txBox="1"/>
          <p:nvPr/>
        </p:nvSpPr>
        <p:spPr>
          <a:xfrm>
            <a:off x="4196280" y="501420"/>
            <a:ext cx="332142" cy="369332"/>
          </a:xfrm>
          <a:prstGeom prst="rect">
            <a:avLst/>
          </a:prstGeom>
          <a:noFill/>
        </p:spPr>
        <p:txBody>
          <a:bodyPr wrap="none" rtlCol="0">
            <a:spAutoFit/>
          </a:bodyPr>
          <a:lstStyle/>
          <a:p>
            <a:r>
              <a:rPr lang="el-GR" dirty="0">
                <a:latin typeface="Palatino" pitchFamily="2" charset="77"/>
                <a:ea typeface="Palatino" pitchFamily="2" charset="77"/>
              </a:rPr>
              <a:t>α</a:t>
            </a:r>
            <a:endParaRPr lang="en-US" dirty="0">
              <a:latin typeface="Palatino" pitchFamily="2" charset="77"/>
              <a:ea typeface="Palatino" pitchFamily="2" charset="77"/>
            </a:endParaRPr>
          </a:p>
        </p:txBody>
      </p:sp>
      <p:cxnSp>
        <p:nvCxnSpPr>
          <p:cNvPr id="12" name="Straight Arrow Connector 11">
            <a:extLst>
              <a:ext uri="{FF2B5EF4-FFF2-40B4-BE49-F238E27FC236}">
                <a16:creationId xmlns:a16="http://schemas.microsoft.com/office/drawing/2014/main" id="{A9BF742F-2435-A938-082D-9920834CB99A}"/>
              </a:ext>
            </a:extLst>
          </p:cNvPr>
          <p:cNvCxnSpPr/>
          <p:nvPr/>
        </p:nvCxnSpPr>
        <p:spPr>
          <a:xfrm>
            <a:off x="4246351" y="529451"/>
            <a:ext cx="0" cy="385763"/>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A7266C8-D5E6-8ED0-3463-03FFE00F7FB1}"/>
              </a:ext>
            </a:extLst>
          </p:cNvPr>
          <p:cNvCxnSpPr>
            <a:cxnSpLocks/>
          </p:cNvCxnSpPr>
          <p:nvPr/>
        </p:nvCxnSpPr>
        <p:spPr>
          <a:xfrm flipH="1">
            <a:off x="5379244" y="1496239"/>
            <a:ext cx="10287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D8837FC-E958-4E18-1B5D-B2B3F1C4E42F}"/>
              </a:ext>
            </a:extLst>
          </p:cNvPr>
          <p:cNvCxnSpPr>
            <a:cxnSpLocks/>
          </p:cNvCxnSpPr>
          <p:nvPr/>
        </p:nvCxnSpPr>
        <p:spPr>
          <a:xfrm flipH="1">
            <a:off x="6236493" y="2166903"/>
            <a:ext cx="448469" cy="282879"/>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3C6FD4E-83E0-E752-103A-340FA6B66942}"/>
              </a:ext>
            </a:extLst>
          </p:cNvPr>
          <p:cNvSpPr txBox="1"/>
          <p:nvPr/>
        </p:nvSpPr>
        <p:spPr>
          <a:xfrm>
            <a:off x="3381733" y="1407066"/>
            <a:ext cx="333746" cy="369332"/>
          </a:xfrm>
          <a:prstGeom prst="rect">
            <a:avLst/>
          </a:prstGeom>
          <a:noFill/>
        </p:spPr>
        <p:txBody>
          <a:bodyPr wrap="none" rtlCol="0">
            <a:spAutoFit/>
          </a:bodyPr>
          <a:lstStyle/>
          <a:p>
            <a:r>
              <a:rPr lang="el-GR" dirty="0">
                <a:latin typeface="Palatino" pitchFamily="2" charset="77"/>
                <a:ea typeface="Palatino" pitchFamily="2" charset="77"/>
              </a:rPr>
              <a:t>μ</a:t>
            </a:r>
            <a:endParaRPr lang="en-US" dirty="0">
              <a:latin typeface="Palatino" pitchFamily="2" charset="77"/>
              <a:ea typeface="Palatino" pitchFamily="2" charset="77"/>
            </a:endParaRPr>
          </a:p>
        </p:txBody>
      </p:sp>
      <p:sp>
        <p:nvSpPr>
          <p:cNvPr id="16" name="TextBox 15">
            <a:extLst>
              <a:ext uri="{FF2B5EF4-FFF2-40B4-BE49-F238E27FC236}">
                <a16:creationId xmlns:a16="http://schemas.microsoft.com/office/drawing/2014/main" id="{2F9E04A6-09D3-A799-B7A8-02351A811011}"/>
              </a:ext>
            </a:extLst>
          </p:cNvPr>
          <p:cNvSpPr txBox="1"/>
          <p:nvPr/>
        </p:nvSpPr>
        <p:spPr>
          <a:xfrm>
            <a:off x="3393423" y="5026567"/>
            <a:ext cx="333746" cy="369332"/>
          </a:xfrm>
          <a:prstGeom prst="rect">
            <a:avLst/>
          </a:prstGeom>
          <a:noFill/>
        </p:spPr>
        <p:txBody>
          <a:bodyPr wrap="none" rtlCol="0">
            <a:spAutoFit/>
          </a:bodyPr>
          <a:lstStyle/>
          <a:p>
            <a:r>
              <a:rPr lang="el-GR" dirty="0">
                <a:latin typeface="Palatino" pitchFamily="2" charset="77"/>
                <a:ea typeface="Palatino" pitchFamily="2" charset="77"/>
              </a:rPr>
              <a:t>μ</a:t>
            </a:r>
            <a:endParaRPr lang="en-US" dirty="0">
              <a:latin typeface="Palatino" pitchFamily="2" charset="77"/>
              <a:ea typeface="Palatino" pitchFamily="2" charset="77"/>
            </a:endParaRPr>
          </a:p>
        </p:txBody>
      </p:sp>
    </p:spTree>
    <p:extLst>
      <p:ext uri="{BB962C8B-B14F-4D97-AF65-F5344CB8AC3E}">
        <p14:creationId xmlns:p14="http://schemas.microsoft.com/office/powerpoint/2010/main" val="241362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07069-6E87-09DC-6E2F-FA71F82C5872}"/>
            </a:ext>
          </a:extLst>
        </p:cNvPr>
        <p:cNvGrpSpPr/>
        <p:nvPr/>
      </p:nvGrpSpPr>
      <p:grpSpPr>
        <a:xfrm>
          <a:off x="0" y="0"/>
          <a:ext cx="0" cy="0"/>
          <a:chOff x="0" y="0"/>
          <a:chExt cx="0" cy="0"/>
        </a:xfrm>
      </p:grpSpPr>
      <p:cxnSp>
        <p:nvCxnSpPr>
          <p:cNvPr id="59" name="Straight Arrow Connector 58">
            <a:extLst>
              <a:ext uri="{FF2B5EF4-FFF2-40B4-BE49-F238E27FC236}">
                <a16:creationId xmlns:a16="http://schemas.microsoft.com/office/drawing/2014/main" id="{2EF06786-F87A-CA60-3E99-305138970263}"/>
              </a:ext>
            </a:extLst>
          </p:cNvPr>
          <p:cNvCxnSpPr>
            <a:cxnSpLocks/>
          </p:cNvCxnSpPr>
          <p:nvPr/>
        </p:nvCxnSpPr>
        <p:spPr>
          <a:xfrm>
            <a:off x="296627" y="6322624"/>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12DC2E30-9025-E08E-1B22-45ECBFE861D5}"/>
              </a:ext>
            </a:extLst>
          </p:cNvPr>
          <p:cNvCxnSpPr>
            <a:cxnSpLocks/>
          </p:cNvCxnSpPr>
          <p:nvPr/>
        </p:nvCxnSpPr>
        <p:spPr>
          <a:xfrm flipV="1">
            <a:off x="374832" y="3931015"/>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EEE9D35-C50A-DED6-65E0-FF72FD1FE21E}"/>
              </a:ext>
            </a:extLst>
          </p:cNvPr>
          <p:cNvSpPr txBox="1"/>
          <p:nvPr/>
        </p:nvSpPr>
        <p:spPr>
          <a:xfrm>
            <a:off x="1492331" y="6367087"/>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68" name="TextBox 67">
            <a:extLst>
              <a:ext uri="{FF2B5EF4-FFF2-40B4-BE49-F238E27FC236}">
                <a16:creationId xmlns:a16="http://schemas.microsoft.com/office/drawing/2014/main" id="{93AD5BF5-D7B2-A757-132C-686E560DC5CD}"/>
              </a:ext>
            </a:extLst>
          </p:cNvPr>
          <p:cNvSpPr txBox="1"/>
          <p:nvPr/>
        </p:nvSpPr>
        <p:spPr>
          <a:xfrm rot="16200000">
            <a:off x="-645818" y="4880577"/>
            <a:ext cx="1630190" cy="338554"/>
          </a:xfrm>
          <a:prstGeom prst="rect">
            <a:avLst/>
          </a:prstGeom>
          <a:noFill/>
        </p:spPr>
        <p:txBody>
          <a:bodyPr wrap="none" rtlCol="0">
            <a:spAutoFit/>
          </a:bodyPr>
          <a:lstStyle/>
          <a:p>
            <a:r>
              <a:rPr lang="en-GB" sz="1600" dirty="0">
                <a:latin typeface="Palatino" pitchFamily="2" charset="77"/>
                <a:ea typeface="Palatino" pitchFamily="2" charset="77"/>
              </a:rPr>
              <a:t>Autocorrelation</a:t>
            </a:r>
          </a:p>
        </p:txBody>
      </p:sp>
      <p:sp>
        <p:nvSpPr>
          <p:cNvPr id="70" name="Freeform 69">
            <a:extLst>
              <a:ext uri="{FF2B5EF4-FFF2-40B4-BE49-F238E27FC236}">
                <a16:creationId xmlns:a16="http://schemas.microsoft.com/office/drawing/2014/main" id="{25C04D37-2D30-4696-455F-67066E72384F}"/>
              </a:ext>
            </a:extLst>
          </p:cNvPr>
          <p:cNvSpPr/>
          <p:nvPr/>
        </p:nvSpPr>
        <p:spPr>
          <a:xfrm>
            <a:off x="411572" y="730548"/>
            <a:ext cx="3621973" cy="2066306"/>
          </a:xfrm>
          <a:custGeom>
            <a:avLst/>
            <a:gdLst>
              <a:gd name="connsiteX0" fmla="*/ 0 w 3491345"/>
              <a:gd name="connsiteY0" fmla="*/ 0 h 938150"/>
              <a:gd name="connsiteX1" fmla="*/ 1615044 w 3491345"/>
              <a:gd name="connsiteY1" fmla="*/ 296883 h 938150"/>
              <a:gd name="connsiteX2" fmla="*/ 3491345 w 3491345"/>
              <a:gd name="connsiteY2" fmla="*/ 938150 h 938150"/>
              <a:gd name="connsiteX0" fmla="*/ 0 w 3621973"/>
              <a:gd name="connsiteY0" fmla="*/ 0 h 2066306"/>
              <a:gd name="connsiteX1" fmla="*/ 1615044 w 3621973"/>
              <a:gd name="connsiteY1" fmla="*/ 296883 h 2066306"/>
              <a:gd name="connsiteX2" fmla="*/ 3621973 w 3621973"/>
              <a:gd name="connsiteY2" fmla="*/ 2066306 h 2066306"/>
              <a:gd name="connsiteX0" fmla="*/ 0 w 3621973"/>
              <a:gd name="connsiteY0" fmla="*/ 0 h 2066306"/>
              <a:gd name="connsiteX1" fmla="*/ 1900052 w 3621973"/>
              <a:gd name="connsiteY1" fmla="*/ 605642 h 2066306"/>
              <a:gd name="connsiteX2" fmla="*/ 3621973 w 3621973"/>
              <a:gd name="connsiteY2" fmla="*/ 2066306 h 2066306"/>
              <a:gd name="connsiteX0" fmla="*/ 0 w 3621973"/>
              <a:gd name="connsiteY0" fmla="*/ 0 h 2066306"/>
              <a:gd name="connsiteX1" fmla="*/ 1900052 w 3621973"/>
              <a:gd name="connsiteY1" fmla="*/ 605642 h 2066306"/>
              <a:gd name="connsiteX2" fmla="*/ 3621973 w 3621973"/>
              <a:gd name="connsiteY2" fmla="*/ 2066306 h 2066306"/>
              <a:gd name="connsiteX0" fmla="*/ 0 w 3621973"/>
              <a:gd name="connsiteY0" fmla="*/ 0 h 2066306"/>
              <a:gd name="connsiteX1" fmla="*/ 1900052 w 3621973"/>
              <a:gd name="connsiteY1" fmla="*/ 605642 h 2066306"/>
              <a:gd name="connsiteX2" fmla="*/ 3621973 w 3621973"/>
              <a:gd name="connsiteY2" fmla="*/ 2066306 h 2066306"/>
              <a:gd name="connsiteX0" fmla="*/ 0 w 3621973"/>
              <a:gd name="connsiteY0" fmla="*/ 0 h 2066306"/>
              <a:gd name="connsiteX1" fmla="*/ 1757548 w 3621973"/>
              <a:gd name="connsiteY1" fmla="*/ 653143 h 2066306"/>
              <a:gd name="connsiteX2" fmla="*/ 3621973 w 3621973"/>
              <a:gd name="connsiteY2" fmla="*/ 2066306 h 2066306"/>
              <a:gd name="connsiteX0" fmla="*/ 0 w 3621973"/>
              <a:gd name="connsiteY0" fmla="*/ 0 h 2066306"/>
              <a:gd name="connsiteX1" fmla="*/ 1757548 w 3621973"/>
              <a:gd name="connsiteY1" fmla="*/ 653143 h 2066306"/>
              <a:gd name="connsiteX2" fmla="*/ 2482768 w 3621973"/>
              <a:gd name="connsiteY2" fmla="*/ 1537639 h 2066306"/>
              <a:gd name="connsiteX3" fmla="*/ 3621973 w 3621973"/>
              <a:gd name="connsiteY3" fmla="*/ 2066306 h 2066306"/>
              <a:gd name="connsiteX0" fmla="*/ 0 w 3621973"/>
              <a:gd name="connsiteY0" fmla="*/ 0 h 2066306"/>
              <a:gd name="connsiteX1" fmla="*/ 1472541 w 3621973"/>
              <a:gd name="connsiteY1" fmla="*/ 415636 h 2066306"/>
              <a:gd name="connsiteX2" fmla="*/ 2482768 w 3621973"/>
              <a:gd name="connsiteY2" fmla="*/ 1537639 h 2066306"/>
              <a:gd name="connsiteX3" fmla="*/ 3621973 w 3621973"/>
              <a:gd name="connsiteY3" fmla="*/ 2066306 h 2066306"/>
              <a:gd name="connsiteX0" fmla="*/ 0 w 3621973"/>
              <a:gd name="connsiteY0" fmla="*/ 0 h 2066306"/>
              <a:gd name="connsiteX1" fmla="*/ 1472541 w 3621973"/>
              <a:gd name="connsiteY1" fmla="*/ 415636 h 2066306"/>
              <a:gd name="connsiteX2" fmla="*/ 2482768 w 3621973"/>
              <a:gd name="connsiteY2" fmla="*/ 1537639 h 2066306"/>
              <a:gd name="connsiteX3" fmla="*/ 3621973 w 3621973"/>
              <a:gd name="connsiteY3" fmla="*/ 2066306 h 2066306"/>
              <a:gd name="connsiteX0" fmla="*/ 0 w 3621973"/>
              <a:gd name="connsiteY0" fmla="*/ 0 h 2066306"/>
              <a:gd name="connsiteX1" fmla="*/ 1472541 w 3621973"/>
              <a:gd name="connsiteY1" fmla="*/ 415636 h 2066306"/>
              <a:gd name="connsiteX2" fmla="*/ 2482768 w 3621973"/>
              <a:gd name="connsiteY2" fmla="*/ 1537639 h 2066306"/>
              <a:gd name="connsiteX3" fmla="*/ 3621973 w 3621973"/>
              <a:gd name="connsiteY3" fmla="*/ 2066306 h 2066306"/>
              <a:gd name="connsiteX0" fmla="*/ 0 w 3621973"/>
              <a:gd name="connsiteY0" fmla="*/ 0 h 2066306"/>
              <a:gd name="connsiteX1" fmla="*/ 1555668 w 3621973"/>
              <a:gd name="connsiteY1" fmla="*/ 237507 h 2066306"/>
              <a:gd name="connsiteX2" fmla="*/ 2482768 w 3621973"/>
              <a:gd name="connsiteY2" fmla="*/ 1537639 h 2066306"/>
              <a:gd name="connsiteX3" fmla="*/ 3621973 w 3621973"/>
              <a:gd name="connsiteY3" fmla="*/ 2066306 h 2066306"/>
              <a:gd name="connsiteX0" fmla="*/ 0 w 3621973"/>
              <a:gd name="connsiteY0" fmla="*/ 0 h 2066306"/>
              <a:gd name="connsiteX1" fmla="*/ 1555668 w 3621973"/>
              <a:gd name="connsiteY1" fmla="*/ 237507 h 2066306"/>
              <a:gd name="connsiteX2" fmla="*/ 2340264 w 3621973"/>
              <a:gd name="connsiteY2" fmla="*/ 1442637 h 2066306"/>
              <a:gd name="connsiteX3" fmla="*/ 3621973 w 3621973"/>
              <a:gd name="connsiteY3" fmla="*/ 2066306 h 2066306"/>
              <a:gd name="connsiteX0" fmla="*/ 0 w 3621973"/>
              <a:gd name="connsiteY0" fmla="*/ 0 h 2066306"/>
              <a:gd name="connsiteX1" fmla="*/ 1531917 w 3621973"/>
              <a:gd name="connsiteY1" fmla="*/ 475014 h 2066306"/>
              <a:gd name="connsiteX2" fmla="*/ 2340264 w 3621973"/>
              <a:gd name="connsiteY2" fmla="*/ 1442637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 name="connsiteX0" fmla="*/ 0 w 3621973"/>
              <a:gd name="connsiteY0" fmla="*/ 0 h 2066306"/>
              <a:gd name="connsiteX1" fmla="*/ 1531917 w 3621973"/>
              <a:gd name="connsiteY1" fmla="*/ 475014 h 2066306"/>
              <a:gd name="connsiteX2" fmla="*/ 2482768 w 3621973"/>
              <a:gd name="connsiteY2" fmla="*/ 1668268 h 2066306"/>
              <a:gd name="connsiteX3" fmla="*/ 3621973 w 3621973"/>
              <a:gd name="connsiteY3" fmla="*/ 2066306 h 2066306"/>
            </a:gdLst>
            <a:ahLst/>
            <a:cxnLst>
              <a:cxn ang="0">
                <a:pos x="connsiteX0" y="connsiteY0"/>
              </a:cxn>
              <a:cxn ang="0">
                <a:pos x="connsiteX1" y="connsiteY1"/>
              </a:cxn>
              <a:cxn ang="0">
                <a:pos x="connsiteX2" y="connsiteY2"/>
              </a:cxn>
              <a:cxn ang="0">
                <a:pos x="connsiteX3" y="connsiteY3"/>
              </a:cxn>
            </a:cxnLst>
            <a:rect l="l" t="t" r="r" b="b"/>
            <a:pathLst>
              <a:path w="3621973" h="2066306">
                <a:moveTo>
                  <a:pt x="0" y="0"/>
                </a:moveTo>
                <a:cubicBezTo>
                  <a:pt x="516576" y="70262"/>
                  <a:pt x="748146" y="33649"/>
                  <a:pt x="1531917" y="475014"/>
                </a:cubicBezTo>
                <a:cubicBezTo>
                  <a:pt x="2088216" y="954939"/>
                  <a:pt x="1875148" y="1100232"/>
                  <a:pt x="2482768" y="1668268"/>
                </a:cubicBezTo>
                <a:cubicBezTo>
                  <a:pt x="3149765" y="2165053"/>
                  <a:pt x="3479607" y="1952465"/>
                  <a:pt x="3621973" y="2066306"/>
                </a:cubicBezTo>
              </a:path>
            </a:pathLst>
          </a:custGeom>
          <a:no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Freeform 74">
            <a:extLst>
              <a:ext uri="{FF2B5EF4-FFF2-40B4-BE49-F238E27FC236}">
                <a16:creationId xmlns:a16="http://schemas.microsoft.com/office/drawing/2014/main" id="{CCD9086F-41B1-64B9-0B4E-9349B54E6B8F}"/>
              </a:ext>
            </a:extLst>
          </p:cNvPr>
          <p:cNvSpPr/>
          <p:nvPr/>
        </p:nvSpPr>
        <p:spPr>
          <a:xfrm>
            <a:off x="435323" y="4215741"/>
            <a:ext cx="3522082" cy="2038989"/>
          </a:xfrm>
          <a:custGeom>
            <a:avLst/>
            <a:gdLst>
              <a:gd name="connsiteX0" fmla="*/ 0 w 3538847"/>
              <a:gd name="connsiteY0" fmla="*/ 0 h 1911927"/>
              <a:gd name="connsiteX1" fmla="*/ 819398 w 3538847"/>
              <a:gd name="connsiteY1" fmla="*/ 296883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38847"/>
              <a:gd name="connsiteY0" fmla="*/ 0 h 1911927"/>
              <a:gd name="connsiteX1" fmla="*/ 736270 w 3538847"/>
              <a:gd name="connsiteY1" fmla="*/ 380010 h 1911927"/>
              <a:gd name="connsiteX2" fmla="*/ 1341912 w 3538847"/>
              <a:gd name="connsiteY2" fmla="*/ 1021278 h 1911927"/>
              <a:gd name="connsiteX3" fmla="*/ 1591294 w 3538847"/>
              <a:gd name="connsiteY3" fmla="*/ 1341911 h 1911927"/>
              <a:gd name="connsiteX4" fmla="*/ 1959429 w 3538847"/>
              <a:gd name="connsiteY4" fmla="*/ 1591293 h 1911927"/>
              <a:gd name="connsiteX5" fmla="*/ 2434442 w 3538847"/>
              <a:gd name="connsiteY5" fmla="*/ 1318161 h 1911927"/>
              <a:gd name="connsiteX6" fmla="*/ 3123211 w 3538847"/>
              <a:gd name="connsiteY6" fmla="*/ 1781298 h 1911927"/>
              <a:gd name="connsiteX7" fmla="*/ 3538847 w 3538847"/>
              <a:gd name="connsiteY7" fmla="*/ 1911927 h 1911927"/>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24395 w 3526972"/>
              <a:gd name="connsiteY1" fmla="*/ 320633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800022 w 3526972"/>
              <a:gd name="connsiteY1" fmla="*/ 348134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330037 w 3526972"/>
              <a:gd name="connsiteY2" fmla="*/ 961901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79419 w 3526972"/>
              <a:gd name="connsiteY3" fmla="*/ 1282534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22567 w 3526972"/>
              <a:gd name="connsiteY5" fmla="*/ 1258784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936109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1024111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47554 w 3526972"/>
              <a:gd name="connsiteY4" fmla="*/ 1531916 h 1852550"/>
              <a:gd name="connsiteX5" fmla="*/ 2487882 w 3526972"/>
              <a:gd name="connsiteY5" fmla="*/ 1630347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14897 w 3526972"/>
              <a:gd name="connsiteY4" fmla="*/ 1639474 h 1852550"/>
              <a:gd name="connsiteX5" fmla="*/ 2487882 w 3526972"/>
              <a:gd name="connsiteY5" fmla="*/ 1630347 h 1852550"/>
              <a:gd name="connsiteX6" fmla="*/ 3111336 w 3526972"/>
              <a:gd name="connsiteY6" fmla="*/ 1721921 h 1852550"/>
              <a:gd name="connsiteX7" fmla="*/ 3526972 w 3526972"/>
              <a:gd name="connsiteY7" fmla="*/ 1852550 h 1852550"/>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14897 w 3526972"/>
              <a:gd name="connsiteY4" fmla="*/ 1639474 h 1852550"/>
              <a:gd name="connsiteX5" fmla="*/ 2487882 w 3526972"/>
              <a:gd name="connsiteY5" fmla="*/ 1786795 h 1852550"/>
              <a:gd name="connsiteX6" fmla="*/ 3111336 w 3526972"/>
              <a:gd name="connsiteY6" fmla="*/ 1721921 h 1852550"/>
              <a:gd name="connsiteX7" fmla="*/ 3526972 w 3526972"/>
              <a:gd name="connsiteY7" fmla="*/ 1852550 h 1852550"/>
              <a:gd name="connsiteX0" fmla="*/ 0 w 3526972"/>
              <a:gd name="connsiteY0" fmla="*/ 0 h 1876135"/>
              <a:gd name="connsiteX1" fmla="*/ 717519 w 3526972"/>
              <a:gd name="connsiteY1" fmla="*/ 410011 h 1876135"/>
              <a:gd name="connsiteX2" fmla="*/ 1247535 w 3526972"/>
              <a:gd name="connsiteY2" fmla="*/ 1085655 h 1876135"/>
              <a:gd name="connsiteX3" fmla="*/ 1538168 w 3526972"/>
              <a:gd name="connsiteY3" fmla="*/ 1433789 h 1876135"/>
              <a:gd name="connsiteX4" fmla="*/ 1914897 w 3526972"/>
              <a:gd name="connsiteY4" fmla="*/ 1639474 h 1876135"/>
              <a:gd name="connsiteX5" fmla="*/ 2487882 w 3526972"/>
              <a:gd name="connsiteY5" fmla="*/ 1786795 h 1876135"/>
              <a:gd name="connsiteX6" fmla="*/ 3111336 w 3526972"/>
              <a:gd name="connsiteY6" fmla="*/ 1829480 h 1876135"/>
              <a:gd name="connsiteX7" fmla="*/ 3526972 w 3526972"/>
              <a:gd name="connsiteY7" fmla="*/ 1852550 h 1876135"/>
              <a:gd name="connsiteX0" fmla="*/ 0 w 3526972"/>
              <a:gd name="connsiteY0" fmla="*/ 0 h 1876135"/>
              <a:gd name="connsiteX1" fmla="*/ 717519 w 3526972"/>
              <a:gd name="connsiteY1" fmla="*/ 410011 h 1876135"/>
              <a:gd name="connsiteX2" fmla="*/ 1247535 w 3526972"/>
              <a:gd name="connsiteY2" fmla="*/ 1085655 h 1876135"/>
              <a:gd name="connsiteX3" fmla="*/ 1538168 w 3526972"/>
              <a:gd name="connsiteY3" fmla="*/ 1433789 h 1876135"/>
              <a:gd name="connsiteX4" fmla="*/ 1914897 w 3526972"/>
              <a:gd name="connsiteY4" fmla="*/ 1639474 h 1876135"/>
              <a:gd name="connsiteX5" fmla="*/ 2487882 w 3526972"/>
              <a:gd name="connsiteY5" fmla="*/ 1786795 h 1876135"/>
              <a:gd name="connsiteX6" fmla="*/ 3111336 w 3526972"/>
              <a:gd name="connsiteY6" fmla="*/ 1829480 h 1876135"/>
              <a:gd name="connsiteX7" fmla="*/ 3526972 w 3526972"/>
              <a:gd name="connsiteY7" fmla="*/ 1852550 h 1876135"/>
              <a:gd name="connsiteX0" fmla="*/ 0 w 3526972"/>
              <a:gd name="connsiteY0" fmla="*/ 0 h 1852550"/>
              <a:gd name="connsiteX1" fmla="*/ 717519 w 3526972"/>
              <a:gd name="connsiteY1" fmla="*/ 410011 h 1852550"/>
              <a:gd name="connsiteX2" fmla="*/ 1247535 w 3526972"/>
              <a:gd name="connsiteY2" fmla="*/ 1085655 h 1852550"/>
              <a:gd name="connsiteX3" fmla="*/ 1538168 w 3526972"/>
              <a:gd name="connsiteY3" fmla="*/ 1433789 h 1852550"/>
              <a:gd name="connsiteX4" fmla="*/ 1914897 w 3526972"/>
              <a:gd name="connsiteY4" fmla="*/ 1639474 h 1852550"/>
              <a:gd name="connsiteX5" fmla="*/ 2487882 w 3526972"/>
              <a:gd name="connsiteY5" fmla="*/ 1786795 h 1852550"/>
              <a:gd name="connsiteX6" fmla="*/ 3111336 w 3526972"/>
              <a:gd name="connsiteY6" fmla="*/ 1829480 h 1852550"/>
              <a:gd name="connsiteX7" fmla="*/ 3526972 w 3526972"/>
              <a:gd name="connsiteY7" fmla="*/ 1852550 h 1852550"/>
              <a:gd name="connsiteX0" fmla="*/ 0 w 3522082"/>
              <a:gd name="connsiteY0" fmla="*/ 0 h 1831506"/>
              <a:gd name="connsiteX1" fmla="*/ 717519 w 3522082"/>
              <a:gd name="connsiteY1" fmla="*/ 410011 h 1831506"/>
              <a:gd name="connsiteX2" fmla="*/ 1247535 w 3522082"/>
              <a:gd name="connsiteY2" fmla="*/ 1085655 h 1831506"/>
              <a:gd name="connsiteX3" fmla="*/ 1538168 w 3522082"/>
              <a:gd name="connsiteY3" fmla="*/ 1433789 h 1831506"/>
              <a:gd name="connsiteX4" fmla="*/ 1914897 w 3522082"/>
              <a:gd name="connsiteY4" fmla="*/ 1639474 h 1831506"/>
              <a:gd name="connsiteX5" fmla="*/ 2487882 w 3522082"/>
              <a:gd name="connsiteY5" fmla="*/ 1786795 h 1831506"/>
              <a:gd name="connsiteX6" fmla="*/ 3111336 w 3522082"/>
              <a:gd name="connsiteY6" fmla="*/ 1829480 h 1831506"/>
              <a:gd name="connsiteX7" fmla="*/ 3522082 w 3522082"/>
              <a:gd name="connsiteY7" fmla="*/ 1830588 h 1831506"/>
              <a:gd name="connsiteX0" fmla="*/ 0 w 3522082"/>
              <a:gd name="connsiteY0" fmla="*/ 0 h 1831506"/>
              <a:gd name="connsiteX1" fmla="*/ 717519 w 3522082"/>
              <a:gd name="connsiteY1" fmla="*/ 410011 h 1831506"/>
              <a:gd name="connsiteX2" fmla="*/ 1247535 w 3522082"/>
              <a:gd name="connsiteY2" fmla="*/ 1085655 h 1831506"/>
              <a:gd name="connsiteX3" fmla="*/ 1538168 w 3522082"/>
              <a:gd name="connsiteY3" fmla="*/ 1433789 h 1831506"/>
              <a:gd name="connsiteX4" fmla="*/ 1914897 w 3522082"/>
              <a:gd name="connsiteY4" fmla="*/ 1639474 h 1831506"/>
              <a:gd name="connsiteX5" fmla="*/ 2487882 w 3522082"/>
              <a:gd name="connsiteY5" fmla="*/ 1786795 h 1831506"/>
              <a:gd name="connsiteX6" fmla="*/ 3111336 w 3522082"/>
              <a:gd name="connsiteY6" fmla="*/ 1829480 h 1831506"/>
              <a:gd name="connsiteX7" fmla="*/ 3522082 w 3522082"/>
              <a:gd name="connsiteY7" fmla="*/ 1830588 h 1831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2082" h="1831506">
                <a:moveTo>
                  <a:pt x="0" y="0"/>
                </a:moveTo>
                <a:cubicBezTo>
                  <a:pt x="442252" y="28959"/>
                  <a:pt x="509597" y="229069"/>
                  <a:pt x="717519" y="410011"/>
                </a:cubicBezTo>
                <a:cubicBezTo>
                  <a:pt x="925442" y="590954"/>
                  <a:pt x="1110760" y="915025"/>
                  <a:pt x="1247535" y="1085655"/>
                </a:cubicBezTo>
                <a:cubicBezTo>
                  <a:pt x="1384310" y="1256285"/>
                  <a:pt x="1426941" y="1341486"/>
                  <a:pt x="1538168" y="1433789"/>
                </a:cubicBezTo>
                <a:cubicBezTo>
                  <a:pt x="1649395" y="1526092"/>
                  <a:pt x="1756611" y="1580640"/>
                  <a:pt x="1914897" y="1639474"/>
                </a:cubicBezTo>
                <a:cubicBezTo>
                  <a:pt x="2073183" y="1698308"/>
                  <a:pt x="2288476" y="1755127"/>
                  <a:pt x="2487882" y="1786795"/>
                </a:cubicBezTo>
                <a:cubicBezTo>
                  <a:pt x="2687288" y="1818463"/>
                  <a:pt x="2785755" y="1838077"/>
                  <a:pt x="3111336" y="1829480"/>
                </a:cubicBezTo>
                <a:cubicBezTo>
                  <a:pt x="3273631" y="1820883"/>
                  <a:pt x="3274272" y="1823538"/>
                  <a:pt x="3522082" y="1830588"/>
                </a:cubicBezTo>
              </a:path>
            </a:pathLst>
          </a:cu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Straight Arrow Connector 1">
            <a:extLst>
              <a:ext uri="{FF2B5EF4-FFF2-40B4-BE49-F238E27FC236}">
                <a16:creationId xmlns:a16="http://schemas.microsoft.com/office/drawing/2014/main" id="{F01E2507-CD23-D9E4-1F7B-0B579E76E8B3}"/>
              </a:ext>
            </a:extLst>
          </p:cNvPr>
          <p:cNvCxnSpPr>
            <a:cxnSpLocks/>
          </p:cNvCxnSpPr>
          <p:nvPr/>
        </p:nvCxnSpPr>
        <p:spPr>
          <a:xfrm>
            <a:off x="296627" y="2864502"/>
            <a:ext cx="37735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83C55BA7-F967-8ABD-8E8D-DDEC9C9FA573}"/>
              </a:ext>
            </a:extLst>
          </p:cNvPr>
          <p:cNvCxnSpPr>
            <a:cxnSpLocks/>
          </p:cNvCxnSpPr>
          <p:nvPr/>
        </p:nvCxnSpPr>
        <p:spPr>
          <a:xfrm flipV="1">
            <a:off x="374832" y="472893"/>
            <a:ext cx="0" cy="24776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A21256E-09FE-C879-B142-205C139F8435}"/>
              </a:ext>
            </a:extLst>
          </p:cNvPr>
          <p:cNvSpPr txBox="1"/>
          <p:nvPr/>
        </p:nvSpPr>
        <p:spPr>
          <a:xfrm>
            <a:off x="1492331" y="2908965"/>
            <a:ext cx="1338828" cy="338554"/>
          </a:xfrm>
          <a:prstGeom prst="rect">
            <a:avLst/>
          </a:prstGeom>
          <a:noFill/>
        </p:spPr>
        <p:txBody>
          <a:bodyPr wrap="none" rtlCol="0">
            <a:spAutoFit/>
          </a:bodyPr>
          <a:lstStyle/>
          <a:p>
            <a:r>
              <a:rPr lang="en-GB" sz="1600" dirty="0">
                <a:latin typeface="Palatino" pitchFamily="2" charset="77"/>
                <a:ea typeface="Palatino" pitchFamily="2" charset="77"/>
              </a:rPr>
              <a:t>Distance (m)</a:t>
            </a:r>
          </a:p>
        </p:txBody>
      </p:sp>
      <p:sp>
        <p:nvSpPr>
          <p:cNvPr id="5" name="TextBox 4">
            <a:extLst>
              <a:ext uri="{FF2B5EF4-FFF2-40B4-BE49-F238E27FC236}">
                <a16:creationId xmlns:a16="http://schemas.microsoft.com/office/drawing/2014/main" id="{24860AA8-5F2F-ECA9-9B68-52CC84AEE68B}"/>
              </a:ext>
            </a:extLst>
          </p:cNvPr>
          <p:cNvSpPr txBox="1"/>
          <p:nvPr/>
        </p:nvSpPr>
        <p:spPr>
          <a:xfrm rot="16200000">
            <a:off x="-645818" y="1422455"/>
            <a:ext cx="1630190" cy="338554"/>
          </a:xfrm>
          <a:prstGeom prst="rect">
            <a:avLst/>
          </a:prstGeom>
          <a:noFill/>
        </p:spPr>
        <p:txBody>
          <a:bodyPr wrap="none" rtlCol="0">
            <a:spAutoFit/>
          </a:bodyPr>
          <a:lstStyle/>
          <a:p>
            <a:r>
              <a:rPr lang="en-GB" sz="1600" dirty="0">
                <a:latin typeface="Palatino" pitchFamily="2" charset="77"/>
                <a:ea typeface="Palatino" pitchFamily="2" charset="77"/>
              </a:rPr>
              <a:t>Autocorrelation</a:t>
            </a:r>
          </a:p>
        </p:txBody>
      </p:sp>
      <p:sp>
        <p:nvSpPr>
          <p:cNvPr id="6" name="TextBox 5">
            <a:extLst>
              <a:ext uri="{FF2B5EF4-FFF2-40B4-BE49-F238E27FC236}">
                <a16:creationId xmlns:a16="http://schemas.microsoft.com/office/drawing/2014/main" id="{FE5A6F2B-C3CC-0BD4-9556-BAB0C2B43DAE}"/>
              </a:ext>
            </a:extLst>
          </p:cNvPr>
          <p:cNvSpPr txBox="1"/>
          <p:nvPr/>
        </p:nvSpPr>
        <p:spPr>
          <a:xfrm rot="19380429">
            <a:off x="2561197" y="2021284"/>
            <a:ext cx="324128" cy="369332"/>
          </a:xfrm>
          <a:prstGeom prst="rect">
            <a:avLst/>
          </a:prstGeom>
          <a:noFill/>
        </p:spPr>
        <p:txBody>
          <a:bodyPr wrap="none" rtlCol="0">
            <a:spAutoFit/>
          </a:bodyPr>
          <a:lstStyle/>
          <a:p>
            <a:r>
              <a:rPr lang="en-US" dirty="0" err="1">
                <a:ln>
                  <a:solidFill>
                    <a:schemeClr val="tx1"/>
                  </a:solidFill>
                </a:ln>
                <a:latin typeface="Palatino" pitchFamily="2" charset="77"/>
                <a:ea typeface="Palatino" pitchFamily="2" charset="77"/>
              </a:rPr>
              <a:t>σ</a:t>
            </a:r>
            <a:endParaRPr lang="en-US" dirty="0">
              <a:ln>
                <a:solidFill>
                  <a:schemeClr val="tx1"/>
                </a:solidFill>
              </a:ln>
              <a:latin typeface="Palatino" pitchFamily="2" charset="77"/>
              <a:ea typeface="Palatino" pitchFamily="2" charset="77"/>
            </a:endParaRPr>
          </a:p>
        </p:txBody>
      </p:sp>
      <p:sp>
        <p:nvSpPr>
          <p:cNvPr id="9" name="TextBox 8">
            <a:extLst>
              <a:ext uri="{FF2B5EF4-FFF2-40B4-BE49-F238E27FC236}">
                <a16:creationId xmlns:a16="http://schemas.microsoft.com/office/drawing/2014/main" id="{A633E84B-414B-51EF-B011-2FD5043E7714}"/>
              </a:ext>
            </a:extLst>
          </p:cNvPr>
          <p:cNvSpPr txBox="1"/>
          <p:nvPr/>
        </p:nvSpPr>
        <p:spPr>
          <a:xfrm>
            <a:off x="2099413" y="1159163"/>
            <a:ext cx="314510" cy="369332"/>
          </a:xfrm>
          <a:prstGeom prst="rect">
            <a:avLst/>
          </a:prstGeom>
          <a:noFill/>
        </p:spPr>
        <p:txBody>
          <a:bodyPr wrap="none" rtlCol="0">
            <a:spAutoFit/>
          </a:bodyPr>
          <a:lstStyle/>
          <a:p>
            <a:r>
              <a:rPr lang="el-GR" dirty="0">
                <a:latin typeface="Palatino" pitchFamily="2" charset="77"/>
                <a:ea typeface="Palatino" pitchFamily="2" charset="77"/>
              </a:rPr>
              <a:t>ρ</a:t>
            </a:r>
            <a:endParaRPr lang="en-US" dirty="0">
              <a:latin typeface="Palatino" pitchFamily="2" charset="77"/>
              <a:ea typeface="Palatino" pitchFamily="2" charset="77"/>
            </a:endParaRPr>
          </a:p>
        </p:txBody>
      </p:sp>
      <p:sp>
        <p:nvSpPr>
          <p:cNvPr id="10" name="TextBox 9">
            <a:extLst>
              <a:ext uri="{FF2B5EF4-FFF2-40B4-BE49-F238E27FC236}">
                <a16:creationId xmlns:a16="http://schemas.microsoft.com/office/drawing/2014/main" id="{22FB597A-CB6B-A494-79ED-1FC6A3FBC244}"/>
              </a:ext>
            </a:extLst>
          </p:cNvPr>
          <p:cNvSpPr txBox="1"/>
          <p:nvPr/>
        </p:nvSpPr>
        <p:spPr>
          <a:xfrm>
            <a:off x="547316" y="501420"/>
            <a:ext cx="332142" cy="369332"/>
          </a:xfrm>
          <a:prstGeom prst="rect">
            <a:avLst/>
          </a:prstGeom>
          <a:noFill/>
        </p:spPr>
        <p:txBody>
          <a:bodyPr wrap="none" rtlCol="0">
            <a:spAutoFit/>
          </a:bodyPr>
          <a:lstStyle/>
          <a:p>
            <a:r>
              <a:rPr lang="el-GR" dirty="0">
                <a:latin typeface="Palatino" pitchFamily="2" charset="77"/>
                <a:ea typeface="Palatino" pitchFamily="2" charset="77"/>
              </a:rPr>
              <a:t>α</a:t>
            </a:r>
            <a:endParaRPr lang="en-US" dirty="0">
              <a:latin typeface="Palatino" pitchFamily="2" charset="77"/>
              <a:ea typeface="Palatino" pitchFamily="2" charset="77"/>
            </a:endParaRPr>
          </a:p>
        </p:txBody>
      </p:sp>
      <p:cxnSp>
        <p:nvCxnSpPr>
          <p:cNvPr id="12" name="Straight Arrow Connector 11">
            <a:extLst>
              <a:ext uri="{FF2B5EF4-FFF2-40B4-BE49-F238E27FC236}">
                <a16:creationId xmlns:a16="http://schemas.microsoft.com/office/drawing/2014/main" id="{4DFD04F4-B63A-A847-8A12-0076833AE8A5}"/>
              </a:ext>
            </a:extLst>
          </p:cNvPr>
          <p:cNvCxnSpPr/>
          <p:nvPr/>
        </p:nvCxnSpPr>
        <p:spPr>
          <a:xfrm>
            <a:off x="597387" y="529451"/>
            <a:ext cx="0" cy="385763"/>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6BCE40C-8FE9-280E-CF21-902C24366A03}"/>
              </a:ext>
            </a:extLst>
          </p:cNvPr>
          <p:cNvCxnSpPr>
            <a:cxnSpLocks/>
          </p:cNvCxnSpPr>
          <p:nvPr/>
        </p:nvCxnSpPr>
        <p:spPr>
          <a:xfrm flipH="1">
            <a:off x="1730280" y="1496239"/>
            <a:ext cx="10287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32D379F-F360-5C84-2CA2-53F746A0B9D9}"/>
              </a:ext>
            </a:extLst>
          </p:cNvPr>
          <p:cNvCxnSpPr>
            <a:cxnSpLocks/>
          </p:cNvCxnSpPr>
          <p:nvPr/>
        </p:nvCxnSpPr>
        <p:spPr>
          <a:xfrm flipH="1">
            <a:off x="2587529" y="2166903"/>
            <a:ext cx="448469" cy="282879"/>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2BA1BE29-0BDC-7A64-A817-3BC8E04E5B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1068" y="470720"/>
            <a:ext cx="7910932" cy="5650907"/>
          </a:xfrm>
          <a:prstGeom prst="rect">
            <a:avLst/>
          </a:prstGeom>
        </p:spPr>
      </p:pic>
    </p:spTree>
    <p:extLst>
      <p:ext uri="{BB962C8B-B14F-4D97-AF65-F5344CB8AC3E}">
        <p14:creationId xmlns:p14="http://schemas.microsoft.com/office/powerpoint/2010/main" val="60743363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ED4A-5643-9C78-A34C-9461D911FFDC}"/>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4BEF8EA-7149-BBC1-0B3B-7325ACFA5F88}"/>
              </a:ext>
            </a:extLst>
          </p:cNvPr>
          <p:cNvPicPr>
            <a:picLocks noChangeAspect="1"/>
          </p:cNvPicPr>
          <p:nvPr/>
        </p:nvPicPr>
        <p:blipFill>
          <a:blip r:embed="rId3"/>
          <a:srcRect l="8373" r="8456"/>
          <a:stretch>
            <a:fillRect/>
          </a:stretch>
        </p:blipFill>
        <p:spPr>
          <a:xfrm>
            <a:off x="0" y="0"/>
            <a:ext cx="3648964" cy="3247519"/>
          </a:xfrm>
          <a:prstGeom prst="rect">
            <a:avLst/>
          </a:prstGeom>
        </p:spPr>
      </p:pic>
      <p:pic>
        <p:nvPicPr>
          <p:cNvPr id="15" name="Picture 14">
            <a:extLst>
              <a:ext uri="{FF2B5EF4-FFF2-40B4-BE49-F238E27FC236}">
                <a16:creationId xmlns:a16="http://schemas.microsoft.com/office/drawing/2014/main" id="{AE2F25C6-4EC2-A42C-03DF-720D79E52F91}"/>
              </a:ext>
            </a:extLst>
          </p:cNvPr>
          <p:cNvPicPr>
            <a:picLocks noChangeAspect="1"/>
          </p:cNvPicPr>
          <p:nvPr/>
        </p:nvPicPr>
        <p:blipFill>
          <a:blip r:embed="rId4"/>
          <a:srcRect l="8373" r="8456"/>
          <a:stretch>
            <a:fillRect/>
          </a:stretch>
        </p:blipFill>
        <p:spPr>
          <a:xfrm>
            <a:off x="0" y="3610481"/>
            <a:ext cx="3648964" cy="3247519"/>
          </a:xfrm>
          <a:prstGeom prst="rect">
            <a:avLst/>
          </a:prstGeom>
        </p:spPr>
      </p:pic>
      <p:pic>
        <p:nvPicPr>
          <p:cNvPr id="18" name="Picture 17">
            <a:extLst>
              <a:ext uri="{FF2B5EF4-FFF2-40B4-BE49-F238E27FC236}">
                <a16:creationId xmlns:a16="http://schemas.microsoft.com/office/drawing/2014/main" id="{FE5FFF5E-1A0F-9929-9DBB-5C4022D7115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81068" y="470720"/>
            <a:ext cx="7910932" cy="5650907"/>
          </a:xfrm>
          <a:prstGeom prst="rect">
            <a:avLst/>
          </a:prstGeom>
        </p:spPr>
      </p:pic>
      <p:sp>
        <p:nvSpPr>
          <p:cNvPr id="20" name="Rectangle 19">
            <a:extLst>
              <a:ext uri="{FF2B5EF4-FFF2-40B4-BE49-F238E27FC236}">
                <a16:creationId xmlns:a16="http://schemas.microsoft.com/office/drawing/2014/main" id="{A0BBF505-04CB-C034-7236-EBF41B3CDDE0}"/>
              </a:ext>
            </a:extLst>
          </p:cNvPr>
          <p:cNvSpPr/>
          <p:nvPr/>
        </p:nvSpPr>
        <p:spPr>
          <a:xfrm>
            <a:off x="5625295" y="551792"/>
            <a:ext cx="2178635" cy="2522483"/>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408A260-3145-B094-6F0C-0E248C87C7E5}"/>
              </a:ext>
            </a:extLst>
          </p:cNvPr>
          <p:cNvSpPr/>
          <p:nvPr/>
        </p:nvSpPr>
        <p:spPr>
          <a:xfrm>
            <a:off x="9248172" y="551792"/>
            <a:ext cx="2078622" cy="2246587"/>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B20F87D-D017-6827-5D79-DF39552FC903}"/>
              </a:ext>
            </a:extLst>
          </p:cNvPr>
          <p:cNvSpPr/>
          <p:nvPr/>
        </p:nvSpPr>
        <p:spPr>
          <a:xfrm>
            <a:off x="5620037" y="3389585"/>
            <a:ext cx="2178636" cy="2522483"/>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B04CBD3-CC95-0795-4123-57FD93C84CB4}"/>
              </a:ext>
            </a:extLst>
          </p:cNvPr>
          <p:cNvSpPr/>
          <p:nvPr/>
        </p:nvSpPr>
        <p:spPr>
          <a:xfrm>
            <a:off x="9248171" y="3389585"/>
            <a:ext cx="2112779" cy="2246587"/>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0739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7B169-A38B-1CC7-7C9E-B4E2892D71D5}"/>
            </a:ext>
          </a:extLst>
        </p:cNvPr>
        <p:cNvGrpSpPr/>
        <p:nvPr/>
      </p:nvGrpSpPr>
      <p:grpSpPr>
        <a:xfrm>
          <a:off x="0" y="0"/>
          <a:ext cx="0" cy="0"/>
          <a:chOff x="0" y="0"/>
          <a:chExt cx="0" cy="0"/>
        </a:xfrm>
      </p:grpSpPr>
      <p:sp>
        <p:nvSpPr>
          <p:cNvPr id="13" name="Rounded Rectangle 12">
            <a:extLst>
              <a:ext uri="{FF2B5EF4-FFF2-40B4-BE49-F238E27FC236}">
                <a16:creationId xmlns:a16="http://schemas.microsoft.com/office/drawing/2014/main" id="{41B6C0B0-49EE-B632-FE29-7E6336E46B8B}"/>
              </a:ext>
            </a:extLst>
          </p:cNvPr>
          <p:cNvSpPr/>
          <p:nvPr/>
        </p:nvSpPr>
        <p:spPr>
          <a:xfrm>
            <a:off x="4409655" y="5190341"/>
            <a:ext cx="3308499" cy="932548"/>
          </a:xfrm>
          <a:prstGeom prst="roundRect">
            <a:avLst/>
          </a:prstGeom>
          <a:solidFill>
            <a:srgbClr val="FAE07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FCF39B29-0585-D129-FC99-592A69B6BB1D}"/>
              </a:ext>
            </a:extLst>
          </p:cNvPr>
          <p:cNvSpPr/>
          <p:nvPr/>
        </p:nvSpPr>
        <p:spPr>
          <a:xfrm>
            <a:off x="4433646" y="1529293"/>
            <a:ext cx="3308499" cy="932548"/>
          </a:xfrm>
          <a:prstGeom prst="roundRect">
            <a:avLst/>
          </a:prstGeom>
          <a:solidFill>
            <a:srgbClr val="FAE07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7F0B2B04-CC72-BCD1-A681-A6C4739046C5}"/>
              </a:ext>
            </a:extLst>
          </p:cNvPr>
          <p:cNvSpPr/>
          <p:nvPr/>
        </p:nvSpPr>
        <p:spPr>
          <a:xfrm>
            <a:off x="4409655" y="4007905"/>
            <a:ext cx="3308499" cy="932548"/>
          </a:xfrm>
          <a:prstGeom prst="roundRect">
            <a:avLst/>
          </a:prstGeom>
          <a:solidFill>
            <a:srgbClr val="8BDD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B52A3F08-F8F4-078C-B779-0717AC32910F}"/>
              </a:ext>
            </a:extLst>
          </p:cNvPr>
          <p:cNvSpPr/>
          <p:nvPr/>
        </p:nvSpPr>
        <p:spPr>
          <a:xfrm>
            <a:off x="4434964" y="416689"/>
            <a:ext cx="3308499" cy="932548"/>
          </a:xfrm>
          <a:prstGeom prst="roundRect">
            <a:avLst/>
          </a:prstGeom>
          <a:solidFill>
            <a:srgbClr val="8BDD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71BE4C66-62E3-2A63-67A8-14FCDDD99113}"/>
              </a:ext>
            </a:extLst>
          </p:cNvPr>
          <p:cNvPicPr>
            <a:picLocks noChangeAspect="1"/>
          </p:cNvPicPr>
          <p:nvPr/>
        </p:nvPicPr>
        <p:blipFill>
          <a:blip r:embed="rId3"/>
          <a:srcRect l="8373" r="8456"/>
          <a:stretch>
            <a:fillRect/>
          </a:stretch>
        </p:blipFill>
        <p:spPr>
          <a:xfrm>
            <a:off x="0" y="0"/>
            <a:ext cx="3648964" cy="3247519"/>
          </a:xfrm>
          <a:prstGeom prst="rect">
            <a:avLst/>
          </a:prstGeom>
        </p:spPr>
      </p:pic>
      <p:pic>
        <p:nvPicPr>
          <p:cNvPr id="15" name="Picture 14">
            <a:extLst>
              <a:ext uri="{FF2B5EF4-FFF2-40B4-BE49-F238E27FC236}">
                <a16:creationId xmlns:a16="http://schemas.microsoft.com/office/drawing/2014/main" id="{6252A302-711D-0416-2B75-84C01592C981}"/>
              </a:ext>
            </a:extLst>
          </p:cNvPr>
          <p:cNvPicPr>
            <a:picLocks noChangeAspect="1"/>
          </p:cNvPicPr>
          <p:nvPr/>
        </p:nvPicPr>
        <p:blipFill>
          <a:blip r:embed="rId4"/>
          <a:srcRect l="8373" r="8456"/>
          <a:stretch>
            <a:fillRect/>
          </a:stretch>
        </p:blipFill>
        <p:spPr>
          <a:xfrm>
            <a:off x="0" y="3610481"/>
            <a:ext cx="3648964" cy="3247519"/>
          </a:xfrm>
          <a:prstGeom prst="rect">
            <a:avLst/>
          </a:prstGeom>
        </p:spPr>
      </p:pic>
      <p:sp>
        <p:nvSpPr>
          <p:cNvPr id="2" name="TextBox 1">
            <a:extLst>
              <a:ext uri="{FF2B5EF4-FFF2-40B4-BE49-F238E27FC236}">
                <a16:creationId xmlns:a16="http://schemas.microsoft.com/office/drawing/2014/main" id="{975BC012-6235-E7BA-C1A9-FC2561A9CC82}"/>
              </a:ext>
            </a:extLst>
          </p:cNvPr>
          <p:cNvSpPr txBox="1"/>
          <p:nvPr/>
        </p:nvSpPr>
        <p:spPr>
          <a:xfrm>
            <a:off x="4861367" y="949127"/>
            <a:ext cx="2784737"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5 samples / 10000 km</a:t>
            </a:r>
            <a:r>
              <a:rPr lang="en-US" sz="2000" baseline="30000" dirty="0">
                <a:latin typeface="Arial" panose="020B0604020202020204" pitchFamily="34" charset="0"/>
                <a:cs typeface="Arial" panose="020B0604020202020204" pitchFamily="34" charset="0"/>
              </a:rPr>
              <a:t>2</a:t>
            </a:r>
          </a:p>
        </p:txBody>
      </p:sp>
      <p:sp>
        <p:nvSpPr>
          <p:cNvPr id="3" name="TextBox 2">
            <a:extLst>
              <a:ext uri="{FF2B5EF4-FFF2-40B4-BE49-F238E27FC236}">
                <a16:creationId xmlns:a16="http://schemas.microsoft.com/office/drawing/2014/main" id="{EF3ADEC6-CAE8-5689-B3D9-678471A9AD2A}"/>
              </a:ext>
            </a:extLst>
          </p:cNvPr>
          <p:cNvSpPr txBox="1"/>
          <p:nvPr/>
        </p:nvSpPr>
        <p:spPr>
          <a:xfrm>
            <a:off x="4861367" y="4565052"/>
            <a:ext cx="2784737"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9 samples / 10000 km</a:t>
            </a:r>
            <a:r>
              <a:rPr lang="en-US" sz="2000" baseline="30000" dirty="0">
                <a:latin typeface="Arial" panose="020B0604020202020204" pitchFamily="34" charset="0"/>
                <a:cs typeface="Arial" panose="020B0604020202020204" pitchFamily="34" charset="0"/>
              </a:rPr>
              <a:t>2</a:t>
            </a:r>
          </a:p>
        </p:txBody>
      </p:sp>
      <p:sp>
        <p:nvSpPr>
          <p:cNvPr id="4" name="TextBox 3">
            <a:extLst>
              <a:ext uri="{FF2B5EF4-FFF2-40B4-BE49-F238E27FC236}">
                <a16:creationId xmlns:a16="http://schemas.microsoft.com/office/drawing/2014/main" id="{B23E7C9D-462A-6F54-087A-7933559D249C}"/>
              </a:ext>
            </a:extLst>
          </p:cNvPr>
          <p:cNvSpPr txBox="1"/>
          <p:nvPr/>
        </p:nvSpPr>
        <p:spPr>
          <a:xfrm>
            <a:off x="4467828" y="510083"/>
            <a:ext cx="3192156" cy="523220"/>
          </a:xfrm>
          <a:prstGeom prst="rect">
            <a:avLst/>
          </a:prstGeom>
          <a:noFill/>
        </p:spPr>
        <p:txBody>
          <a:bodyPr wrap="none" rtlCol="0">
            <a:spAutoFit/>
          </a:bodyPr>
          <a:lstStyle/>
          <a:p>
            <a:r>
              <a:rPr lang="en-US" sz="2800" dirty="0">
                <a:latin typeface="Palatino" pitchFamily="2" charset="77"/>
                <a:ea typeface="Palatino" pitchFamily="2" charset="77"/>
                <a:cs typeface="Arial" panose="020B0604020202020204" pitchFamily="34" charset="0"/>
              </a:rPr>
              <a:t>Prediction error (</a:t>
            </a:r>
            <a:r>
              <a:rPr lang="el-GR" sz="2800" dirty="0">
                <a:latin typeface="Palatino" pitchFamily="2" charset="77"/>
                <a:ea typeface="Palatino" pitchFamily="2" charset="77"/>
                <a:cs typeface="Arial" panose="020B0604020202020204" pitchFamily="34" charset="0"/>
              </a:rPr>
              <a:t>ε</a:t>
            </a:r>
            <a:r>
              <a:rPr lang="en-US" sz="2800" dirty="0">
                <a:latin typeface="Palatino" pitchFamily="2" charset="77"/>
                <a:ea typeface="Palatino" pitchFamily="2" charset="77"/>
                <a:cs typeface="Arial" panose="020B0604020202020204" pitchFamily="34" charset="0"/>
              </a:rPr>
              <a:t>)</a:t>
            </a:r>
          </a:p>
        </p:txBody>
      </p:sp>
      <p:sp>
        <p:nvSpPr>
          <p:cNvPr id="5" name="TextBox 4">
            <a:extLst>
              <a:ext uri="{FF2B5EF4-FFF2-40B4-BE49-F238E27FC236}">
                <a16:creationId xmlns:a16="http://schemas.microsoft.com/office/drawing/2014/main" id="{E43B7F2F-72D1-8E5B-3C74-37209481C351}"/>
              </a:ext>
            </a:extLst>
          </p:cNvPr>
          <p:cNvSpPr txBox="1"/>
          <p:nvPr/>
        </p:nvSpPr>
        <p:spPr>
          <a:xfrm>
            <a:off x="4467827" y="4041832"/>
            <a:ext cx="3192156" cy="523220"/>
          </a:xfrm>
          <a:prstGeom prst="rect">
            <a:avLst/>
          </a:prstGeom>
          <a:noFill/>
        </p:spPr>
        <p:txBody>
          <a:bodyPr wrap="none" rtlCol="0">
            <a:spAutoFit/>
          </a:bodyPr>
          <a:lstStyle/>
          <a:p>
            <a:r>
              <a:rPr lang="en-US" sz="2800" dirty="0">
                <a:latin typeface="Palatino" pitchFamily="2" charset="77"/>
                <a:ea typeface="Palatino" pitchFamily="2" charset="77"/>
                <a:cs typeface="Arial" panose="020B0604020202020204" pitchFamily="34" charset="0"/>
              </a:rPr>
              <a:t>Prediction error (</a:t>
            </a:r>
            <a:r>
              <a:rPr lang="el-GR" sz="2800" dirty="0">
                <a:latin typeface="Palatino" pitchFamily="2" charset="77"/>
                <a:ea typeface="Palatino" pitchFamily="2" charset="77"/>
                <a:cs typeface="Arial" panose="020B0604020202020204" pitchFamily="34" charset="0"/>
              </a:rPr>
              <a:t>ε</a:t>
            </a:r>
            <a:r>
              <a:rPr lang="en-US" sz="2800" dirty="0">
                <a:latin typeface="Palatino" pitchFamily="2" charset="77"/>
                <a:ea typeface="Palatino" pitchFamily="2" charset="77"/>
                <a:cs typeface="Arial" panose="020B0604020202020204" pitchFamily="34" charset="0"/>
              </a:rPr>
              <a:t>)</a:t>
            </a:r>
          </a:p>
        </p:txBody>
      </p:sp>
      <p:sp>
        <p:nvSpPr>
          <p:cNvPr id="6" name="TextBox 5">
            <a:extLst>
              <a:ext uri="{FF2B5EF4-FFF2-40B4-BE49-F238E27FC236}">
                <a16:creationId xmlns:a16="http://schemas.microsoft.com/office/drawing/2014/main" id="{EA974416-F27D-9EC8-7B79-E3ECB4EEDDBA}"/>
              </a:ext>
            </a:extLst>
          </p:cNvPr>
          <p:cNvSpPr txBox="1"/>
          <p:nvPr/>
        </p:nvSpPr>
        <p:spPr>
          <a:xfrm>
            <a:off x="4828503" y="1995567"/>
            <a:ext cx="2784737"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6 samples / 10000 km</a:t>
            </a:r>
            <a:r>
              <a:rPr lang="en-US" sz="2000" baseline="30000" dirty="0">
                <a:latin typeface="Arial" panose="020B0604020202020204" pitchFamily="34" charset="0"/>
                <a:cs typeface="Arial" panose="020B0604020202020204" pitchFamily="34" charset="0"/>
              </a:rPr>
              <a:t>2</a:t>
            </a:r>
          </a:p>
        </p:txBody>
      </p:sp>
      <p:sp>
        <p:nvSpPr>
          <p:cNvPr id="7" name="TextBox 6">
            <a:extLst>
              <a:ext uri="{FF2B5EF4-FFF2-40B4-BE49-F238E27FC236}">
                <a16:creationId xmlns:a16="http://schemas.microsoft.com/office/drawing/2014/main" id="{10318E4E-3ED4-CBF1-F0BA-8CE539300634}"/>
              </a:ext>
            </a:extLst>
          </p:cNvPr>
          <p:cNvSpPr txBox="1"/>
          <p:nvPr/>
        </p:nvSpPr>
        <p:spPr>
          <a:xfrm>
            <a:off x="4434964" y="1556523"/>
            <a:ext cx="3049361" cy="523220"/>
          </a:xfrm>
          <a:prstGeom prst="rect">
            <a:avLst/>
          </a:prstGeom>
          <a:noFill/>
        </p:spPr>
        <p:txBody>
          <a:bodyPr wrap="none" rtlCol="0">
            <a:spAutoFit/>
          </a:bodyPr>
          <a:lstStyle/>
          <a:p>
            <a:r>
              <a:rPr lang="en-US" sz="2800" dirty="0">
                <a:latin typeface="Palatino" pitchFamily="2" charset="77"/>
                <a:ea typeface="Palatino" pitchFamily="2" charset="77"/>
                <a:cs typeface="Arial" panose="020B0604020202020204" pitchFamily="34" charset="0"/>
              </a:rPr>
              <a:t>GP parameters (</a:t>
            </a:r>
            <a:r>
              <a:rPr lang="el-GR" sz="2800" dirty="0">
                <a:latin typeface="Palatino" pitchFamily="2" charset="77"/>
                <a:ea typeface="Palatino" pitchFamily="2" charset="77"/>
                <a:cs typeface="Arial" panose="020B0604020202020204" pitchFamily="34" charset="0"/>
              </a:rPr>
              <a:t>τ</a:t>
            </a:r>
            <a:r>
              <a:rPr lang="en-US" sz="2800" dirty="0">
                <a:latin typeface="Palatino" pitchFamily="2" charset="77"/>
                <a:ea typeface="Palatino" pitchFamily="2" charset="77"/>
                <a:cs typeface="Arial" panose="020B0604020202020204" pitchFamily="34" charset="0"/>
              </a:rPr>
              <a:t>)</a:t>
            </a:r>
          </a:p>
        </p:txBody>
      </p:sp>
      <p:sp>
        <p:nvSpPr>
          <p:cNvPr id="8" name="TextBox 7">
            <a:extLst>
              <a:ext uri="{FF2B5EF4-FFF2-40B4-BE49-F238E27FC236}">
                <a16:creationId xmlns:a16="http://schemas.microsoft.com/office/drawing/2014/main" id="{87D3681E-AE65-7BF1-A22C-5DD4F7220C47}"/>
              </a:ext>
            </a:extLst>
          </p:cNvPr>
          <p:cNvSpPr txBox="1"/>
          <p:nvPr/>
        </p:nvSpPr>
        <p:spPr>
          <a:xfrm>
            <a:off x="4828503" y="5629385"/>
            <a:ext cx="2784737"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6 samples / 10000 km</a:t>
            </a:r>
            <a:r>
              <a:rPr lang="en-US" sz="2000" baseline="30000" dirty="0">
                <a:latin typeface="Arial" panose="020B0604020202020204" pitchFamily="34" charset="0"/>
                <a:cs typeface="Arial" panose="020B0604020202020204" pitchFamily="34" charset="0"/>
              </a:rPr>
              <a:t>2</a:t>
            </a:r>
          </a:p>
        </p:txBody>
      </p:sp>
      <p:sp>
        <p:nvSpPr>
          <p:cNvPr id="9" name="TextBox 8">
            <a:extLst>
              <a:ext uri="{FF2B5EF4-FFF2-40B4-BE49-F238E27FC236}">
                <a16:creationId xmlns:a16="http://schemas.microsoft.com/office/drawing/2014/main" id="{89CD4A88-AAE8-A407-E908-DE493BB48703}"/>
              </a:ext>
            </a:extLst>
          </p:cNvPr>
          <p:cNvSpPr txBox="1"/>
          <p:nvPr/>
        </p:nvSpPr>
        <p:spPr>
          <a:xfrm>
            <a:off x="4434964" y="5190341"/>
            <a:ext cx="3049361" cy="523220"/>
          </a:xfrm>
          <a:prstGeom prst="rect">
            <a:avLst/>
          </a:prstGeom>
          <a:noFill/>
        </p:spPr>
        <p:txBody>
          <a:bodyPr wrap="none" rtlCol="0">
            <a:spAutoFit/>
          </a:bodyPr>
          <a:lstStyle/>
          <a:p>
            <a:r>
              <a:rPr lang="en-US" sz="2800" dirty="0">
                <a:latin typeface="Palatino" pitchFamily="2" charset="77"/>
                <a:ea typeface="Palatino" pitchFamily="2" charset="77"/>
                <a:cs typeface="Arial" panose="020B0604020202020204" pitchFamily="34" charset="0"/>
              </a:rPr>
              <a:t>GP parameters (</a:t>
            </a:r>
            <a:r>
              <a:rPr lang="el-GR" sz="2800" dirty="0">
                <a:latin typeface="Palatino" pitchFamily="2" charset="77"/>
                <a:ea typeface="Palatino" pitchFamily="2" charset="77"/>
                <a:cs typeface="Arial" panose="020B0604020202020204" pitchFamily="34" charset="0"/>
              </a:rPr>
              <a:t>τ</a:t>
            </a:r>
            <a:r>
              <a:rPr lang="en-US" sz="2800" dirty="0">
                <a:latin typeface="Palatino" pitchFamily="2" charset="77"/>
                <a:ea typeface="Palatino" pitchFamily="2" charset="77"/>
                <a:cs typeface="Arial" panose="020B0604020202020204" pitchFamily="34" charset="0"/>
              </a:rPr>
              <a:t>)</a:t>
            </a:r>
          </a:p>
        </p:txBody>
      </p:sp>
    </p:spTree>
    <p:extLst>
      <p:ext uri="{BB962C8B-B14F-4D97-AF65-F5344CB8AC3E}">
        <p14:creationId xmlns:p14="http://schemas.microsoft.com/office/powerpoint/2010/main" val="125396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2E9C2-E2AB-9A30-2177-E4B42836D552}"/>
            </a:ext>
          </a:extLst>
        </p:cNvPr>
        <p:cNvGrpSpPr/>
        <p:nvPr/>
      </p:nvGrpSpPr>
      <p:grpSpPr>
        <a:xfrm>
          <a:off x="0" y="0"/>
          <a:ext cx="0" cy="0"/>
          <a:chOff x="0" y="0"/>
          <a:chExt cx="0" cy="0"/>
        </a:xfrm>
      </p:grpSpPr>
      <p:pic>
        <p:nvPicPr>
          <p:cNvPr id="35" name="Picture 34" descr="A group of people on a boat&#10;&#10;Description automatically generated">
            <a:extLst>
              <a:ext uri="{FF2B5EF4-FFF2-40B4-BE49-F238E27FC236}">
                <a16:creationId xmlns:a16="http://schemas.microsoft.com/office/drawing/2014/main" id="{4594C4D3-2801-7231-D143-5FC1986D9B13}"/>
              </a:ext>
            </a:extLst>
          </p:cNvPr>
          <p:cNvPicPr>
            <a:picLocks noChangeAspect="1"/>
          </p:cNvPicPr>
          <p:nvPr/>
        </p:nvPicPr>
        <p:blipFill rotWithShape="1">
          <a:blip r:embed="rId3">
            <a:extLst>
              <a:ext uri="{28A0092B-C50C-407E-A947-70E740481C1C}">
                <a14:useLocalDpi xmlns:a14="http://schemas.microsoft.com/office/drawing/2010/main" val="0"/>
              </a:ext>
            </a:extLst>
          </a:blip>
          <a:srcRect t="25000"/>
          <a:stretch/>
        </p:blipFill>
        <p:spPr>
          <a:xfrm>
            <a:off x="0" y="-1210456"/>
            <a:ext cx="12192000" cy="6858000"/>
          </a:xfrm>
          <a:prstGeom prst="rect">
            <a:avLst/>
          </a:prstGeom>
        </p:spPr>
      </p:pic>
      <p:sp>
        <p:nvSpPr>
          <p:cNvPr id="31" name="Rectangle 30">
            <a:extLst>
              <a:ext uri="{FF2B5EF4-FFF2-40B4-BE49-F238E27FC236}">
                <a16:creationId xmlns:a16="http://schemas.microsoft.com/office/drawing/2014/main" id="{3F1D3D4A-80CD-3E1F-0A09-A9DCF6F026E9}"/>
              </a:ext>
            </a:extLst>
          </p:cNvPr>
          <p:cNvSpPr/>
          <p:nvPr/>
        </p:nvSpPr>
        <p:spPr>
          <a:xfrm>
            <a:off x="0" y="5257800"/>
            <a:ext cx="12192000" cy="1600200"/>
          </a:xfrm>
          <a:prstGeom prst="rect">
            <a:avLst/>
          </a:prstGeom>
          <a:solidFill>
            <a:srgbClr val="0C344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45CEE71-6C48-7B9E-B5B4-B0BDFF187A0A}"/>
              </a:ext>
            </a:extLst>
          </p:cNvPr>
          <p:cNvSpPr txBox="1"/>
          <p:nvPr/>
        </p:nvSpPr>
        <p:spPr>
          <a:xfrm>
            <a:off x="524523" y="5647544"/>
            <a:ext cx="9932691" cy="85874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800" kern="1200" dirty="0">
                <a:solidFill>
                  <a:srgbClr val="FFFFFF"/>
                </a:solidFill>
                <a:latin typeface="+mj-lt"/>
                <a:ea typeface="+mj-ea"/>
                <a:cs typeface="+mj-cs"/>
              </a:rPr>
              <a:t>Thank you for your attention!</a:t>
            </a:r>
          </a:p>
        </p:txBody>
      </p:sp>
      <p:sp>
        <p:nvSpPr>
          <p:cNvPr id="5" name="TextBox 4">
            <a:extLst>
              <a:ext uri="{FF2B5EF4-FFF2-40B4-BE49-F238E27FC236}">
                <a16:creationId xmlns:a16="http://schemas.microsoft.com/office/drawing/2014/main" id="{68309649-9ED2-69E7-7F34-89B238DF30F1}"/>
              </a:ext>
            </a:extLst>
          </p:cNvPr>
          <p:cNvSpPr txBox="1"/>
          <p:nvPr/>
        </p:nvSpPr>
        <p:spPr>
          <a:xfrm>
            <a:off x="3610417" y="-1096665"/>
            <a:ext cx="4945418" cy="1200329"/>
          </a:xfrm>
          <a:prstGeom prst="rect">
            <a:avLst/>
          </a:prstGeom>
          <a:noFill/>
        </p:spPr>
        <p:txBody>
          <a:bodyPr wrap="square" rtlCol="0">
            <a:spAutoFit/>
          </a:bodyPr>
          <a:lstStyle/>
          <a:p>
            <a:r>
              <a:rPr lang="en-US" sz="3600" dirty="0">
                <a:latin typeface="Palatino" pitchFamily="2" charset="77"/>
                <a:ea typeface="Palatino" pitchFamily="2" charset="77"/>
              </a:rPr>
              <a:t>Please approach me for questions and details!!</a:t>
            </a:r>
          </a:p>
        </p:txBody>
      </p:sp>
      <p:pic>
        <p:nvPicPr>
          <p:cNvPr id="6" name="Picture 5">
            <a:extLst>
              <a:ext uri="{FF2B5EF4-FFF2-40B4-BE49-F238E27FC236}">
                <a16:creationId xmlns:a16="http://schemas.microsoft.com/office/drawing/2014/main" id="{9B06EF79-82DE-BF20-5F62-4A9F06E8A0DA}"/>
              </a:ext>
            </a:extLst>
          </p:cNvPr>
          <p:cNvPicPr>
            <a:picLocks noChangeAspect="1"/>
          </p:cNvPicPr>
          <p:nvPr/>
        </p:nvPicPr>
        <p:blipFill>
          <a:blip r:embed="rId4"/>
          <a:stretch>
            <a:fillRect/>
          </a:stretch>
        </p:blipFill>
        <p:spPr>
          <a:xfrm>
            <a:off x="10056708" y="95030"/>
            <a:ext cx="1986517" cy="1986517"/>
          </a:xfrm>
          <a:prstGeom prst="rect">
            <a:avLst/>
          </a:prstGeom>
        </p:spPr>
      </p:pic>
    </p:spTree>
    <p:extLst>
      <p:ext uri="{BB962C8B-B14F-4D97-AF65-F5344CB8AC3E}">
        <p14:creationId xmlns:p14="http://schemas.microsoft.com/office/powerpoint/2010/main" val="2209353525"/>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Helena</Template>
  <TotalTime>7366</TotalTime>
  <Words>1564</Words>
  <Application>Microsoft Macintosh PowerPoint</Application>
  <PresentationFormat>Widescreen</PresentationFormat>
  <Paragraphs>244</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Cambria Math</vt:lpstr>
      <vt:lpstr>Neue Haas Grotesk Text Pro</vt:lpstr>
      <vt:lpstr>Palatino</vt:lpstr>
      <vt:lpstr>Times New Roman</vt:lpstr>
      <vt:lpstr>Helena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Gledis Guri</dc:creator>
  <cp:lastModifiedBy>Gledis Guri</cp:lastModifiedBy>
  <cp:revision>21</cp:revision>
  <dcterms:created xsi:type="dcterms:W3CDTF">2025-03-07T19:24:51Z</dcterms:created>
  <dcterms:modified xsi:type="dcterms:W3CDTF">2026-09-12T07:24:31Z</dcterms:modified>
</cp:coreProperties>
</file>